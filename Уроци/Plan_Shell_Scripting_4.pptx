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9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60000"/>
            <a:ext cx="12192119" cy="252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60000"/>
            <a:ext cx="216000" cy="252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2340000"/>
            <a:ext cx="11472119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Shell Scripting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3348000"/>
            <a:ext cx="1147211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DD7EE"/>
                </a:solidFill>
              </a:rPr>
              <a:t>Аритметика. Масиви. Работа с параметри в скриптовете.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4320000"/>
            <a:ext cx="1147211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</a:rPr>
              <a:t>Урок 28 от учебната програма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125999"/>
            <a:ext cx="11760119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1. Място в ДОС – знания, умения, отношения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7999"/>
            <a:ext cx="144000" cy="5850001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1116000"/>
            <a:ext cx="11688120" cy="56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2E75B6"/>
                </a:solidFill>
              </a:rPr>
              <a:t>Знания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Типове данни и атрибути на променливи в bash (declare -i, -r, -a, -x)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Аритметика в shell: let, ((...)), $((...)))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Масиви – индексирани и асоциативни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Позиционни параметри: $0, $1, $@, $#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Команди shift и getopts за обработка на аргументи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2E75B6"/>
                </a:solidFill>
              </a:rPr>
              <a:t>Умения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Деклариране на целочислени, константни и експортирани променливи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Аритметични операции в bash скриптове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Създаване, инициализиране и обхождане на масиви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Предаване и обработване на параметри при извикване на скрипт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2E75B6"/>
                </a:solidFill>
              </a:rPr>
              <a:t>Отношения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Точност и прецизност при писане на скриптове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Структуриран и четим код; самостоятелност при търсене на информация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125999"/>
            <a:ext cx="11760119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2. Място в Учебната програма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7999"/>
            <a:ext cx="144000" cy="585000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1116000"/>
            <a:ext cx="11688120" cy="56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Урокът е 28-ми – четвърти в поредицата Shell Scripting.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2E75B6"/>
                </a:solidFill>
              </a:rPr>
              <a:t>Последователност в раздела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Shell Scripting 1 – Въведение: шебанг, изпълнение, основни команди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Shell Scripting 2 – Променливи, вход/изход, if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Shell Scripting 3 – Цикли (for, while), функции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Shell Scripting 4 ← тук сме – Аритметика, масиви, параметри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Shell Scripting 5 – Файлове, регулярни изрази, sed/awk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2E75B6"/>
                </a:solidFill>
              </a:rPr>
              <a:t>Очаквани резултати на ниво УП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Работа с типове данни чрез атрибути на declare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Аритметични операции; употреба в условия и цикли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Деклариране, попълване и обхождане на масиви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Скрипт, приемащ параметри от командния ред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125999"/>
            <a:ext cx="11760119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3. Значение на темата. Мотивиране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7999"/>
            <a:ext cx="144000" cy="5850001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1116000"/>
            <a:ext cx="11688120" cy="56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1">
                <a:solidFill>
                  <a:srgbClr val="1F3964"/>
                </a:solidFill>
              </a:rPr>
              <a:t>Защо е важно?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Скриптовете стават гъвкави и многократно използваеми.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Вместо стойности "зашити" в кода – данните идват отвън.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Аритметиката и масивите позволяват обработка на по-сложни задачи.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1F3964"/>
                </a:solidFill>
              </a:rPr>
              <a:t>Как мотивираме учениците?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"Колко пъти сте писали скрипт, в който трябва да смените само числото?"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Демонстрация: скрипт, обработващ списък с файлове като аргументи.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Свързване с познатото: масивите в bash ≈ списъци в Python / масиви в 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125999"/>
            <a:ext cx="11760119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5. Основна цел на урока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7999"/>
            <a:ext cx="144000" cy="585000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1116000"/>
            <a:ext cx="11688120" cy="56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1">
                <a:solidFill>
                  <a:srgbClr val="1F3964"/>
                </a:solidFill>
              </a:rPr>
              <a:t>Въвеждат се понятията: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Атрибути на променливи – declare (-i, -r, -a, -x)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C-style аритметика в bash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Масиви (Array) – индексиран и асоциативен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Позиционни параметри ($1, $@, $#, $0)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shift и getopts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1F3964"/>
                </a:solidFill>
              </a:rPr>
              <a:t>Формират се умения за: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Аритметични операции чрез let, ((...)), $((...)))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Работа с масиви – деклариране, достъп по индекс, обхождане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Предаване и обработка на позиционни параметри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125999"/>
            <a:ext cx="11760119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7. Ход на урока – структура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7999"/>
            <a:ext cx="144000" cy="5850001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1116000"/>
            <a:ext cx="11688120" cy="56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1. Организационна част (2 мин.)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2. Актуализация на знанията – беседа, въпроси-отговори (8 мин.)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3.1 Атрибути на променливи – declare демонстрация (4 мин.)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3.2 C-style аритметика – let, ((...)), $((...))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3.3 Константни и export променливи (3 мин.)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3.4 Масиви – деклариране, индекси, обхождане (6 мин.)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3.5 Параметри и shift в while цикъл (6 мин.)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3.6 Getopts – запознаване + документация (2 мин.)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4. Затвърдяване – практически задачи (8 мин.)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5. Обобщение (1 мин.)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6. Домашна работа – stats.sh (1 мин.)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125999"/>
            <a:ext cx="11760119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6. Дидактически материали и условия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7999"/>
            <a:ext cx="144000" cy="5850001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1116000"/>
            <a:ext cx="11688120" cy="56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1">
                <a:solidFill>
                  <a:srgbClr val="1F3964"/>
                </a:solidFill>
              </a:rPr>
              <a:t>Материали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Презентация Shell Scripting 4 (PDF/Slideshow)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Компютри с Linux / WSL / виртуална машина с bash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Бяла дъска / интерактивна дъска / проектор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Работни листи с практически задачи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1F3964"/>
                </a:solidFill>
              </a:rPr>
              <a:t>Диференциране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Без Linux → онлайн терминал (replit.com или JSLinux)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Слаб клас → пропуска се getopts; фокус върху масивите и параметрите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Силен клас → асоциативни масиви + комбинация getopts + масив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125999"/>
            <a:ext cx="11760119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8. Междупредметни връзки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7999"/>
            <a:ext cx="144000" cy="585000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1116000"/>
            <a:ext cx="11688120" cy="56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1">
                <a:solidFill>
                  <a:srgbClr val="1F3964"/>
                </a:solidFill>
              </a:rPr>
              <a:t>Математика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Аритметични операции, деление с остатък (modulo), средноаритметично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1F3964"/>
                </a:solidFill>
              </a:rPr>
              <a:t>Програмиране (Python / C)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Масиви/списъци, типове данни, предаване на аргументи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1F3964"/>
                </a:solidFill>
              </a:rPr>
              <a:t>Операционни системи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Работа с терминал, процеси, среда на изпълнение, PATH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1F3964"/>
                </a:solidFill>
              </a:rPr>
              <a:t>Алгоритми и структури от данни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Линейни структури (масиви), обхождане с цикъл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9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00000"/>
            <a:ext cx="12192119" cy="14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00000"/>
            <a:ext cx="216000" cy="144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2880000"/>
            <a:ext cx="11472119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Благодаря за вниманието!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040000"/>
            <a:ext cx="1147211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DD7EE"/>
                </a:solidFill>
              </a:rPr>
              <a:t>П. Р. Петров – ПГЕЕ „К. Фотинов", гр. Бургас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