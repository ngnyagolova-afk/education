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Аналогията с клас/обект работи много добре за програмисти. Image-ът е дефиницията (кодът), контейнерът е изпълняващата се инстанция. Можете да създадете 100 контейнера от един image — точно като 100 обекта от един клас.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Демонстрирайте в терминал: docker pull hello-world, след това docker pull nginx:alpine. Покажете как слоевете се изтеглят поотделно. Обяснете: alpine = минимален Linux дистрибутив, само ~5MB — идеален за контейнери.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Покажете изхода на docker images след docker pull на няколко images. Обърнете внимание на SIZE колоната — nginx:alpine е ~23MB, ubuntu е ~77MB. Въпрос: Защо alpine images са по-малки?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Демонстрирайте: docker run -d --name mynginx -p 8080:80 nginx след което отворете браузъра на localhost:8080 — ще се зареди nginx страницата! Обяснете -p: 8080 е портът на хоста (нашата машина), 80 е портът в контейнера.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Покажете docker ps след стартиране на nginx контейнера. Демонстрирайте docker stats — показва live натоварването на всеки контейнер. Подобно на Task Manager, но за контейнери.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Разликата между stop и kill: stop дава на приложението 10 секунди да се затвори правилно (cleanup, запис на данни), kill го убива моментално. Аналогия: stop = нормално изключване на компютъра, kill = издърпване на захранването.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88952" cy="109728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274320"/>
            <a:ext cx="2011680" cy="54864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Раздел 8  •  Урок 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Docker: Images и контейнери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D0E8F8"/>
                </a:solidFill>
                <a:latin typeface="Calibri"/>
              </a:rPr>
              <a:t>Изтегляне, стартиране, спиране и управление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B8D8"/>
                </a:solidFill>
                <a:latin typeface="Calibri"/>
              </a:rPr>
              <a:t>11А клас  |  Конкурентно програмиране  |  Раздел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11795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Image vs Контейнер — основни понятия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Docker Image: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19072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Шаблон (snapshot) — само за четене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9424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Изгражда се от Dockerfile или се изтегля от Docker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79776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Слоева структура — всяка инструкция добавя слой (layer)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310128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Docker Контейнер: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Изпълняващ се instance на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70832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Добавя записваем слой върху image-а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901184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Мога да имам много контейнери от един и същ image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431536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Аналогия: Image = клас в C#, Контейнер = обект (инстанция)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11795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docker pull — изтегляне на image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1097280"/>
            <a:ext cx="6675120" cy="55778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40680" y="1234440"/>
            <a:ext cx="6400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Изтегляне на официален nginx image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pull nginx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С конкретна версия (tag)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pull nginx:1.25-alpine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Python image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pull python:3.11-slim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MySQL image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pull mysql:8.0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Официален Ubuntu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pull ubuntu:22.04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Hello World — за тест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pull hello-world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Изтегля image от Docker Hub (или друг registry)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19072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Синтаксис: docker pull &lt;image&gt;:&lt;tag&gt;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49424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Тагът :latest се използва по подразбиране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79776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Images се изтеглят слой по слой — повторното изтегляне е по-бързо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11795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docker images — преглед на изтеглените images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1097280"/>
            <a:ext cx="6675120" cy="55778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40680" y="1234440"/>
            <a:ext cx="6400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Показване на всички images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images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Примерен изход: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REPOSITORY  TAG     IMAGE ID      SIZE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nginx       latest  a99a39d0...   187MB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python      3.11    f4c70...      1.02GB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ubuntu      22.04   3c644...      77.9MB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Само ID-тата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images -q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Изтриване на image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rmi nginx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Изтриване на всички неизп.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image prune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Показва всички локално налични images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19072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Колони: REPOSITORY, TAG, IMAGE ID, CREATED, 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49424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IMAGE ID — уникален хеш (SHA256)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779776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Полезни опции: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10128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docker images -a  — показва и скрити (intermediate) слоеве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docker images -q  — само ID-тата (за скриптове)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70832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docker rmi &lt;id&gt;   — изтриване на 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01184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docker image prune — изчистване на неизползвани images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11795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docker run — стартиране на контейнер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1097280"/>
            <a:ext cx="6675120" cy="55778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40680" y="1234440"/>
            <a:ext cx="6400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Стартиране на nginx на порт 8080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run -d --name mynginx \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  -p 8080:80 nginx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Интерактивен Ubuntu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run -it ubuntu:22.04 bash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Python скрипт и изтриване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run --rm python:3.11 \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  python -c "print('Hello')"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MySQL с парола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run -d --name mydb \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  -e MYSQL_ROOT_PASSWORD=secret \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  -p 3306:3306 mysql:8.0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Създава и стартира нов контейнер от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19072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Основни опции: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49424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-d  — detached mode (работи на заден план)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79776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-it  — интерактивен режим с терминал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10128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--name  — задаване на име на контейнера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-p &lt;host&gt;:&lt;container&gt;  — пренасочване на портове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70832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-v &lt;host_dir&gt;:&lt;cont_dir&gt;  — монтиране на том (volume)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01184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--rm  — автоматично изтриване след спиране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31536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-e KEY=VALUE  — задаване на environment variable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11795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docker ps — преглед на контейнерите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1097280"/>
            <a:ext cx="6675120" cy="55778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40680" y="1234440"/>
            <a:ext cx="6400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Само работещите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ps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Всички (вкл. спрени)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ps -a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Примерен изход: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CONT.ID  IMAGE  STATUS  PORTS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a3f2...  nginx  Up 2m   0.0.0.0:8080-&gt;80/tcp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Подробна информация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inspect mynginx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Мониторинг на ресурси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stats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Логове на контейнер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logs mynginx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Показва работещите контейнери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19072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docker ps -a  — всички (включени спрените)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49424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Колони: CONTAINER ID, IMAGE, COMMAND, CREATED, STATUS, PORTS, NAMES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79776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STATUS показва дали контейнерът работи или е спрян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10128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docker inspect &lt;name&gt;  — подробна JSON информация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docker stats  — real-time CPU, RAM, мрежа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11795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Стартиране, спиране и изтриване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1097280"/>
            <a:ext cx="6675120" cy="55778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40680" y="1234440"/>
            <a:ext cx="6400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Спиране (graceful)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stop mynginx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Стартиране отново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start mynginx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Рестартиране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restart mynginx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Незабавно убиване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kill mynginx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Изтриване (спрян)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rm mynginx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Изтриване на работещ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rm -f mynginx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Почистване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container prune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docker stop &lt;name&gt;  — изпраща SIGTERM, изчаква 10 сек, после SIGKILL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19072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docker start &lt;name&gt;  — стартира спрян контейнер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49424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docker restart &lt;name&gt;  — рестартиране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779776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docker kill &lt;name&gt;  — незабавно спиране (SIGKILL)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310128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docker rm &lt;name&gt;  — изтриване на контейнер (трябва да е спрян)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docker rm -f &lt;name&gt;  — принудително изтриване дори да работи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370832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docker container prune  — изтрива всички спрени контейнери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901184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Жизнен цикъл: created → running → stopped → removed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1795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Задачи за упражнение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3A5C"/>
                </a:solidFill>
              </a:rPr>
              <a:t>Задача 1: Изтеглете image-а на nginx и python:3.11-slim. Проверете размерите им с docker images.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1848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2E6DA4"/>
                </a:solidFill>
              </a:rPr>
              <a:t>Насока: docker pull nginx и docker pull python:3.11-slim, след това docker images.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671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3A5C"/>
                </a:solidFill>
              </a:rPr>
              <a:t>Задача 2: Стартирайте nginx контейнер на порт 8080 и отворете localhost:8080 в браузъра.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42616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2E6DA4"/>
                </a:solidFill>
              </a:rPr>
              <a:t>Насока: docker run -d --name web -p 8080:80 nginx. Ако вече имате контейнер на 8080, използвайте 8081.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19125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3A5C"/>
                </a:solidFill>
              </a:rPr>
              <a:t>Задача 3: Стартирайте Ubuntu контейнер в интерактивен режим. Изпълнете ls и cat /etc/os-release.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66744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2E6DA4"/>
                </a:solidFill>
              </a:rPr>
              <a:t>Насока: docker run -it ubuntu:22.04 bash. За изход: exit или Ctrl+D.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2153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3A5C"/>
                </a:solidFill>
              </a:rPr>
              <a:t>Задача 4: Стартирайте 3 nginx контейнера с различни имена и портове (8081, 8082, 8083). Проверете с docker 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9087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2E6DA4"/>
                </a:solidFill>
              </a:rPr>
              <a:t>Насока: docker run -d --name n1 -p 8081:80 nginx, после n2 на 8082, n3 на 8083. Проверете с docker 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