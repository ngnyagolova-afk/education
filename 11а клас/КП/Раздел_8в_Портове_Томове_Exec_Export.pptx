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Аналогия: представете си контейнера като сграда с много врати (портове). По подразбиране всички врати са заключени отвън. -p 8080:80 поставя 'пощенска кутия' на врата 8080 на улицата (хоста), която препраща писмата до стая 80 в сградата. Демонстрирайте с nginx: docker run -d -p 8080:80 nginx → отворете localhost:8080.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Без volume: всяко docker rm изтрива базата данни! Демонстрирайте: docker run -d -v mydata:/var/lib/mysql -e MYSQL_ROOT_PASSWORD=secret mysql:8.0. Дори след docker rm и docker run отново, данните ще са налице защото са в named volume. Въпрос: Как да видим всички volumes? (docker volume ls)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docker exec е незаменим инструмент при дебъгване. Демонстрирайте: docker exec -it mynginx bash, след което: ls /etc/nginx/, cat /etc/nginx/nginx.conf. За излизане от shell-а: exit. Важно: exec работи само на РАБОТЕЩ контейнер. За спрян — използвайте docker start.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docker logs -f е първото нещо, което правите когато контейнерът не работи правилно. Демонстрирайте docker logs -f --tail 20 mynginx, след което направете HTTP заявка — ще видите access log в реално време.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Кога използваме export/save? Когато нямаме достъп до Docker Hub (офлайн среда, закрита мрежа). Разликата: save запазва пълния image с всички слоеве (за docker load), export запазва само файловата система на контейнера (за docker import). За прехвърляне между машини — save + load е по-добрият вариант.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PlayWithDocker е безплатна онлайн среда — не е нужна инсталация. Сесията е валидна 4 часа. Достатъчна е за всички упражнения. Ако имат инсталиран Docker Desktop — могат да правят всичко локално. docker build -t electro . — точката накрая означава 'текущата директория' (търси Dockerfile там).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06240"/>
            <a:ext cx="12188952" cy="109728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875520" y="274320"/>
            <a:ext cx="2011680" cy="54864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Раздел 8  •  Урок 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Портове, томове и команди в контейнер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918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D0E8F8"/>
                </a:solidFill>
                <a:latin typeface="Calibri"/>
              </a:rPr>
              <a:t>Пренасочване на портове, монтиране на томове, docker exec и export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0B8D8"/>
                </a:solidFill>
                <a:latin typeface="Calibri"/>
              </a:rPr>
              <a:t>11А клас  |  Конкурентно програмиране  |  Раздел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11795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Пренасочване на портове (-p)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0" y="1097280"/>
            <a:ext cx="6675120" cy="55778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40680" y="1234440"/>
            <a:ext cx="6400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# nginx: хост 8080 → контейнер 80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docker run -d -p 8080:80 nginx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# Node.js приложение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docker run -d -p 3000:3000 myapp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# Два порта едновременно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docker run -d \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  -p 80:80 -p 443:443 nginx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# Само на localhost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docker run -d -p 127.0.0.1:8080:80 nginx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# Проверка на портовете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docker port mynginx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# Изход: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# 80/tcp -&gt; 0.0.0.0:8080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3A5C"/>
                </a:solidFill>
                <a:latin typeface="Calibri"/>
              </a:rPr>
              <a:t>▸  Контейнерът има своя мрежа — не е достъпен отвън по подразбиране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19072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3A5C"/>
                </a:solidFill>
                <a:latin typeface="Calibri"/>
              </a:rPr>
              <a:t>▸  Флагът -p свързва порт на хоста с порт на контейнера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249424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3A5C"/>
                </a:solidFill>
                <a:latin typeface="Calibri"/>
              </a:rPr>
              <a:t>▸  Синтаксис: -p &lt;host_port&gt;:&lt;container_port&gt;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779776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3A5C"/>
                </a:solidFill>
                <a:latin typeface="Calibri"/>
              </a:rPr>
              <a:t>▸  Примери: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10128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1A1A"/>
                </a:solidFill>
                <a:latin typeface="Calibri"/>
              </a:rPr>
              <a:t>–  -p 8080:80  — порт 8080 на PC → порт 80 в контейнера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84048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1A1A"/>
                </a:solidFill>
                <a:latin typeface="Calibri"/>
              </a:rPr>
              <a:t>–  -p 3000:3000  — Node.js приложение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70832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1A1A"/>
                </a:solidFill>
                <a:latin typeface="Calibri"/>
              </a:rPr>
              <a:t>–  -p 5432:5432  — PostgreSQL база данни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901184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3A5C"/>
                </a:solidFill>
                <a:latin typeface="Calibri"/>
              </a:rPr>
              <a:t>▸  Може да се свърже множество портове: -p 80:80 -p 443:443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431536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3A5C"/>
                </a:solidFill>
                <a:latin typeface="Calibri"/>
              </a:rPr>
              <a:t>▸  docker port &lt;name&gt;  — показва пренасочванията на контейнер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11795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Монтиране на томове (-v)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0" y="1097280"/>
            <a:ext cx="6675120" cy="55778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40680" y="1234440"/>
            <a:ext cx="6400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# Bind mount — текуща директория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docker run -d \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  -v $(pwd):/app \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  -p 5000:5000 myapp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# Named volume за MySQL данни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docker run -d \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  -v db_data:/var/lib/mysql \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  -e MYSQL_ROOT_PASSWORD=pass \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  mysql:8.0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# Управление на volumes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docker volume ls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docker volume inspect db_data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docker volume rm db_data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docker volume prune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3A5C"/>
                </a:solidFill>
                <a:latin typeface="Calibri"/>
              </a:rPr>
              <a:t>▸  По подразбиране данните в контейнера се губят при изтриването му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19072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3A5C"/>
                </a:solidFill>
                <a:latin typeface="Calibri"/>
              </a:rPr>
              <a:t>▸  Томовете (volumes) свързват директория на хоста с директория в контейнера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249424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3A5C"/>
                </a:solidFill>
                <a:latin typeface="Calibri"/>
              </a:rPr>
              <a:t>▸  Синтаксис: -v &lt;host_path&gt;:&lt;container_path&gt;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779776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3A5C"/>
                </a:solidFill>
                <a:latin typeface="Calibri"/>
              </a:rPr>
              <a:t>▸  Два вида: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10128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1A1A"/>
                </a:solidFill>
                <a:latin typeface="Calibri"/>
              </a:rPr>
              <a:t>–  Bind mount: -v /home/user/data:/app/data  — конкретна директория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84048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1A1A"/>
                </a:solidFill>
                <a:latin typeface="Calibri"/>
              </a:rPr>
              <a:t>–  Named volume: -v mydata:/app/data  — управляван от Docker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370832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3A5C"/>
                </a:solidFill>
                <a:latin typeface="Calibri"/>
              </a:rPr>
              <a:t>▸  Употреба: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901184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1A1A"/>
                </a:solidFill>
                <a:latin typeface="Calibri"/>
              </a:rPr>
              <a:t>–  Персистиране на данни (MySQL, PostgreSQL)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431536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1A1A"/>
                </a:solidFill>
                <a:latin typeface="Calibri"/>
              </a:rPr>
              <a:t>–  Разработка — промени в кода се виждат веднага без rebuild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11795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docker exec — изпълнение на команди в контейнер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0" y="1097280"/>
            <a:ext cx="6675120" cy="55778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40680" y="1234440"/>
            <a:ext cx="6400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# Bash shell в работещ контейнер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docker exec -it mynginx bash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# Еднократна команда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docker exec mynginx ls /etc/nginx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# Проверка на nginx config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docker exec mynginx \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  cat /etc/nginx/nginx.conf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# MySQL команди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docker exec -it mydb \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  mysql -u root -psecret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# Python в контейнер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docker exec -it myapp \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  python manage.py migrate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# Environment variable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docker exec -e DEBUG=1 myapp cmd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3A5C"/>
                </a:solidFill>
                <a:latin typeface="Calibri"/>
              </a:rPr>
              <a:t>▸  Изпълнява команда в работещ контейнер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19072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3A5C"/>
                </a:solidFill>
                <a:latin typeface="Calibri"/>
              </a:rPr>
              <a:t>▸  Синтаксис: docker exec [опции] &lt;name&gt; &lt;команда&gt;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249424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3A5C"/>
                </a:solidFill>
                <a:latin typeface="Calibri"/>
              </a:rPr>
              <a:t>▸  Основни опции: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79776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1A1A"/>
                </a:solidFill>
                <a:latin typeface="Calibri"/>
              </a:rPr>
              <a:t>–  -it  — интерактивен режим (терминал в контейнера)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10128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1A1A"/>
                </a:solidFill>
                <a:latin typeface="Calibri"/>
              </a:rPr>
              <a:t>–  -d  — изпълнява командата на заден план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84048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1A1A"/>
                </a:solidFill>
                <a:latin typeface="Calibri"/>
              </a:rPr>
              <a:t>–  -e KEY=VALUE  — задава environment variable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70832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1A1A"/>
                </a:solidFill>
                <a:latin typeface="Calibri"/>
              </a:rPr>
              <a:t>–  -w /path  — работна директория за командата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901184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3A5C"/>
                </a:solidFill>
                <a:latin typeface="Calibri"/>
              </a:rPr>
              <a:t>▸  Типични употреби: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431536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1A1A"/>
                </a:solidFill>
                <a:latin typeface="Calibri"/>
              </a:rPr>
              <a:t>–  Влизане в bash shell за диагностика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961888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1A1A"/>
                </a:solidFill>
                <a:latin typeface="Calibri"/>
              </a:rPr>
              <a:t>–  Изпълнение на миграции на база данни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49224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1A1A"/>
                </a:solidFill>
                <a:latin typeface="Calibri"/>
              </a:rPr>
              <a:t>–  Проверка на конфигурационни файлове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11795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docker logs — четене на логовете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0" y="1097280"/>
            <a:ext cx="6675120" cy="55778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40680" y="1234440"/>
            <a:ext cx="6400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# Всички логове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docker logs mynginx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# Следи в реално време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docker logs -f mynginx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# Последните 50 реда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docker logs --tail 50 mynginx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# С времеви маркери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docker logs -t mynginx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# От последните 30 минути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docker logs --since 30m mynginx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# Само грешките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docker logs mynginx 2&gt;&amp;1 | grep ERROR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3A5C"/>
                </a:solidFill>
                <a:latin typeface="Calibri"/>
              </a:rPr>
              <a:t>▸  Показва stdout/stderr на контейнера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19072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3A5C"/>
                </a:solidFill>
                <a:latin typeface="Calibri"/>
              </a:rPr>
              <a:t>▸  Основни опции: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49424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1A1A"/>
                </a:solidFill>
                <a:latin typeface="Calibri"/>
              </a:rPr>
              <a:t>–  -f  — follow (следи в реално време, като tail -f)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79776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1A1A"/>
                </a:solidFill>
                <a:latin typeface="Calibri"/>
              </a:rPr>
              <a:t>–  --tail N  — последните N реда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10128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1A1A"/>
                </a:solidFill>
                <a:latin typeface="Calibri"/>
              </a:rPr>
              <a:t>–  --since / --until  — филтриране по дата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84048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1A1A"/>
                </a:solidFill>
                <a:latin typeface="Calibri"/>
              </a:rPr>
              <a:t>–  -t  — показва timestamps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370832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3A5C"/>
                </a:solidFill>
                <a:latin typeface="Calibri"/>
              </a:rPr>
              <a:t>▸  Добри практики: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901184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1A1A"/>
                </a:solidFill>
                <a:latin typeface="Calibri"/>
              </a:rPr>
              <a:t>–  Приложенията в контейнери трябва да пишат в stdout/stderr (не в файл)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431536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1A1A"/>
                </a:solidFill>
                <a:latin typeface="Calibri"/>
              </a:rPr>
              <a:t>–  Логовете се управляват от Docker log drivers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961888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1A1A"/>
                </a:solidFill>
                <a:latin typeface="Calibri"/>
              </a:rPr>
              <a:t>–  Продукционни среди: ELK Stack, Grafana Loki, Datadog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11795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docker export и docker save — копиране на images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0" y="1097280"/>
            <a:ext cx="6675120" cy="55778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40680" y="1234440"/>
            <a:ext cx="6400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# Запазване на image като .tar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docker save nginx &gt; nginx.tar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# Или с -o флаг: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docker save -o nginx.tar nginx:latest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# Зареждане на запазен image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docker load &lt; nginx.tar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# Или: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docker load -i nginx.tar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# Export на контейнер (filesystem)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docker export mynginx &gt; snap.tar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# Import като нов image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docker import snap.tar myimage:v1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# Прехвърляне: стиснете преди копиране!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gzip nginx.tar</a:t>
            </a:r>
          </a:p>
          <a:p>
            <a:pPr algn="l"/>
            <a:r>
              <a:rPr sz="1300">
                <a:solidFill>
                  <a:srgbClr val="CDF29A"/>
                </a:solidFill>
                <a:latin typeface="Courier New"/>
              </a:rPr>
              <a:t>docker load -i nginx.tar.gz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3A5C"/>
                </a:solidFill>
                <a:latin typeface="Calibri"/>
              </a:rPr>
              <a:t>▸  Два начина за запазване на Docker image: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19072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3A5C"/>
                </a:solidFill>
                <a:latin typeface="Calibri"/>
              </a:rPr>
              <a:t>▸  docker export &lt;container&gt; — snapshot на файловата система на контейнер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49424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1A1A"/>
                </a:solidFill>
                <a:latin typeface="Calibri"/>
              </a:rPr>
              <a:t>–  Запазва текущото СЪСТОЯНИЕ (включва промени в контейнера)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79776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1A1A"/>
                </a:solidFill>
                <a:latin typeface="Calibri"/>
              </a:rPr>
              <a:t>–  Резултатът е .tar архив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310128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3A5C"/>
                </a:solidFill>
                <a:latin typeface="Calibri"/>
              </a:rPr>
              <a:t>▸  docker save &lt;image&gt; — запазва пълния image (с всички слоеве)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84048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1A1A"/>
                </a:solidFill>
                <a:latin typeface="Calibri"/>
              </a:rPr>
              <a:t>–  Запазва целия image с история и тагове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70832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1A1A"/>
                </a:solidFill>
                <a:latin typeface="Calibri"/>
              </a:rPr>
              <a:t>–  Подходящ за прехвърляне между машини без интернет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901184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3A5C"/>
                </a:solidFill>
                <a:latin typeface="Calibri"/>
              </a:rPr>
              <a:t>▸  docker load — зарежда запазен image от .tar файл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431536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3A5C"/>
                </a:solidFill>
                <a:latin typeface="Calibri"/>
              </a:rPr>
              <a:t>▸  docker import — зарежда filesystem tar като нов image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11795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Практикум: Контейнеризиране на уеб приложение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3A5C"/>
                </a:solidFill>
                <a:latin typeface="Calibri"/>
              </a:rPr>
              <a:t>▸  Цел: Стартирайте repo https://github.com/peshopbs2/electro-container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719072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3A5C"/>
                </a:solidFill>
                <a:latin typeface="Calibri"/>
              </a:rPr>
              <a:t>▸  Стъпка 1: Влезте в https://labs.play-with-docker.com (безплатно, в браузъра)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249424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3A5C"/>
                </a:solidFill>
                <a:latin typeface="Calibri"/>
              </a:rPr>
              <a:t>▸  Стъпка 2: Стартирайте нова инстанция → Terminal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779776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3A5C"/>
                </a:solidFill>
                <a:latin typeface="Calibri"/>
              </a:rPr>
              <a:t>▸  Стъпка 3: git clone https://github.com/peshopbs2/electro-container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310128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3A5C"/>
                </a:solidFill>
                <a:latin typeface="Calibri"/>
              </a:rPr>
              <a:t>▸  Стъпка 4: cd electro-container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84048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3A5C"/>
                </a:solidFill>
                <a:latin typeface="Calibri"/>
              </a:rPr>
              <a:t>▸  Стъпка 5: docker build -t electro . (изгражда image от Dockerfile)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370832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3A5C"/>
                </a:solidFill>
                <a:latin typeface="Calibri"/>
              </a:rPr>
              <a:t>▸  Стъпка 6: docker run -d -p 3000:3000 electro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901184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3A5C"/>
                </a:solidFill>
                <a:latin typeface="Calibri"/>
              </a:rPr>
              <a:t>▸  Стъпка 7: Кликнете на бутона с порта — ще видите приложението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11795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Задачи за упражнение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A3A5C"/>
                </a:solidFill>
              </a:rPr>
              <a:t>Задача 1: Стартирайте nginx на порт 9090 и проверете достъпа. После ограничете го само до localhost.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1848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2E6DA4"/>
                </a:solidFill>
              </a:rPr>
              <a:t>Насока: docker run -d -p 9090:80 nginx. За localhost: -p 127.0.0.1:9090:80 nginx.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1671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A3A5C"/>
                </a:solidFill>
              </a:rPr>
              <a:t>Задача 2: Стартирайте MySQL контейнер с named volume. Спрете го, изтрийте го и го стартирайте отново — данните ли са налице?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42616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2E6DA4"/>
                </a:solidFill>
              </a:rPr>
              <a:t>Насока: docker run -d -v mydb:/var/lib/mysql -e MYSQL_ROOT_PASSWORD=test mysql:8.0. Влезте с exec, създайте таблица, спрете, изтрийте, рестартирайте.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191256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A3A5C"/>
                </a:solidFill>
              </a:rPr>
              <a:t>Задача 3: Влезте в bash на работещ nginx контейнер и прочетете съдържанието на /etc/nginx/nginx.conf.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666744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2E6DA4"/>
                </a:solidFill>
              </a:rPr>
              <a:t>Насока: docker exec -it &lt;name&gt; bash, след това cat /etc/nginx/nginx.conf. За изход: exit.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2153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A3A5C"/>
                </a:solidFill>
              </a:rPr>
              <a:t>Задача 4: Запазете nginx image като nginx_backup.tar. Изтрийте оригиналния. Заредете от backup-а.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69087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2E6DA4"/>
                </a:solidFill>
              </a:rPr>
              <a:t>Насока: docker save -o nginx_backup.tar nginx, docker rmi nginx, docker load -i nginx_backup.tar.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