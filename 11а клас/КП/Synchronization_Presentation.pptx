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020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8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36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0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20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2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24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01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17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89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3595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52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02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80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56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1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022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Синхронизация на нишки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000" dirty="0" err="1"/>
              <a:t>Въведение</a:t>
            </a:r>
            <a:r>
              <a:rPr sz="4000" dirty="0"/>
              <a:t> в </a:t>
            </a:r>
            <a:r>
              <a:rPr sz="4000" dirty="0" err="1"/>
              <a:t>проблемите</a:t>
            </a:r>
            <a:r>
              <a:rPr sz="4000" dirty="0"/>
              <a:t> и </a:t>
            </a:r>
            <a:r>
              <a:rPr sz="4000" dirty="0" err="1"/>
              <a:t>решенията</a:t>
            </a:r>
            <a:r>
              <a:rPr sz="4000" dirty="0"/>
              <a:t> </a:t>
            </a:r>
            <a:r>
              <a:rPr sz="4000" dirty="0" err="1"/>
              <a:t>при</a:t>
            </a:r>
            <a:r>
              <a:rPr sz="4000" dirty="0"/>
              <a:t> </a:t>
            </a:r>
            <a:r>
              <a:rPr sz="4000" dirty="0" err="1"/>
              <a:t>работа</a:t>
            </a:r>
            <a:r>
              <a:rPr sz="4000" dirty="0"/>
              <a:t> с </a:t>
            </a:r>
            <a:r>
              <a:rPr sz="4000" dirty="0" err="1"/>
              <a:t>нишки</a:t>
            </a:r>
            <a:r>
              <a:rPr sz="4000" dirty="0"/>
              <a:t> в C#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Защо ни трябва синхронизация?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7833700" cy="4195481"/>
          </a:xfrm>
        </p:spPr>
        <p:txBody>
          <a:bodyPr/>
          <a:lstStyle/>
          <a:p>
            <a:r>
              <a:rPr dirty="0"/>
              <a:t>- </a:t>
            </a:r>
            <a:r>
              <a:rPr sz="3600" dirty="0" err="1"/>
              <a:t>Нишките</a:t>
            </a:r>
            <a:r>
              <a:rPr sz="3600" dirty="0"/>
              <a:t> </a:t>
            </a:r>
            <a:r>
              <a:rPr sz="3600" dirty="0" err="1"/>
              <a:t>се</a:t>
            </a:r>
            <a:r>
              <a:rPr sz="3600" dirty="0"/>
              <a:t> </a:t>
            </a:r>
            <a:r>
              <a:rPr sz="3600" dirty="0" err="1"/>
              <a:t>изпълняват</a:t>
            </a:r>
            <a:r>
              <a:rPr sz="3600" dirty="0"/>
              <a:t> в </a:t>
            </a:r>
            <a:r>
              <a:rPr sz="3600" dirty="0" err="1"/>
              <a:t>непредсказуем</a:t>
            </a:r>
            <a:r>
              <a:rPr sz="3600" dirty="0"/>
              <a:t> </a:t>
            </a:r>
            <a:r>
              <a:rPr sz="3600" dirty="0" err="1"/>
              <a:t>ред</a:t>
            </a:r>
            <a:endParaRPr sz="3600" dirty="0"/>
          </a:p>
          <a:p>
            <a:r>
              <a:rPr sz="3600" dirty="0"/>
              <a:t>- </a:t>
            </a:r>
            <a:r>
              <a:rPr sz="3600" dirty="0" err="1"/>
              <a:t>Споделят</a:t>
            </a:r>
            <a:r>
              <a:rPr sz="3600" dirty="0"/>
              <a:t> </a:t>
            </a:r>
            <a:r>
              <a:rPr sz="3600" dirty="0" err="1"/>
              <a:t>общи</a:t>
            </a:r>
            <a:r>
              <a:rPr sz="3600" dirty="0"/>
              <a:t> </a:t>
            </a:r>
            <a:r>
              <a:rPr sz="3600" dirty="0" err="1"/>
              <a:t>ресурси</a:t>
            </a:r>
            <a:endParaRPr sz="3600" dirty="0"/>
          </a:p>
          <a:p>
            <a:r>
              <a:rPr sz="3600" dirty="0"/>
              <a:t>- </a:t>
            </a:r>
            <a:r>
              <a:rPr sz="3600" dirty="0" err="1"/>
              <a:t>Без</a:t>
            </a:r>
            <a:r>
              <a:rPr sz="3600" dirty="0"/>
              <a:t> </a:t>
            </a:r>
            <a:r>
              <a:rPr sz="3600" dirty="0" err="1"/>
              <a:t>синхронизация</a:t>
            </a:r>
            <a:r>
              <a:rPr sz="3600" dirty="0"/>
              <a:t>: </a:t>
            </a:r>
            <a:r>
              <a:rPr sz="3600" dirty="0" err="1"/>
              <a:t>неочаквани</a:t>
            </a:r>
            <a:r>
              <a:rPr sz="3600" dirty="0"/>
              <a:t> </a:t>
            </a:r>
            <a:r>
              <a:rPr sz="3600" dirty="0" err="1"/>
              <a:t>резултати</a:t>
            </a:r>
            <a:endParaRPr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Основни проблеми при нишки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sz="3600" dirty="0"/>
              <a:t>Race condition (</a:t>
            </a:r>
            <a:r>
              <a:rPr sz="3600" dirty="0" err="1"/>
              <a:t>състояние</a:t>
            </a:r>
            <a:r>
              <a:rPr sz="3600" dirty="0"/>
              <a:t> </a:t>
            </a:r>
            <a:r>
              <a:rPr sz="3600" dirty="0" err="1"/>
              <a:t>на</a:t>
            </a:r>
            <a:r>
              <a:rPr sz="3600" dirty="0"/>
              <a:t> </a:t>
            </a:r>
            <a:r>
              <a:rPr sz="3600" dirty="0" err="1"/>
              <a:t>гонка</a:t>
            </a:r>
            <a:r>
              <a:rPr sz="3600" dirty="0"/>
              <a:t>)</a:t>
            </a:r>
          </a:p>
          <a:p>
            <a:r>
              <a:rPr sz="3600" dirty="0"/>
              <a:t>- Deadlock (</a:t>
            </a:r>
            <a:r>
              <a:rPr sz="3600" dirty="0" err="1"/>
              <a:t>мъртва</a:t>
            </a:r>
            <a:r>
              <a:rPr sz="3600" dirty="0"/>
              <a:t> </a:t>
            </a:r>
            <a:r>
              <a:rPr sz="3600" dirty="0" err="1"/>
              <a:t>хватка</a:t>
            </a:r>
            <a:r>
              <a:rPr sz="3600" dirty="0"/>
              <a:t>)</a:t>
            </a:r>
          </a:p>
          <a:p>
            <a:r>
              <a:rPr sz="3600" dirty="0"/>
              <a:t>- </a:t>
            </a:r>
            <a:r>
              <a:rPr sz="3600" dirty="0" err="1"/>
              <a:t>Livelock</a:t>
            </a:r>
            <a:r>
              <a:rPr sz="3600" dirty="0"/>
              <a:t> (</a:t>
            </a:r>
            <a:r>
              <a:rPr sz="3600" dirty="0" err="1"/>
              <a:t>жива</a:t>
            </a:r>
            <a:r>
              <a:rPr sz="3600" dirty="0"/>
              <a:t> </a:t>
            </a:r>
            <a:r>
              <a:rPr sz="3600" dirty="0" err="1"/>
              <a:t>хватка</a:t>
            </a:r>
            <a:r>
              <a:rPr sz="3600" dirty="0"/>
              <a:t>)</a:t>
            </a:r>
          </a:p>
          <a:p>
            <a:r>
              <a:rPr sz="3600" dirty="0"/>
              <a:t>- Starvation (</a:t>
            </a:r>
            <a:r>
              <a:rPr sz="3600" dirty="0" err="1"/>
              <a:t>гладуване</a:t>
            </a:r>
            <a:r>
              <a:rPr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Race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1299391"/>
            <a:ext cx="8070767" cy="4195481"/>
          </a:xfrm>
        </p:spPr>
        <p:txBody>
          <a:bodyPr>
            <a:noAutofit/>
          </a:bodyPr>
          <a:lstStyle/>
          <a:p>
            <a:r>
              <a:rPr sz="3600" dirty="0"/>
              <a:t>- </a:t>
            </a:r>
            <a:r>
              <a:rPr sz="3600" dirty="0" err="1"/>
              <a:t>Няколко</a:t>
            </a:r>
            <a:r>
              <a:rPr sz="3600" dirty="0"/>
              <a:t> </a:t>
            </a:r>
            <a:r>
              <a:rPr sz="3600" dirty="0" err="1"/>
              <a:t>нишки</a:t>
            </a:r>
            <a:r>
              <a:rPr sz="3600" dirty="0"/>
              <a:t> </a:t>
            </a:r>
            <a:r>
              <a:rPr sz="3600" dirty="0" err="1"/>
              <a:t>едновременно</a:t>
            </a:r>
            <a:r>
              <a:rPr sz="3600" dirty="0"/>
              <a:t> </a:t>
            </a:r>
            <a:r>
              <a:rPr sz="3600" dirty="0" err="1"/>
              <a:t>променят</a:t>
            </a:r>
            <a:r>
              <a:rPr sz="3600" dirty="0"/>
              <a:t> </a:t>
            </a:r>
            <a:r>
              <a:rPr sz="3600" dirty="0" err="1"/>
              <a:t>общ</a:t>
            </a:r>
            <a:r>
              <a:rPr sz="3600" dirty="0"/>
              <a:t> </a:t>
            </a:r>
            <a:r>
              <a:rPr sz="3600" dirty="0" err="1"/>
              <a:t>ресурс</a:t>
            </a:r>
            <a:endParaRPr sz="3600" dirty="0"/>
          </a:p>
          <a:p>
            <a:r>
              <a:rPr sz="3600" dirty="0"/>
              <a:t>- </a:t>
            </a:r>
            <a:r>
              <a:rPr sz="3600" dirty="0" err="1"/>
              <a:t>Резултатът</a:t>
            </a:r>
            <a:r>
              <a:rPr sz="3600" dirty="0"/>
              <a:t> </a:t>
            </a:r>
            <a:r>
              <a:rPr sz="3600" dirty="0" err="1"/>
              <a:t>зависи</a:t>
            </a:r>
            <a:r>
              <a:rPr sz="3600" dirty="0"/>
              <a:t> </a:t>
            </a:r>
            <a:r>
              <a:rPr sz="3600" dirty="0" err="1"/>
              <a:t>от</a:t>
            </a:r>
            <a:r>
              <a:rPr sz="3600" dirty="0"/>
              <a:t> </a:t>
            </a:r>
            <a:r>
              <a:rPr sz="3600" dirty="0" err="1"/>
              <a:t>реда</a:t>
            </a:r>
            <a:r>
              <a:rPr sz="3600" dirty="0"/>
              <a:t> </a:t>
            </a:r>
            <a:r>
              <a:rPr sz="3600" dirty="0" err="1"/>
              <a:t>на</a:t>
            </a:r>
            <a:r>
              <a:rPr sz="3600" dirty="0"/>
              <a:t> </a:t>
            </a:r>
            <a:r>
              <a:rPr sz="3600" dirty="0" err="1"/>
              <a:t>изпълнение</a:t>
            </a:r>
            <a:endParaRPr sz="3600" dirty="0"/>
          </a:p>
          <a:p>
            <a:r>
              <a:rPr sz="3600" dirty="0"/>
              <a:t>- </a:t>
            </a:r>
            <a:r>
              <a:rPr sz="3600" dirty="0" err="1"/>
              <a:t>Пример</a:t>
            </a:r>
            <a:r>
              <a:rPr sz="3600" dirty="0"/>
              <a:t>: Count++ и Count-- в </a:t>
            </a:r>
            <a:r>
              <a:rPr sz="3600" dirty="0" err="1"/>
              <a:t>много</a:t>
            </a:r>
            <a:r>
              <a:rPr sz="3600" dirty="0"/>
              <a:t> </a:t>
            </a:r>
            <a:r>
              <a:rPr sz="3600" dirty="0" err="1"/>
              <a:t>нишки</a:t>
            </a:r>
            <a:endParaRPr sz="3600" dirty="0"/>
          </a:p>
          <a:p>
            <a:r>
              <a:rPr sz="3600" dirty="0"/>
              <a:t>- </a:t>
            </a:r>
            <a:r>
              <a:rPr sz="3600" dirty="0" err="1"/>
              <a:t>Решение</a:t>
            </a:r>
            <a:r>
              <a:rPr sz="3600" dirty="0"/>
              <a:t>: lock, Interlocked, Monitor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Deadlock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152983"/>
            <a:ext cx="8326560" cy="4195481"/>
          </a:xfrm>
        </p:spPr>
        <p:txBody>
          <a:bodyPr>
            <a:noAutofit/>
          </a:bodyPr>
          <a:lstStyle/>
          <a:p>
            <a:r>
              <a:rPr sz="3600" dirty="0"/>
              <a:t>- </a:t>
            </a:r>
            <a:r>
              <a:rPr sz="3600" dirty="0" err="1"/>
              <a:t>Две</a:t>
            </a:r>
            <a:r>
              <a:rPr sz="3600" dirty="0"/>
              <a:t> </a:t>
            </a:r>
            <a:r>
              <a:rPr sz="3600" dirty="0" err="1"/>
              <a:t>нишки</a:t>
            </a:r>
            <a:r>
              <a:rPr sz="3600" dirty="0"/>
              <a:t> </a:t>
            </a:r>
            <a:r>
              <a:rPr sz="3600" dirty="0" err="1"/>
              <a:t>взаимно</a:t>
            </a:r>
            <a:r>
              <a:rPr sz="3600" dirty="0"/>
              <a:t> </a:t>
            </a:r>
            <a:r>
              <a:rPr sz="3600" dirty="0" err="1"/>
              <a:t>се</a:t>
            </a:r>
            <a:r>
              <a:rPr sz="3600" dirty="0"/>
              <a:t> </a:t>
            </a:r>
            <a:r>
              <a:rPr sz="3600" dirty="0" err="1"/>
              <a:t>чакат</a:t>
            </a:r>
            <a:r>
              <a:rPr sz="3600" dirty="0"/>
              <a:t> </a:t>
            </a:r>
            <a:r>
              <a:rPr sz="3600" dirty="0" err="1"/>
              <a:t>за</a:t>
            </a:r>
            <a:r>
              <a:rPr sz="3600" dirty="0"/>
              <a:t> </a:t>
            </a:r>
            <a:r>
              <a:rPr sz="3600" dirty="0" err="1"/>
              <a:t>ресурси</a:t>
            </a:r>
            <a:endParaRPr sz="3600" dirty="0"/>
          </a:p>
          <a:p>
            <a:r>
              <a:rPr sz="3600" dirty="0"/>
              <a:t>- </a:t>
            </a:r>
            <a:r>
              <a:rPr sz="3600" dirty="0" err="1"/>
              <a:t>Никоя</a:t>
            </a:r>
            <a:r>
              <a:rPr sz="3600" dirty="0"/>
              <a:t> </a:t>
            </a:r>
            <a:r>
              <a:rPr sz="3600" dirty="0" err="1"/>
              <a:t>не</a:t>
            </a:r>
            <a:r>
              <a:rPr sz="3600" dirty="0"/>
              <a:t> </a:t>
            </a:r>
            <a:r>
              <a:rPr sz="3600" dirty="0" err="1"/>
              <a:t>може</a:t>
            </a:r>
            <a:r>
              <a:rPr sz="3600" dirty="0"/>
              <a:t> </a:t>
            </a:r>
            <a:r>
              <a:rPr sz="3600" dirty="0" err="1"/>
              <a:t>да</a:t>
            </a:r>
            <a:r>
              <a:rPr sz="3600" dirty="0"/>
              <a:t> </a:t>
            </a:r>
            <a:r>
              <a:rPr sz="3600" dirty="0" err="1"/>
              <a:t>продължи</a:t>
            </a:r>
            <a:endParaRPr sz="3600" dirty="0"/>
          </a:p>
          <a:p>
            <a:r>
              <a:rPr sz="3600" dirty="0"/>
              <a:t>- </a:t>
            </a:r>
            <a:r>
              <a:rPr sz="3600" dirty="0" err="1"/>
              <a:t>Пример</a:t>
            </a:r>
            <a:r>
              <a:rPr sz="3600" dirty="0"/>
              <a:t>: </a:t>
            </a:r>
            <a:r>
              <a:rPr sz="3600" dirty="0" err="1"/>
              <a:t>нишка</a:t>
            </a:r>
            <a:r>
              <a:rPr sz="3600" dirty="0"/>
              <a:t> А </a:t>
            </a:r>
            <a:r>
              <a:rPr sz="3600" dirty="0" err="1"/>
              <a:t>държи</a:t>
            </a:r>
            <a:r>
              <a:rPr sz="3600" dirty="0"/>
              <a:t> </a:t>
            </a:r>
            <a:r>
              <a:rPr sz="3600" dirty="0" err="1"/>
              <a:t>ресурс</a:t>
            </a:r>
            <a:r>
              <a:rPr sz="3600" dirty="0"/>
              <a:t> 1, </a:t>
            </a:r>
            <a:r>
              <a:rPr sz="3600" dirty="0" err="1"/>
              <a:t>чака</a:t>
            </a:r>
            <a:r>
              <a:rPr sz="3600" dirty="0"/>
              <a:t> </a:t>
            </a:r>
            <a:r>
              <a:rPr sz="3600" dirty="0" err="1"/>
              <a:t>ресурс</a:t>
            </a:r>
            <a:r>
              <a:rPr sz="3600" dirty="0"/>
              <a:t> 2; </a:t>
            </a:r>
            <a:r>
              <a:rPr sz="3600" dirty="0" err="1"/>
              <a:t>нишка</a:t>
            </a:r>
            <a:r>
              <a:rPr sz="3600" dirty="0"/>
              <a:t> B </a:t>
            </a:r>
            <a:r>
              <a:rPr sz="3600" dirty="0" err="1"/>
              <a:t>държи</a:t>
            </a:r>
            <a:r>
              <a:rPr sz="3600" dirty="0"/>
              <a:t> </a:t>
            </a:r>
            <a:r>
              <a:rPr sz="3600" dirty="0" err="1"/>
              <a:t>ресурс</a:t>
            </a:r>
            <a:r>
              <a:rPr sz="3600" dirty="0"/>
              <a:t> 2, </a:t>
            </a:r>
            <a:r>
              <a:rPr sz="3600" dirty="0" err="1"/>
              <a:t>чака</a:t>
            </a:r>
            <a:r>
              <a:rPr sz="3600" dirty="0"/>
              <a:t> </a:t>
            </a:r>
            <a:r>
              <a:rPr sz="3600" dirty="0" err="1"/>
              <a:t>ресурс</a:t>
            </a:r>
            <a:r>
              <a:rPr sz="3600" dirty="0"/>
              <a:t> 1</a:t>
            </a:r>
          </a:p>
          <a:p>
            <a:r>
              <a:rPr sz="3600" dirty="0"/>
              <a:t>- </a:t>
            </a:r>
            <a:r>
              <a:rPr sz="3600" dirty="0" err="1"/>
              <a:t>Решение</a:t>
            </a:r>
            <a:r>
              <a:rPr sz="3600" dirty="0"/>
              <a:t>: </a:t>
            </a:r>
            <a:r>
              <a:rPr sz="3600" dirty="0" err="1"/>
              <a:t>фиксиран</a:t>
            </a:r>
            <a:r>
              <a:rPr sz="3600" dirty="0"/>
              <a:t> </a:t>
            </a:r>
            <a:r>
              <a:rPr sz="3600" dirty="0" err="1"/>
              <a:t>ред</a:t>
            </a:r>
            <a:r>
              <a:rPr sz="3600" dirty="0"/>
              <a:t> </a:t>
            </a:r>
            <a:r>
              <a:rPr sz="3600" dirty="0" err="1"/>
              <a:t>на</a:t>
            </a:r>
            <a:r>
              <a:rPr sz="3600" dirty="0"/>
              <a:t> </a:t>
            </a:r>
            <a:r>
              <a:rPr sz="3600" dirty="0" err="1"/>
              <a:t>заключване</a:t>
            </a:r>
            <a:endParaRPr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140041"/>
            <a:ext cx="8036900" cy="4195481"/>
          </a:xfrm>
        </p:spPr>
        <p:txBody>
          <a:bodyPr>
            <a:noAutofit/>
          </a:bodyPr>
          <a:lstStyle/>
          <a:p>
            <a:r>
              <a:rPr sz="3600" dirty="0"/>
              <a:t>- </a:t>
            </a:r>
            <a:r>
              <a:rPr sz="3600" dirty="0" err="1"/>
              <a:t>Нишките</a:t>
            </a:r>
            <a:r>
              <a:rPr sz="3600" dirty="0"/>
              <a:t> "</a:t>
            </a:r>
            <a:r>
              <a:rPr sz="3600" dirty="0" err="1"/>
              <a:t>работят</a:t>
            </a:r>
            <a:r>
              <a:rPr sz="3600" dirty="0"/>
              <a:t>", </a:t>
            </a:r>
            <a:r>
              <a:rPr sz="3600" dirty="0" err="1"/>
              <a:t>но</a:t>
            </a:r>
            <a:r>
              <a:rPr sz="3600" dirty="0"/>
              <a:t> </a:t>
            </a:r>
            <a:r>
              <a:rPr sz="3600" dirty="0" err="1"/>
              <a:t>без</a:t>
            </a:r>
            <a:r>
              <a:rPr sz="3600" dirty="0"/>
              <a:t> </a:t>
            </a:r>
            <a:r>
              <a:rPr sz="3600" dirty="0" err="1"/>
              <a:t>напредък</a:t>
            </a:r>
            <a:endParaRPr sz="3600" dirty="0"/>
          </a:p>
          <a:p>
            <a:r>
              <a:rPr sz="3600" dirty="0"/>
              <a:t>- </a:t>
            </a:r>
            <a:r>
              <a:rPr sz="3600" dirty="0" err="1"/>
              <a:t>Опитват</a:t>
            </a:r>
            <a:r>
              <a:rPr sz="3600" dirty="0"/>
              <a:t> </a:t>
            </a:r>
            <a:r>
              <a:rPr sz="3600" dirty="0" err="1"/>
              <a:t>се</a:t>
            </a:r>
            <a:r>
              <a:rPr sz="3600" dirty="0"/>
              <a:t> </a:t>
            </a:r>
            <a:r>
              <a:rPr sz="3600" dirty="0" err="1"/>
              <a:t>да</a:t>
            </a:r>
            <a:r>
              <a:rPr sz="3600" dirty="0"/>
              <a:t> </a:t>
            </a:r>
            <a:r>
              <a:rPr sz="3600" dirty="0" err="1"/>
              <a:t>се</a:t>
            </a:r>
            <a:r>
              <a:rPr sz="3600" dirty="0"/>
              <a:t> </a:t>
            </a:r>
            <a:r>
              <a:rPr sz="3600" dirty="0" err="1"/>
              <a:t>избегнат</a:t>
            </a:r>
            <a:r>
              <a:rPr sz="3600" dirty="0"/>
              <a:t> </a:t>
            </a:r>
            <a:r>
              <a:rPr sz="3600" dirty="0" err="1"/>
              <a:t>взаимно</a:t>
            </a:r>
            <a:endParaRPr sz="3600" dirty="0"/>
          </a:p>
          <a:p>
            <a:r>
              <a:rPr sz="3600" dirty="0"/>
              <a:t>- </a:t>
            </a:r>
            <a:r>
              <a:rPr sz="3600" dirty="0" err="1"/>
              <a:t>Например</a:t>
            </a:r>
            <a:r>
              <a:rPr sz="3600" dirty="0"/>
              <a:t>: </a:t>
            </a:r>
            <a:r>
              <a:rPr sz="3600" dirty="0" err="1"/>
              <a:t>постоянно</a:t>
            </a:r>
            <a:r>
              <a:rPr sz="3600" dirty="0"/>
              <a:t> </a:t>
            </a:r>
            <a:r>
              <a:rPr sz="3600" dirty="0" err="1"/>
              <a:t>освобождават</a:t>
            </a:r>
            <a:r>
              <a:rPr sz="3600" dirty="0"/>
              <a:t> </a:t>
            </a:r>
            <a:r>
              <a:rPr sz="3600" dirty="0" err="1"/>
              <a:t>ресурси</a:t>
            </a:r>
            <a:r>
              <a:rPr sz="3600" dirty="0"/>
              <a:t> </a:t>
            </a:r>
            <a:r>
              <a:rPr sz="3600" dirty="0" err="1"/>
              <a:t>взаимно</a:t>
            </a:r>
            <a:endParaRPr sz="3600" dirty="0"/>
          </a:p>
          <a:p>
            <a:r>
              <a:rPr sz="3600" dirty="0"/>
              <a:t>- </a:t>
            </a:r>
            <a:r>
              <a:rPr sz="3600" dirty="0" err="1"/>
              <a:t>Решение</a:t>
            </a:r>
            <a:r>
              <a:rPr sz="3600" dirty="0"/>
              <a:t>: </a:t>
            </a:r>
            <a:r>
              <a:rPr sz="3600" dirty="0" err="1"/>
              <a:t>контролиране</a:t>
            </a:r>
            <a:r>
              <a:rPr sz="3600" dirty="0"/>
              <a:t> </a:t>
            </a:r>
            <a:r>
              <a:rPr sz="3600" dirty="0" err="1"/>
              <a:t>на</a:t>
            </a:r>
            <a:r>
              <a:rPr sz="3600" dirty="0"/>
              <a:t> </a:t>
            </a:r>
            <a:r>
              <a:rPr sz="3600" dirty="0" err="1"/>
              <a:t>повторни</a:t>
            </a:r>
            <a:r>
              <a:rPr sz="3600" dirty="0"/>
              <a:t> </a:t>
            </a:r>
            <a:r>
              <a:rPr sz="3600" dirty="0" err="1"/>
              <a:t>опити</a:t>
            </a:r>
            <a:endParaRPr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499" y="1248591"/>
            <a:ext cx="7537367" cy="4195481"/>
          </a:xfrm>
        </p:spPr>
        <p:txBody>
          <a:bodyPr>
            <a:normAutofit/>
          </a:bodyPr>
          <a:lstStyle/>
          <a:p>
            <a:r>
              <a:rPr sz="3600" dirty="0"/>
              <a:t>- </a:t>
            </a:r>
            <a:r>
              <a:rPr sz="3600" dirty="0" err="1"/>
              <a:t>Една</a:t>
            </a:r>
            <a:r>
              <a:rPr sz="3600" dirty="0"/>
              <a:t> </a:t>
            </a:r>
            <a:r>
              <a:rPr sz="3600" dirty="0" err="1"/>
              <a:t>нишка</a:t>
            </a:r>
            <a:r>
              <a:rPr sz="3600" dirty="0"/>
              <a:t> </a:t>
            </a:r>
            <a:r>
              <a:rPr sz="3600" dirty="0" err="1"/>
              <a:t>не</a:t>
            </a:r>
            <a:r>
              <a:rPr sz="3600" dirty="0"/>
              <a:t> </a:t>
            </a:r>
            <a:r>
              <a:rPr sz="3600" dirty="0" err="1"/>
              <a:t>получава</a:t>
            </a:r>
            <a:r>
              <a:rPr sz="3600" dirty="0"/>
              <a:t> </a:t>
            </a:r>
            <a:r>
              <a:rPr sz="3600" dirty="0" err="1"/>
              <a:t>ресурс</a:t>
            </a:r>
            <a:endParaRPr sz="3600" dirty="0"/>
          </a:p>
          <a:p>
            <a:r>
              <a:rPr sz="3600" dirty="0"/>
              <a:t>- </a:t>
            </a:r>
            <a:r>
              <a:rPr sz="3600" dirty="0" err="1"/>
              <a:t>Нишки</a:t>
            </a:r>
            <a:r>
              <a:rPr sz="3600" dirty="0"/>
              <a:t> с </a:t>
            </a:r>
            <a:r>
              <a:rPr sz="3600" dirty="0" err="1"/>
              <a:t>по-висок</a:t>
            </a:r>
            <a:r>
              <a:rPr sz="3600" dirty="0"/>
              <a:t> </a:t>
            </a:r>
            <a:r>
              <a:rPr sz="3600" dirty="0" err="1"/>
              <a:t>приоритет</a:t>
            </a:r>
            <a:r>
              <a:rPr sz="3600" dirty="0"/>
              <a:t> я </a:t>
            </a:r>
            <a:r>
              <a:rPr sz="3600" dirty="0" err="1"/>
              <a:t>изместват</a:t>
            </a:r>
            <a:endParaRPr sz="3600" dirty="0"/>
          </a:p>
          <a:p>
            <a:r>
              <a:rPr sz="3600" dirty="0"/>
              <a:t>- </a:t>
            </a:r>
            <a:r>
              <a:rPr sz="3600" dirty="0" err="1"/>
              <a:t>Решение</a:t>
            </a:r>
            <a:r>
              <a:rPr sz="3600" dirty="0"/>
              <a:t>: </a:t>
            </a:r>
            <a:r>
              <a:rPr sz="3600" dirty="0" err="1"/>
              <a:t>справедливо</a:t>
            </a:r>
            <a:r>
              <a:rPr sz="3600" dirty="0"/>
              <a:t> </a:t>
            </a:r>
            <a:r>
              <a:rPr sz="3600" dirty="0" err="1"/>
              <a:t>разпределение</a:t>
            </a:r>
            <a:r>
              <a:rPr sz="3600" dirty="0"/>
              <a:t> </a:t>
            </a:r>
            <a:r>
              <a:rPr sz="3600" dirty="0" err="1"/>
              <a:t>на</a:t>
            </a:r>
            <a:r>
              <a:rPr sz="3600" dirty="0"/>
              <a:t> </a:t>
            </a:r>
            <a:r>
              <a:rPr sz="3600" dirty="0" err="1"/>
              <a:t>ресурсите</a:t>
            </a:r>
            <a:endParaRPr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Методи за синхронизация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600" dirty="0"/>
              <a:t>- lock</a:t>
            </a:r>
          </a:p>
          <a:p>
            <a:r>
              <a:rPr sz="3600" dirty="0"/>
              <a:t>- Monitor</a:t>
            </a:r>
          </a:p>
          <a:p>
            <a:r>
              <a:rPr sz="3600" dirty="0"/>
              <a:t>- Interlocked</a:t>
            </a:r>
          </a:p>
          <a:p>
            <a:r>
              <a:rPr sz="3600" dirty="0"/>
              <a:t>- </a:t>
            </a:r>
            <a:r>
              <a:rPr sz="3600" dirty="0" err="1"/>
              <a:t>Mutex</a:t>
            </a:r>
            <a:r>
              <a:rPr sz="3600" dirty="0"/>
              <a:t>, Semaphore</a:t>
            </a:r>
          </a:p>
          <a:p>
            <a:r>
              <a:rPr sz="3600" dirty="0"/>
              <a:t>- Task-</a:t>
            </a:r>
            <a:r>
              <a:rPr sz="3600" dirty="0" err="1"/>
              <a:t>базирани</a:t>
            </a:r>
            <a:r>
              <a:rPr sz="3600" dirty="0"/>
              <a:t> </a:t>
            </a:r>
            <a:r>
              <a:rPr sz="3600" dirty="0" err="1"/>
              <a:t>механизми</a:t>
            </a:r>
            <a:endParaRPr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212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Синхронизация на нишки</vt:lpstr>
      <vt:lpstr>Защо ни трябва синхронизация?</vt:lpstr>
      <vt:lpstr>Основни проблеми при нишки</vt:lpstr>
      <vt:lpstr>Race condition</vt:lpstr>
      <vt:lpstr>Deadlock</vt:lpstr>
      <vt:lpstr>Livelock</vt:lpstr>
      <vt:lpstr>Starvation</vt:lpstr>
      <vt:lpstr>Методи за синхронизация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Синхронизация на нишки</dc:title>
  <dc:subject/>
  <dc:creator/>
  <cp:keywords/>
  <dc:description>generated using python-pptx</dc:description>
  <cp:lastModifiedBy>Neli Nqgolova</cp:lastModifiedBy>
  <cp:revision>3</cp:revision>
  <dcterms:created xsi:type="dcterms:W3CDTF">2013-01-27T09:14:16Z</dcterms:created>
  <dcterms:modified xsi:type="dcterms:W3CDTF">2025-11-13T08:31:40Z</dcterms:modified>
  <cp:category/>
</cp:coreProperties>
</file>