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Попитайте дали някой е използвал VirtualBox или VMware. Обяснете аналогията: хипервайзорът е като 'мениджър на наемателите' в сграда. Всяка VM е отделен апартамент — пълно изолиране, но висок наем (ресурси).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Аналогия: ако VM е апартамент с отделна кухня, баня и стаи, контейнерът е стая под наем — споделя общите части (ядрото), но всяка стая е обзаведена по свой начин. Подчертайте ключовата разлика: контейнерите НЕ зареждат отделна ОС.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Нарисувайте на дъската диаграма: Физически хардуер → Hypervisor → [VM1: ОС + App] [VM2: ОС + App] vs Физически хардуер → ОС → Docker Engine → [Container1: App] [Container2: App]. Въпрос към класа: В кой случай бихте избрали VM пред контейнер?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Аналогия за Docker Hub: представете си го като App Store, но за готови контейнеризирани приложения. Всяко 'приложение' там е image, което можете да изтеглите с docker pull. Покажете https://hub.docker.com на проектора и разгледайте популярни images: nginx, mysql, python, node.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CI/CD = Continuous Integration / Continuous Delivery. Обяснете потока: разработчикът прави push → GitHub Actions автоматично изгражда Docker image → пуска тестове → ако минат, деплойва в продукция. Kubernetes е по-напреднала тема — само споменете, не навлизайте.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Прочетете Dockerfile ред по ред с класа. FROM — базов image. RUN — изпълнява команди при build. COPY — копира файлове. EXPOSE — декларира порт. CMD — командата при стартиране. Подчертайте: Dockerfile = рецепта. Image = торта по рецептата. Container = изядената торта.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88952" cy="109728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274320"/>
            <a:ext cx="2011680" cy="54864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Раздел 8  •  Урок 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Виртуализация и контейнери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D0E8F8"/>
                </a:solidFill>
                <a:latin typeface="Calibri"/>
              </a:rPr>
              <a:t>Използване на Docker и DevOps инструменти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B8D8"/>
                </a:solidFill>
                <a:latin typeface="Calibri"/>
              </a:rPr>
              <a:t>11А клас  |  Конкурентно програмиране  |  Раздел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11795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Какво е виртуализация?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Позволява инсталирането на множество ОС върху една физическа машина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19072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Всяка виртуална машина (VM) работи изолирано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9424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Управлява се от Hypervisor (напр. VMware, VirtualBox, Hyper-V)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79776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Hypervisor разпределя CPU, RAM и дисково пространство между VM-овете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310128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VM-овете са бавни за стартиране — зареждат пълна ОС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Примери: VMware Workstation, Oracle VirtualBox, Microsoft Hyper-V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11795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Какво е контейнеризация?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Виртуализация на ниво операционна система (не на ниво хардуер)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19072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Контейнерът използва ядрото (kernel) на основната ОС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9424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Създава изолирано потребителско пространство (user space)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79776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Много по-лек и бърз от VM — стартира за секунди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1012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Всеки контейнер има собствени библиотеки и зависимости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Контейнерите са изолирани помежду си — процесите не се виждат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37083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Идеален за микросервизна архитектура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11795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VM vs Контейнер — сравнение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Виртуална машина: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19072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Включва пълна гост-ОС (Guest OS)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9424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Изолиране на ниво хардуер чрез Hypervisor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79776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Стартира за минути, заема GB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310128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Контейнер: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Споделя ядрото на основната ОС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70832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Изолиране чрез namespace и cgroups на Linux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901184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Стартира за секунди, заема MB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431536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Приложение: контейнерите са предпочитани за DevOps и облачни среди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11795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Какво е Docker?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Най-популярната платформа за контейнеризация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1907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Позволява: разработка, доставка и изпълнение на приложения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9424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Отделя приложението от инфраструктурата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79776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Програмистите не се тревожат за версии на библиотеки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310128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Компоненти на Docker: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Docker Engine — ядрото на платформата (daemon + CLI)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70832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Docker Hub — облачно хранилище за images (като GitHub за код)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901184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Dockerfile — файл с инструкции за изграждане на image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431536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Docker Compose — управление на много контейнери заедно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11795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DevOps инструменти около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Docker Compose — стартира множество контейнери с един файл (docker-compose.yml)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1907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Kubernetes (K8s) — оркестрация на контейнери в продукция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9424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Автоматично мащабиране, балансиране на натоварване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79776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CI/CD пайплайни: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1012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GitHub Actions — автоматично build и deploy при push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Jenkins — сървър за автоматизация на тестване и деплойване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70832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GitLab CI/CD — вграден в GitLab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901184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Container Registry — хранилище за Docker images (Docker Hub, GHCR, ECR)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11795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Dockerfile — инструкции за изграждане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1097280"/>
            <a:ext cx="6675120" cy="55778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40680" y="1234440"/>
            <a:ext cx="6400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Базов image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FROM python:3.11-slim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Работна директория в контейнера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WORKDIR /app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Копираме изискванията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COPY requirements.txt .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Инсталираме зависимостите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RUN pip install -r requirements.txt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Копираме кода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COPY . .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Отваряме порт 5000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EXPOSE 5000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Стартираме приложението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CMD ["python", "app.py"]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1795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Задачи за упражнение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3A5C"/>
                </a:solidFill>
              </a:rPr>
              <a:t>Задача 1: Намерете разликата между VM и контейнер — изброй 3 разлики по отношение на ресурси, скорост и изолиране.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1848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2E6DA4"/>
                </a:solidFill>
              </a:rPr>
              <a:t>Насока: Помислете: VM зарежда цяла ОС, контейнерът — само процес. Сравнете RAM и дисково пространство.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671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3A5C"/>
                </a:solidFill>
              </a:rPr>
              <a:t>Задача 2: Влезте в https://hub.docker.com и намерете официалния image на MySQL. Каква версия е latest?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42616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2E6DA4"/>
                </a:solidFill>
              </a:rPr>
              <a:t>Насока: На hub.docker.com потърсете 'mysql' и проверете Tags → latest.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19125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3A5C"/>
                </a:solidFill>
              </a:rPr>
              <a:t>Задача 3: Напишете Dockerfile за просто Python приложение, което отпечатва 'Здравей, Docker!'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66744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2E6DA4"/>
                </a:solidFill>
              </a:rPr>
              <a:t>Насока: Използвайте: FROM python:3.11-slim, COPY, RUN pip install, CMD. Файлът ви е само 4-5 реда.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2153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3A5C"/>
                </a:solidFill>
              </a:rPr>
              <a:t>Задача 4: Изследвайте: Какво е Docker Compose? Кога се използва вместо единичен docker run?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9087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2E6DA4"/>
                </a:solidFill>
              </a:rPr>
              <a:t>Насока: Потърсете 'docker-compose.yml example' — типично съдържа services, image, ports, environment.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