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410" y="1792951"/>
            <a:ext cx="9651957" cy="3876328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/>
              <a:t>НИШКИ</a:t>
            </a:r>
            <a:r>
              <a:rPr lang="ru-RU" b="1" dirty="0"/>
              <a:t>. СЪЗДАВАНЕ И УПРАВЛЕНИЕ НА </a:t>
            </a:r>
            <a:br>
              <a:rPr lang="ru-RU" b="1" dirty="0"/>
            </a:br>
            <a:r>
              <a:rPr lang="bg-BG" b="1" dirty="0"/>
              <a:t>НИШКИ. 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299423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b="1" dirty="0"/>
              <a:t>Връзка между процес и нишка</a:t>
            </a:r>
            <a:br>
              <a:rPr lang="bg-BG" b="1" dirty="0"/>
            </a:br>
            <a:r>
              <a:rPr lang="bg-BG" dirty="0"/>
              <a:t>Процесът съдържа един или повече нишки.</a:t>
            </a:r>
            <a:br>
              <a:rPr lang="bg-BG" dirty="0"/>
            </a:br>
            <a:r>
              <a:rPr lang="bg-BG" dirty="0"/>
              <a:t>Процесът има своя виртуална памет, от която всички нишки споделят ресурсите.</a:t>
            </a:r>
            <a:br>
              <a:rPr lang="bg-BG" dirty="0"/>
            </a:br>
            <a:r>
              <a:rPr lang="bg-BG" dirty="0"/>
              <a:t>Когато </a:t>
            </a:r>
            <a:r>
              <a:rPr lang="bg-BG" b="1" dirty="0"/>
              <a:t>всички </a:t>
            </a:r>
            <a:r>
              <a:rPr lang="en-US" b="1" dirty="0"/>
              <a:t>foreground </a:t>
            </a:r>
            <a:r>
              <a:rPr lang="bg-BG" b="1" dirty="0"/>
              <a:t>нишки</a:t>
            </a:r>
            <a:r>
              <a:rPr lang="bg-BG" dirty="0"/>
              <a:t> приключат, процесът завършва — </a:t>
            </a:r>
            <a:r>
              <a:rPr lang="en-US" dirty="0"/>
              <a:t>background </a:t>
            </a:r>
            <a:r>
              <a:rPr lang="bg-BG" dirty="0"/>
              <a:t>нишките няма да държат процеса жив.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5703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592388" y="594380"/>
            <a:ext cx="8634854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Жизнен цикъл на нишките (общо)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Основни състояния (логически):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New / Created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нишката е създадена, но не е стартирана.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Runnable / Ready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готова е да се изпълнява (операционната система решава кога).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в момента се изпълнява на процесор.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Blocked / Waiting / Sleeping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чака ресурс/сигнал/таймаут (например lock, Wait, Sleep).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Terminated / Dead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приключила е изпълнението.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97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672437" y="729641"/>
            <a:ext cx="8610464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Какви видове нишки има?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Foreground (потребителски) нишки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задържат процеса жив, докато работят.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Background нишки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не спират процеса да приключи; ако процесът завърши, background нишките се прекъсват.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ThreadPool нишки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управлявани от .NET pool; краткотрайни задачи.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(управлявани от Task Parallel Library) — абстракция над нишките, улеснява паралелната работа и съвместимостта с async/await.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92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460568" y="704378"/>
            <a:ext cx="8877991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Синхронизация — защо и как?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Когато две нишки променят споделен ресурс едновременно, може да се получи </a:t>
            </a: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race condition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Инструменти: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lock (C#) / Monitor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Mutex / SemaphoreSlim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Interlocked операции за атомарни числа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volatile за видимост, но не за атомарност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BlockingCollection&lt;T&gt; — готов безопасен буфер (producer-consumer)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3447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</TotalTime>
  <Words>207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НИШКИ. СЪЗДАВАНЕ И УПРАВЛЕНИЕ НА  НИШКИ. </vt:lpstr>
      <vt:lpstr>Връзка между процес и нишка Процесът съдържа един или повече нишки. Процесът има своя виртуална памет, от която всички нишки споделят ресурсите. Когато всички foreground нишки приключат, процесът завършва — background нишките няма да държат процеса жив.</vt:lpstr>
      <vt:lpstr>Жизнен цикъл на нишките (общо) Основни състояния (логически): New / Created — нишката е създадена, но не е стартирана. Runnable / Ready — готова е да се изпълнява (операционната система решава кога). Running — в момента се изпълнява на процесор. Blocked / Waiting / Sleeping — чака ресурс/сигнал/таймаут (например lock, Wait, Sleep). Terminated / Dead — приключила е изпълнението. </vt:lpstr>
      <vt:lpstr>Какви видове нишки има? Foreground (потребителски) нишки — задържат процеса жив, докато работят. Background нишки — не спират процеса да приключи; ако процесът завърши, background нишките се прекъсват. ThreadPool нишки — управлявани от .NET pool; краткотрайни задачи. Tasks (управлявани от Task Parallel Library) — абстракция над нишките, улеснява паралелната работа и съвместимостта с async/await. </vt:lpstr>
      <vt:lpstr>Синхронизация — защо и как? Когато две нишки променят споделен ресурс едновременно, може да се получи race condition. Инструменти: lock (C#) / Monitor Mutex / SemaphoreSlim Interlocked операции за атомарни числа volatile за видимост, но не за атомарност BlockingCollection&lt;T&gt; — готов безопасен буфер (producer-consumer)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Neli Nqgolova</dc:creator>
  <cp:lastModifiedBy>Neli Nqgolova</cp:lastModifiedBy>
  <cp:revision>5</cp:revision>
  <dcterms:created xsi:type="dcterms:W3CDTF">2025-10-23T07:43:12Z</dcterms:created>
  <dcterms:modified xsi:type="dcterms:W3CDTF">2025-10-23T08:20:43Z</dcterms:modified>
</cp:coreProperties>
</file>