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357810"/>
            <a:ext cx="8825658" cy="4419572"/>
          </a:xfrm>
        </p:spPr>
        <p:txBody>
          <a:bodyPr/>
          <a:lstStyle/>
          <a:p>
            <a:pPr algn="ctr"/>
            <a:r>
              <a:rPr lang="bg-BG" sz="6000" b="1" dirty="0"/>
              <a:t>БЛОКИРАЩИ ОПЕРАЦИИ. ВИДОВЕ БЛОКИРАЩИ </a:t>
            </a:r>
            <a:br>
              <a:rPr lang="bg-BG" sz="6000" b="1" dirty="0"/>
            </a:br>
            <a:r>
              <a:rPr lang="bg-BG" sz="6000" b="1" dirty="0"/>
              <a:t>ОПЕРАЦИИ. </a:t>
            </a:r>
            <a:endParaRPr lang="bg-BG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6368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4978023"/>
          </a:xfrm>
        </p:spPr>
        <p:txBody>
          <a:bodyPr/>
          <a:lstStyle/>
          <a:p>
            <a:r>
              <a:rPr lang="ru-RU" b="1" dirty="0" smtClean="0"/>
              <a:t>                 </a:t>
            </a:r>
            <a:r>
              <a:rPr lang="ru-RU" b="1" u="sng" dirty="0" smtClean="0"/>
              <a:t>Определение: </a:t>
            </a:r>
            <a:br>
              <a:rPr lang="ru-RU" b="1" u="sng" dirty="0" smtClean="0"/>
            </a:br>
            <a:r>
              <a:rPr lang="ru-RU" b="1" u="sng" dirty="0" smtClean="0"/>
              <a:t>Блокираща </a:t>
            </a:r>
            <a:r>
              <a:rPr lang="ru-RU" b="1" u="sng" dirty="0"/>
              <a:t>операция </a:t>
            </a:r>
            <a:r>
              <a:rPr lang="ru-RU" b="1" dirty="0"/>
              <a:t>наричаме такава операция, 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която блокира продължението на изпълнение на програмата до приключване на съответната операция.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7404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u="sng" dirty="0"/>
              <a:t>1. Какви други видове блокиращи операции съществуват? </a:t>
            </a:r>
            <a:r>
              <a:rPr lang="ru-RU" b="1" u="sng" dirty="0" smtClean="0"/>
              <a:t/>
            </a:r>
            <a:br>
              <a:rPr lang="ru-RU" b="1" u="sng" dirty="0" smtClean="0"/>
            </a:br>
            <a:r>
              <a:rPr lang="ru-RU" b="1" dirty="0"/>
              <a:t/>
            </a:r>
            <a:br>
              <a:rPr lang="ru-RU" b="1" dirty="0"/>
            </a:br>
            <a:r>
              <a:rPr lang="ru-RU" b="1" dirty="0" smtClean="0"/>
              <a:t>-Прочитане/писане </a:t>
            </a:r>
            <a:r>
              <a:rPr lang="ru-RU" b="1" dirty="0"/>
              <a:t>на данни от/във файл 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-</a:t>
            </a:r>
            <a:r>
              <a:rPr lang="ru-RU" b="1" dirty="0"/>
              <a:t>Извършване на тежки или продължителни изчислителни операции 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-</a:t>
            </a:r>
            <a:r>
              <a:rPr lang="bg-BG" b="1" dirty="0"/>
              <a:t>Достъп до мрежови ресурси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54253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u="sng" dirty="0"/>
              <a:t>2. Как да направим така че програмата да не забива? </a:t>
            </a:r>
            <a:r>
              <a:rPr lang="ru-RU" b="1" u="sng" dirty="0" smtClean="0"/>
              <a:t/>
            </a:r>
            <a:br>
              <a:rPr lang="ru-RU" b="1" u="sng" dirty="0" smtClean="0"/>
            </a:br>
            <a:r>
              <a:rPr lang="ru-RU" b="1" u="sng" dirty="0"/>
              <a:t/>
            </a:r>
            <a:br>
              <a:rPr lang="ru-RU" b="1" u="sng" dirty="0"/>
            </a:br>
            <a:r>
              <a:rPr lang="ru-RU" b="1" dirty="0" smtClean="0"/>
              <a:t>-</a:t>
            </a:r>
            <a:r>
              <a:rPr lang="ru-RU" dirty="0"/>
              <a:t>Това става като прехвърлим дейността на програмата на отделни потоци от команди (нишки). </a:t>
            </a:r>
            <a:endParaRPr lang="bg-BG" u="sng" dirty="0"/>
          </a:p>
        </p:txBody>
      </p:sp>
    </p:spTree>
    <p:extLst>
      <p:ext uri="{BB962C8B-B14F-4D97-AF65-F5344CB8AC3E}">
        <p14:creationId xmlns:p14="http://schemas.microsoft.com/office/powerpoint/2010/main" val="192430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i="1" dirty="0"/>
              <a:t>1. По какъв начин приложението може да сигнализира потребителя, ако трябва да изчака изпълнението на блокираща операция? 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b="1" i="1" dirty="0"/>
              <a:t>2. Възможно ли е приложението да извърши определени операции във фонов режим? Дайте пример за софтуерни приложения, които работят и извършват операции на фонов режим.</a:t>
            </a:r>
            <a:endParaRPr lang="bg-BG" sz="3600" dirty="0"/>
          </a:p>
        </p:txBody>
      </p:sp>
    </p:spTree>
    <p:extLst>
      <p:ext uri="{BB962C8B-B14F-4D97-AF65-F5344CB8AC3E}">
        <p14:creationId xmlns:p14="http://schemas.microsoft.com/office/powerpoint/2010/main" val="775943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</TotalTime>
  <Words>49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БЛОКИРАЩИ ОПЕРАЦИИ. ВИДОВЕ БЛОКИРАЩИ  ОПЕРАЦИИ. </vt:lpstr>
      <vt:lpstr>                 Определение:  Блокираща операция наричаме такава операция,  която блокира продължението на изпълнение на програмата до приключване на съответната операция. </vt:lpstr>
      <vt:lpstr>1. Какви други видове блокиращи операции съществуват?   -Прочитане/писане на данни от/във файл  -Извършване на тежки или продължителни изчислителни операции  -Достъп до мрежови ресурси </vt:lpstr>
      <vt:lpstr>2. Как да направим така че програмата да не забива?   -Това става като прехвърлим дейността на програмата на отделни потоци от команди (нишки). </vt:lpstr>
      <vt:lpstr>1. По какъв начин приложението може да сигнализира потребителя, ако трябва да изчака изпълнението на блокираща операция?  2. Възможно ли е приложението да извърши определени операции във фонов режим? Дайте пример за софтуерни приложения, които работят и извършват операции на фонов режим.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БЛОКИРАЩИ ОПЕРАЦИИ. ВИДОВЕ БЛОКИРАЩИ  ОПЕРАЦИИ.</dc:title>
  <dc:creator>Neli Nqgolova</dc:creator>
  <cp:lastModifiedBy>Neli Nqgolova</cp:lastModifiedBy>
  <cp:revision>2</cp:revision>
  <dcterms:created xsi:type="dcterms:W3CDTF">2025-10-16T06:28:09Z</dcterms:created>
  <dcterms:modified xsi:type="dcterms:W3CDTF">2025-10-16T06:50:44Z</dcterms:modified>
</cp:coreProperties>
</file>