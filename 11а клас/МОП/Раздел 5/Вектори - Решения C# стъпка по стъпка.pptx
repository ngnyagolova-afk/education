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Вектори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6E4F0"/>
                </a:solidFill>
              </a:rPr>
              <a:t>Решения на четирите проекта — C# WinForms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743200"/>
            <a:ext cx="2651760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81635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175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Часовник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79" y="2743200"/>
            <a:ext cx="2651760" cy="10058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281635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0175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Трансформации на образ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743200"/>
            <a:ext cx="2651760" cy="1005840"/>
          </a:xfrm>
          <a:prstGeom prst="rect">
            <a:avLst/>
          </a:prstGeom>
          <a:solidFill>
            <a:srgbClr val="6C3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281635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175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Анимация на точки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2743200"/>
            <a:ext cx="265176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8" y="281635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0175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Билярд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43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E4F0"/>
                </a:solidFill>
              </a:rPr>
              <a:t>C#  |  WinForms  |  System.Drawing  |  System.Drawing.Drawing2D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Задача 1: Симулация на часовникови стрелки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5895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</a:rPr>
              <a:t>WinForms  |  Timer  |  OnPaint / Graphics  |  Math.Sin / Math.Cos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394960" cy="20116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Какво прави програмата?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92224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0"/>
                </a:solidFill>
              </a:rPr>
              <a:t>- Рисува циферблат с 60 делителни черти
- Анимира 3 стрелки в реално време (DateTime.Now)
- Пресмята крайната точка на всяка стрелка
  с Math.Cos / Math.Sin
- DoubleBuffered = true за плавна анимация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371600"/>
            <a:ext cx="6035040" cy="20116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4173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Математика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92224"/>
            <a:ext cx="5669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E4F0"/>
                </a:solidFill>
              </a:rPr>
              <a:t>endX = cx + length * Math.Cos(angleRad)
endY = cy + length * Math.Sin(angleRad)
angleRad = angleDeg * Math.PI / 180 - Math.PI/2
  (- PI/2 защото 0 = дясно, искаме 0 = горе)
Часова:   hour * 30 deg
Минутна:  minute * 6 deg
Секундна: second * 6 deg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20440"/>
            <a:ext cx="475488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3557016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A"/>
                </a:solidFill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" y="3520440"/>
            <a:ext cx="11091672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593592"/>
            <a:ext cx="109545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Създай Form с DoubleBuffered=true и Timer (Interval=50 ms)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059936"/>
            <a:ext cx="475488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4096512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A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" y="4059936"/>
            <a:ext cx="11091672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133088"/>
            <a:ext cx="109545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В конструктора: стартирай Timer; при Tick -&gt; this.Invalidate()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99432"/>
            <a:ext cx="475488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" y="4636008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A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" y="4599432"/>
            <a:ext cx="11091672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672584"/>
            <a:ext cx="109545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В OnPaint: g.Clear() -&gt; нарисувай окръжност и деления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138928"/>
            <a:ext cx="475488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5175504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A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" y="5138928"/>
            <a:ext cx="11091672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5212080"/>
            <a:ext cx="109545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Вземи DateTime.Now -&gt; изчисли ъглите на трите стрелки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678424"/>
            <a:ext cx="475488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" y="571500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A"/>
                </a:solidFill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7" y="5678424"/>
            <a:ext cx="11091672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751576"/>
            <a:ext cx="109545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Дефинирай DrawHand(g, angleDeg, length, color, width)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6217920"/>
            <a:ext cx="475488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" y="6254496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A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7" y="6217920"/>
            <a:ext cx="11091672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6291072"/>
            <a:ext cx="109545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В DrawHand: преобразувай ъгъла -&gt; (endX, endY) с cos/sin -&gt; g.DrawLine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6757416"/>
            <a:ext cx="475488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" y="6793992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A"/>
                </a:solidFill>
              </a:rPr>
              <a:t>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527" y="6757416"/>
            <a:ext cx="11091672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6830568"/>
            <a:ext cx="109545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Добави централна точка с g.FillEllipse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33A"/>
                </a:solidFill>
              </a:rPr>
              <a:t>Задача 1 — Пълен код: Часовник (C# WinForms)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" y="521207"/>
            <a:ext cx="11978640" cy="629107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594359"/>
            <a:ext cx="11795760" cy="6153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using System; using System.Drawing; using System.Windows.Forms;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public class ClockForm : Form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readonly Timer timer = new() { Interval = 50 };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int cx, cy, R = 200;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public ClockForm()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Text = "Часовник"; Size = new(500, 520); DoubleBuffered = true;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cx = ClientSize.Width / 2; cy = ClientSize.Height / 2;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timer.Tick += (_, _) =&gt; Invalidate();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timer.Start();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protected override void OnPaint(PaintEventArgs e)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var g = e.Graphics;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g.SmoothingMode = System.Drawing.Drawing2D.SmoothingMode.AntiAlias;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g.Clear(Color.FromArgb(20, 20, 50));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g.DrawEllipse(Pens.White, cx-R, cy-R, 2*R, 2*R);  // циферблат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for (int i = 0; i &lt; 60; i++)          // деления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double a = Math.PI * 2 * i / 60 - Math.PI / 2;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int r1 = i % 5 == 0 ? R - 15 : R - 6;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g.DrawLine(Pens.LightGray,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    (float)(cx + r1*Math.Cos(a)), (float)(cy + r1*Math.Sin(a)),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    (float)(cx + R*Math.Cos(a)),  (float)(cy + R*Math.Sin(a)));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var now  = DateTime.Now;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double sec  = now.Second  + now.Millisecond / 1000.0;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double min  = now.Minute  + sec / 60;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double hour = (now.Hour % 12) + min / 60;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DrawHand(g, hour * 30,  (int)(R*0.50), Color.Gold,       7);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DrawHand(g, min  *  6,  (int)(R*0.72), Color.White,      4);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DrawHand(g, sec  *  6,  (int)(R*0.85), Color.OrangeRed,  2);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g.FillEllipse(Brushes.OrangeRed, cx-7, cy-7, 14, 14);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void DrawHand(Graphics g, double deg, int len, Color c, int w)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double a = deg * Math.PI / 180 - Math.PI / 2;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float ex = (float)(cx + len * Math.Cos(a));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float ey = (float)(cy + len * Math.Sin(a));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using var pen = new Pen(c, w) { StartCap = System.Drawing.Drawing2D.LineCap.Round,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                            EndCap   = System.Drawing.Drawing2D.LineCap.Round };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g.DrawLine(pen, cx, cy, ex, ey);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static void Main() =&gt; Application.Run(new ClockForm());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Задача 2: Линейни трансформации върху изображение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5895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</a:rPr>
              <a:t>WinForms  |  Graphics.Transform  |  System.Drawing.Drawing2D.Matrix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71600"/>
            <a:ext cx="2331720" cy="1280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1732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Ротация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2148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D6E4F0"/>
                </a:solidFill>
              </a:rPr>
              <a:t>g.RotateAt(45, center)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371600"/>
            <a:ext cx="2331720" cy="1280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41732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Мащабиране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828800"/>
            <a:ext cx="2148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D6E4F0"/>
                </a:solidFill>
              </a:rPr>
              <a:t>g.ScaleTransform(2, 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80" y="1371600"/>
            <a:ext cx="2331720" cy="12801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41732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Срязване 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828800"/>
            <a:ext cx="2148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D6E4F0"/>
                </a:solidFill>
              </a:rPr>
              <a:t>new Matrix(1, 0, 0.4f, 1, 0, 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1371600"/>
            <a:ext cx="2331720" cy="1280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141732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Отразяване 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1828800"/>
            <a:ext cx="2148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D6E4F0"/>
                </a:solidFill>
              </a:rPr>
              <a:t>new Matrix(1,0,0,-1,0,H)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38360" y="1371600"/>
            <a:ext cx="2331720" cy="1280160"/>
          </a:xfrm>
          <a:prstGeom prst="rect">
            <a:avLst/>
          </a:prstGeom>
          <a:solidFill>
            <a:srgbClr val="6C3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141732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Отразяване 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1828800"/>
            <a:ext cx="2148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D6E4F0"/>
                </a:solidFill>
              </a:rPr>
              <a:t>new Matrix(-1,0,0,1,W,0)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2834640"/>
            <a:ext cx="5303520" cy="16002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880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Как работи Graphics.Transform?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273552"/>
            <a:ext cx="51206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1. GraphicsState state = g.Save()       // запази трансформацията
2. g.TranslateTransform(cx, cy)          // премести центъра
3. g.RotateTransform(45)                 // приложи ротацията
4. g.TranslateTransform(-cx, -cy)        // върни обратно
5. g.DrawImage(bmp, ...)                 // нарисувай изображението
6. g.Restore(state)                      // върни трансформацията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2834640"/>
            <a:ext cx="6217920" cy="16002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288036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Алтернатива: ръчна матрица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273552"/>
            <a:ext cx="60350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var m = new Matrix();      // единична матрица
m.RotateAt(45, center);    // ротация около точка
// или
var m = new Matrix(a,b,c,d,tx,ty);  // ръчно
g.Transform = m;           // приложи матрицата
g.DrawImage(bmp, 0, 0);    // рисувай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4590288"/>
            <a:ext cx="475488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" y="4626864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A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4590288"/>
            <a:ext cx="11091672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4663440"/>
            <a:ext cx="109545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Заредете изображение: var bmp = new Bitmap("image.jpg")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5111496"/>
            <a:ext cx="475488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" y="5148072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A"/>
                </a:solidFill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5111496"/>
            <a:ext cx="11091672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" y="5184648"/>
            <a:ext cx="109545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Направете 2x3 секции в OnPaint (6 трансформации)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5632704"/>
            <a:ext cx="475488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" y="566928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A"/>
                </a:solidFill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8" y="5632704"/>
            <a:ext cx="11091672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" y="5705856"/>
            <a:ext cx="109545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За всяка: g.Save() -&gt; g.TranslateTransform(cx,cy) -&gt; трансформация -&gt; g.DrawImage -&gt; g.Restore()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6153912"/>
            <a:ext cx="475488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" y="6190488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A"/>
                </a:solidFill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" y="6153912"/>
            <a:ext cx="11091672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2" y="6227064"/>
            <a:ext cx="109545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Нарисувайте името на трансформацията с g.DrawString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6327648"/>
            <a:ext cx="11704320" cy="41148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8328" y="6391656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</a:rPr>
              <a:t>Файлът image.jpg трябва да е в папката на .exe (bin\Debug). Можете да го сложите там или да ползвате OpenFileDialog.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Задача 2 — Пълен код: Линейни трансформации (C# WinForms)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" y="521207"/>
            <a:ext cx="11978640" cy="629107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594359"/>
            <a:ext cx="11795760" cy="6153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using System; using System.Drawing; using System.Drawing.Drawing2D;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using System.Windows.Forms;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public class TransformForm : Form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Bitmap bmp;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string[] names = { "Оригинал", "Ротация 45", "Мащаб x2",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            "Срязване", "Отразяване X", "Отразяване Y" };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public TransformForm()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Text = "Линейни трансформации"; Size = new(940, 680); DoubleBuffered = true;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bmp = new Bitmap("image.jpg");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Matrix GetMatrix(int index, int w, int h)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var m = new Matrix();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switch (index)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case 1: m.RotateAt(45, new PointF(w/2f, h/2f)); break;   // ротация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case 2: m.Scale(2, 2); break;                             // мащабиране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case 3: return new Matrix(1, 0, 0.4f, 1, 0, 0);          // срязване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case 4: return new Matrix(1, 0, 0, -1, 0, h);            // отразяване X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case 5: return new Matrix(-1, 0, 0, 1, w, 0);            // отразяване Y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return m;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protected override void OnPaint(PaintEventArgs e)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var g = e.Graphics;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g.SmoothingMode = SmoothingMode.AntiAlias;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g.Clear(Color.FromArgb(40, 40, 40));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int tw = 280, th = 200, pad = 12;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for (int i = 0; i &lt; 6; i++)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int col = i % 3, row = i / 3;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int ox = col * (tw + pad) + pad;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int oy = row * (th + 30)  + pad;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var state = g.Save();                            // 1. запази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g.SetClip(new Rectangle(ox, oy, tw, th));        // 2. изрежи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g.TranslateTransform(ox + tw/2f, oy + th/2f);   // 3. центрирай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g.MultiplyTransform(GetMatrix(i, tw, th));       // 4. трансформирай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g.TranslateTransform(-tw/2f, -th/2f);            // 5. центрирай обратно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g.DrawImage(bmp, 0, 0, tw, th);                  // 6. рисувай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g.Restore(state);                                // 7. върни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g.DrawString(names[i], new Font("Arial", 10),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             Brushes.White, ox, oy + th + 2);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g.DrawRectangle(Pens.Gray, ox, oy, tw, th);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static void Main() =&gt; Application.Run(new TransformForm());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6C3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Задача 3: Анимация на N точки с линейни трансформации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5895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</a:rPr>
              <a:t>WinForms  |  Timer  |  ръчно матрично умножение  |  затворен цикъл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303520" cy="23317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Ключовата идея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92224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E4F0"/>
                </a:solidFill>
              </a:rPr>
              <a:t>Пазим original[] — оригиналните позиции.
При всеки Timer.Tick прилагаме матрица M(t):
   current[i] = M(t) * original[i]
t расте от 0 до 1 и се нулира -&gt; анимацията
е безкраен затворен цикъл.
При t=0 и t=1: M = единична -&gt; точките
се връщат на началото.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371600"/>
            <a:ext cx="6035040" cy="23317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4173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Матрично умножение (2x2 * vector)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792224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E4F0"/>
                </a:solidFill>
              </a:rPr>
              <a:t>Ротация с ъгъл a:
  newX = cos(a)*x - sin(a)*y
  newY = sin(a)*x + cos(a)*y
Мащабиране (s):
  newX = s * x
  newY = s * y
Комбинация (rot, после scale):
  newX = s*(cos(a)*x - sin(a)*y)
  newY = s*(sin(a)*x + cos(a)*y)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58768"/>
            <a:ext cx="475488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3895344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A"/>
                </a:solidFill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" y="3858768"/>
            <a:ext cx="11091672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931920"/>
            <a:ext cx="109545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Дефинирай PointF[] original = N случайни точки в диапазон [-1, 1]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398264"/>
            <a:ext cx="475488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443484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A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" y="4398264"/>
            <a:ext cx="11091672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471416"/>
            <a:ext cx="109545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Дефинирай PointF[] current  = работен масив (копие)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937759"/>
            <a:ext cx="475488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" y="4974336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A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" y="4937759"/>
            <a:ext cx="11091672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010912"/>
            <a:ext cx="109545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Timer.Tick: увеличи frame -&gt; изчисли t = frame / FRAMES -&gt; Invalidate()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477255"/>
            <a:ext cx="475488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5513831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A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" y="5477255"/>
            <a:ext cx="11091672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5550407"/>
            <a:ext cx="109545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В OnPaint: за всяка точка от original[] прилагай M(t) -&gt; попълни current[]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016751"/>
            <a:ext cx="475488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" y="6053327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A"/>
                </a:solidFill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7" y="6016751"/>
            <a:ext cx="11091672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6089903"/>
            <a:ext cx="109545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Нарисувай original[] в сиво (референция) и current[] в цвят с g.FillEllipse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6556247"/>
            <a:ext cx="475488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" y="6592823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A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7" y="6556247"/>
            <a:ext cx="11091672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6629399"/>
            <a:ext cx="109545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Когато frame &gt;= FRAMES: нулирай frame = 0 (безкраен цикъл)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6C3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Задача 3 — Пълен код: Анимация на точки (C# WinForms)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" y="521207"/>
            <a:ext cx="11978640" cy="629107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594359"/>
            <a:ext cx="11795760" cy="6153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using System; using System.Drawing; using System.Windows.Forms;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public class PointsForm : Form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const int N = 12, FRAMES = 120;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readonly Random rnd = new(42);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PointF[] original = new PointF[N];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PointF[] current  = new PointF[N];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readonly Timer timer = new() { Interval = 30 };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int frame = 0;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readonly Color[] palette = { Color.Red, Color.Orange, Color.Yellow, Color.Lime,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Color.Cyan, Color.DeepSkyBlue, Color.Violet, Color.HotPink,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Color.Gold, Color.Aquamarine, Color.Coral, Color.LimeGreen };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public PointsForm()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Text = "Анимация на точки"; Size = new(600, 620); DoubleBuffered = true;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for (int i = 0; i &lt; N; i++)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original[i] = new((float)(rnd.NextDouble()*2 - 1),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                  (float)(rnd.NextDouble()*2 - 1));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timer.Tick += (_, _) =&gt; { frame = (frame + 1) % FRAMES; Invalidate(); };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timer.Start();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PointF ApplyTransform(PointF p, double angle, float s)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double c = Math.Cos(angle), sn = Math.Sin(angle);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return new PointF(s*(float)(c*p.X - sn*p.Y),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              s*(float)(sn*p.X +  c*p.Y));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protected override void OnPaint(PaintEventArgs e)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var g = e.Graphics;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g.SmoothingMode = System.Drawing.Drawing2D.SmoothingMode.AntiAlias;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g.Clear(Color.FromArgb(20, 20, 50));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float cx = ClientSize.Width/2f, cy = ClientSize.Height/2f, sc = 220f;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// мрежа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using var gp = new Pen(Color.FromArgb(40,255,255,255));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for (int i = -3; i &lt;= 3; i++) {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g.DrawLine(gp, cx+i*sc/2, 0, cx+i*sc/2, ClientSize.Height);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g.DrawLine(gp, 0, cy+i*sc/2, ClientSize.Width, cy+i*sc/2); }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double t     = (double)frame / FRAMES;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double angle = 2 * Math.PI * t;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float  s     = 1 + 0.6f*(float)Math.Sin(2*Math.PI*t);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for (int i = 0; i &lt; N; i++)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// оригинал в сиво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float ox = cx + original[i].X*sc, oy = cy + original[i].Y*sc;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g.FillEllipse(Brushes.DimGray, ox-5, oy-5, 10, 10);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// анимирана точка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current[i] = ApplyTransform(original[i], angle, s);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float px = cx + current[i].X*sc, py = cy + current[i].Y*sc;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using var br = new SolidBrush(palette[i % palette.Length]);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g.FillEllipse(br, px-9, py-9, 18, 18);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g.DrawString($"frame: {frame}/{FRAMES}  angle: {angle*180/Math.PI:F0}  scale: {s:F2}",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new Font("Consolas", 10), Brushes.White, 8, 8);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static void Main() =&gt; Application.Run(new PointsForm());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Задача 4: Билярд — векторна физика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5895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</a:rPr>
              <a:t>WinForms  |  PointF за вектори  |  Timer  |  еластични удари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394960" cy="25603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Физика на движението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92224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Всяка топка има:
  pos = PointF(x, y)    // позиция
  vel = PointF(vx, vy)  // скорост (вектор)
Всеки frame:
  pos.X += vel.X
  pos.Y += vel.Y
  vel   *= FRICTION     (0.993)
Удар в стена (лява):
  if (pos.X - R &lt; 0) { pos.X = R; vel.X *= -1; }
Триене: ако |vel| &lt; 0.05 -&gt; vel = (0,0)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371600"/>
            <a:ext cx="6035040" cy="25603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4173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Удар между две топки (еластичен)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792224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6E4F0"/>
                </a:solidFill>
              </a:rPr>
              <a:t>float dx = B.pos.X - A.pos.X
float dy = B.pos.Y - A.pos.Y
float dist = Sqrt(dx*dx + dy*dy)
if (dist &lt; 2*R):
  // нормален единичен вектор
  float nx = dx/dist, ny = dy/dist
  // раздели топките (избягай overlap)
  A.pos -= normal * overlap/2
  B.pos += normal * overlap/2
  // импулс по нормалата
  float impulse = dot(A.vel-B.vel, normal)
  A.vel -= impulse * normal
  B.vel += impulse * normal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096512"/>
            <a:ext cx="475488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4133088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A"/>
                </a:solidFill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" y="4096512"/>
            <a:ext cx="11091672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169664"/>
            <a:ext cx="109545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Дефинирай клас Ball: PointF Pos, Vel; Color; const float R, FRICTION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608576"/>
            <a:ext cx="475488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4645152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A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" y="4608576"/>
            <a:ext cx="11091672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681728"/>
            <a:ext cx="109545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Ball.Update(W,H): pos += vel; vel *= FRICTION; отражение от 4 стени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120640"/>
            <a:ext cx="475488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" y="5157216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A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" y="5120640"/>
            <a:ext cx="11091672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193792"/>
            <a:ext cx="109545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Ball.Collide(Ball other): нормала -&gt; overlap -&gt; импулс (виж формулите горе)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632704"/>
            <a:ext cx="475488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566928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A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" y="5632704"/>
            <a:ext cx="11091672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5705856"/>
            <a:ext cx="109545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Ball.Draw(Graphics g): g.FillEllipse + g.DrawEllipse (контур)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144768"/>
            <a:ext cx="475488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" y="6181344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A"/>
                </a:solidFill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7" y="6144768"/>
            <a:ext cx="11091672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6217920"/>
            <a:ext cx="109545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Бяла топка (cue): OnMouseDown -&gt; drag_start; OnMouseUp -&gt; cue.Vel = (start-end)*0.12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6656832"/>
            <a:ext cx="475488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" y="6693408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A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7" y="6656832"/>
            <a:ext cx="11091672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6729984"/>
            <a:ext cx="109545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Game loop (Timer.Tick): Update всички -&gt; Collide всички двойки -&gt; Invalidate()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Задача 4 — Код 1/2: Клас Ball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" y="521207"/>
            <a:ext cx="11978640" cy="629107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594359"/>
            <a:ext cx="11795760" cy="6153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using System; using System.Drawing; using System.Windows.Forms;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using System.Collections.Generic;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public class Ball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public PointF Pos, Vel;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public Color  Color;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public const float R = 15f, FRICTION = 0.993f;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public Ball(float x, float y, float vx, float vy, Color c)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{ Pos = new(x,y); Vel = new(vx,vy); Color = c; }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public void Update(int W, int H)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Pos = new(Pos.X + Vel.X, Pos.Y + Vel.Y);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Vel = new(Vel.X * FRICTION, Vel.Y * FRICTION);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if (MathF.Abs(Vel.X) &lt; 0.05f &amp;&amp; MathF.Abs(Vel.Y) &lt; 0.05f)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Vel = new(0, 0);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if (Pos.X - R &lt; 0)  { Pos = new(R,     Pos.Y); Vel = new(-Vel.X, Vel.Y); }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if (Pos.X + R &gt; W)  { Pos = new(W-R,   Pos.Y); Vel = new(-Vel.X, Vel.Y); }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if (Pos.Y - R &lt; 0)  { Pos = new(Pos.X, R);     Vel = new(Vel.X, -Vel.Y); }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if (Pos.Y + R &gt; H)  { Pos = new(Pos.X, H-R);   Vel = new(Vel.X, -Vel.Y); }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public void Collide(Ball o)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float dx = o.Pos.X - Pos.X, dy = o.Pos.Y - Pos.Y;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float dist = MathF.Sqrt(dx*dx + dy*dy);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if (dist &lt; 2*R &amp;&amp; dist &gt; 0)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float nx = dx/dist, ny = dy/dist;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float overlap = 2*R - dist;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Pos   = new(Pos.X   - nx*overlap/2, Pos.Y   - ny*overlap/2);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o.Pos = new(o.Pos.X + nx*overlap/2, o.Pos.Y + ny*overlap/2);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float dvx = Vel.X - o.Vel.X, dvy = Vel.Y - o.Vel.Y;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float imp = dvx*nx + dvy*ny;         // dot product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if (imp &gt; 0)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{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    Vel   = new(Vel.X   - imp*nx, Vel.Y   - imp*ny);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    o.Vel = new(o.Vel.X + imp*nx, o.Vel.Y + imp*ny);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    }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public void Draw(Graphics g)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using var br = new SolidBrush(Color);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g.FillEllipse(br, Pos.X-R, Pos.Y-R, 2*R, 2*R);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    g.DrawEllipse(Pens.White, Pos.X-R, Pos.Y-R, 2*R, 2*R);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98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Задача 4 — Код 2/2: BilliardForm (game loop + управление)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" y="521207"/>
            <a:ext cx="11978640" cy="629107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594359"/>
            <a:ext cx="11795760" cy="6153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public class BilliardForm : Form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readonly List&lt;Ball&gt; balls = new();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Ball cue;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readonly Timer timer = new() { Interval = 16 };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bool dragging; PointF dragStart;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static readonly Random rnd = new();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static readonly Color[] COLORS = { Color.Crimson, Color.DodgerBlue, Color.LimeGreen,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                                Color.Gold, Color.MediumPurple, Color.DarkOrange };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public BilliardForm()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Text = "Билярд"; Size = new(820, 540); DoubleBuffered = true;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for (int i = 0; i &lt; 6; i++)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    balls.Add(new Ball(rnd.Next(180,640), rnd.Next(80,420),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        (float)(rnd.NextDouble()*6-3), (float)(rnd.NextDouble()*6-3),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        COLORS[i]));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cue = new Ball(150, 260, 0, 0, Color.WhiteSmoke);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balls.Insert(0, cue);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timer.Tick += (_, _) =&gt; {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    foreach (var b in balls) b.Update(ClientSize.Width, ClientSize.Height);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    for (int i=0; i&lt;balls.Count; i++)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        for (int j=i+1; j&lt;balls.Count; j++)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            balls[i].Collide(balls[j]);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    Invalidate(); };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timer.Start();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protected override void OnMouseDown(MouseEventArgs e)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{ dragging = true; dragStart = e.Location; }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protected override void OnMouseUp(MouseEventArgs e)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if (!dragging) return;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cue.Vel = new((dragStart.X - e.X)*0.12f, (dragStart.Y - e.Y)*0.12f);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dragging = false;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protected override void OnPaint(PaintEventArgs e)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var g = e.Graphics;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g.SmoothingMode = System.Drawing.Drawing2D.SmoothingMode.AntiAlias;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g.Clear(Color.ForestGreen);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using var frame = new Pen(Color.SaddleBrown, 18);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g.DrawRectangle(frame, 9, 9, ClientSize.Width-18, ClientSize.Height-18);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// джобове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int W = ClientSize.Width, H = ClientSize.Height;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PointF[] pockets = { new(20,20), new(W/2,12), new(W-20,20),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                      new(20,H-20), new(W/2,H-12), new(W-20,H-20) };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foreach (var p in pockets)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    g.FillEllipse(Brushes.Black, p.X-14, p.Y-14, 28, 28);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foreach (var b in balls) b.Draw(g);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if (dragging) {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    var m = PointToClient(Cursor.Position);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    float dx=(dragStart.X-m.X)*2, dy=(dragStart.Y-m.Y)*2;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    g.DrawLine(Pens.Yellow, cue.Pos.X, cue.Pos.Y,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                   cue.Pos.X+dx, cue.Pos.Y+dy); }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    static void Main() =&gt; Application.Run(new BilliardForm());</a:t>
            </a:r>
          </a:p>
          <a:p>
            <a:pPr algn="l"/>
            <a:r>
              <a:rPr sz="969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88952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Обобщение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6E4F0"/>
                </a:solidFill>
              </a:rPr>
              <a:t>Какво приложихме?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423160"/>
            <a:ext cx="11430000" cy="7498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  Часовник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606040"/>
            <a:ext cx="7863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Timer + OnPaint; DrawHand с cos/sin; DateTime.Now -&gt; ъгъл -&gt; координати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64408"/>
            <a:ext cx="11430000" cy="74980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0156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  Трансформации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447288"/>
            <a:ext cx="7863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Graphics.Transform; Matrix 2x2; g.Save/Restore; 6 трансформации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105656"/>
            <a:ext cx="11430000" cy="749808"/>
          </a:xfrm>
          <a:prstGeom prst="rect">
            <a:avLst/>
          </a:prstGeom>
          <a:solidFill>
            <a:srgbClr val="6C3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242816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3  Анимация точки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288536"/>
            <a:ext cx="7863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ApplyTransform(p, angle, s); t=frame/FRAMES -&gt; затворен цикъл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46904"/>
            <a:ext cx="11430000" cy="7498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08406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4  Билярд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5129784"/>
            <a:ext cx="7863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PointF вектор; dot product за импулс; нормала; триене; drag &amp; shoot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760720"/>
            <a:ext cx="11430000" cy="41148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5824728"/>
            <a:ext cx="11247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</a:rPr>
              <a:t>Всеки проект е самостоятелен .cs файл. Компилирай с: dotnet new winforms -&gt; замени Form1.cs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