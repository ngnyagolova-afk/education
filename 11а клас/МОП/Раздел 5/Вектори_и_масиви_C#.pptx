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58200" y="228600"/>
            <a:ext cx="2286000" cy="2286000"/>
          </a:xfrm>
          <a:prstGeom prst="ellipse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5120640"/>
            <a:ext cx="1645920" cy="1645920"/>
          </a:xfrm>
          <a:prstGeom prst="ellipse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54864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B0FF"/>
                </a:solidFill>
              </a:rPr>
              <a:t>МОП — Математика и Основи на Програмирането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Връзка между вектори
и масиви в програмирането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3C5FF"/>
                </a:solidFill>
              </a:rPr>
              <a:t>Раздел 5  ·  11А клас  ·  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A4AE"/>
                </a:solidFill>
              </a:rPr>
              <a:t>← Предишен урок: Вектор. Свойства на векторите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🔁 Преговор — Вектор. Свойства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Какво научихме миналия час?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📐 Математически вектор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4937760" cy="393192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▸  Насочена отсечка с начало и край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▸  Характеристики: посока, дължина (модул)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▸  Означение: ā или AB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▸  Координати: ā = (x, y) или (x, y, z)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▸  Нулев вектор: (0, 0)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▸  Единичен вектор (верзор): |ā|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577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⚡ Свойства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5212080" cy="3931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✔  Комутативност: ā + b̄ = b̄ + 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✔  Асоциативност: (ā+b̄)+c̄ = ā+(b̄+c̄)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✔  Нулев елемент: ā + 0̄ = 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✔  Умножение по скалар: k·ā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✔  Скаларно произведение: ā·b̄ = |ā||b̄|cosθ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7E"/>
                </a:solidFill>
              </a:rPr>
              <a:t>✔  Колинеарност, перпендикулярност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🌉 Мостът — от математика към програмиране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237E"/>
                </a:solidFill>
              </a:rPr>
              <a:t>Математическият вектор (x, y, z) → масив в C#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120640" cy="4114800"/>
          </a:xfrm>
          <a:prstGeom prst="rect">
            <a:avLst/>
          </a:prstGeom>
          <a:solidFill>
            <a:srgbClr val="E8EA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37E"/>
                </a:solidFill>
              </a:rPr>
              <a:t>📐 Математика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</a:rPr>
              <a:t>ā = (3, -1, 5)
Координати: x=3, y=-1, z=5
Модул: √(3²+1²+5²) = √35
Скаларно произведение:
ā · b̄ = 3·1 + (-1)·2 + 5·0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566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6D00"/>
                </a:solidFill>
              </a:rPr>
              <a:t>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011680"/>
            <a:ext cx="5120640" cy="41148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148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FF"/>
                </a:solidFill>
              </a:rPr>
              <a:t>{ } C# 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060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53"/>
                </a:solidFill>
              </a:rPr>
              <a:t>double[] a = { 3, -1, 5 };
// x=a[0], y=a[1], z=a[2]
// Модул:
double mod = Math.Sqrt(
  a[0]*a[0]+a[1]*a[1]+a[2]*a[2]);
// Скаларно произведение:
double dot = a[0]*b[0]
           + a[1]*b[1]
           + a[2]*b[2];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💡 Масивът е вектор!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Паралел между понятията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521440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Математически вектор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Масив в C#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1521440" cy="566928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Размерност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47672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Дължина на масива (Length)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115214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Координата xᵢ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14600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Елемент a[i]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54096"/>
            <a:ext cx="11521440" cy="566928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8152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Нулев вектор (0,0,...)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81528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new double[n] — нули по подразбиране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21024"/>
            <a:ext cx="115214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4845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Сумиране ā + b̄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648456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Цикъл: c[i] = a[i] + b[i]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7952"/>
            <a:ext cx="11521440" cy="566928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15383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Умножение k·ā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15383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Цикъл: b[i] = k * a[i]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54880"/>
            <a:ext cx="115214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823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Скаларно произведение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782312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Цикъл с натрупване на a[i]*b[i]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21808"/>
            <a:ext cx="11521440" cy="566928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</a:rPr>
              <a:t>Модул |ā|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349240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5F00"/>
                </a:solidFill>
              </a:rPr>
              <a:t>Math.Sqrt(Σ a[i]*a[i])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{ } Операции с вектори в C#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Пишем математиката като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FF"/>
                </a:solidFill>
              </a:rPr>
              <a:t>➕ Събиране на вектори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657600" cy="21031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338328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53"/>
                </a:solidFill>
              </a:rPr>
              <a:t>double[] VectorAdd(double[] a, double[] b) {
    double[] c = new double[a.Length];
    for (int i = 0; i &lt; a.Length; i++)
        c[i] = a[i] + b[i];
    return c;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FF"/>
                </a:solidFill>
              </a:rPr>
              <a:t>· Скаларно произведение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840480" cy="21031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38528"/>
            <a:ext cx="356616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53"/>
                </a:solidFill>
              </a:rPr>
              <a:t>double DotProduct(double[] a, double[] b) {
    double sum = 0;
    for (int i = 0; i &lt; a.Length; i++)
        sum += a[i] * b[i];
    return sum;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FF"/>
                </a:solidFill>
              </a:rPr>
              <a:t>📏 Модул (дължина)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657600" cy="210312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38528"/>
            <a:ext cx="338328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53"/>
                </a:solidFill>
              </a:rPr>
              <a:t>double Magnitude(double[] a) {
    double sum = 0;
    foreach (var x in a)
        sum += x * x;
    return Math.Sqrt(sum);
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1430000" cy="24688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FF"/>
                </a:solidFill>
              </a:rPr>
              <a:t>🎮 Защо го учим? — Реални приложения: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🎮  Игри: позиция, скорост, посока на персонажа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754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🤖  Machine Learning: feature vectors,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🗺️  GPS навигация: вектори на движение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5303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💹  Финанси: портфейли от активи = вектори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🎯 Защо учим вектори в програмирането?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Мотивация и реален свят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🎮  Игри (Unity / C#)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Vector3 position = new Vector3(x, y, z);
Vector3 velocity = new Vector3(dx, dy, dz);
// Всеки game object използва вектори!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008A"/>
                </a:solidFill>
              </a:rPr>
              <a:t>🤖  Изкуствен интелект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Думите в ChatGPT са вектори!
"цар" - "мъж" + "жена" = "царица"
Embedding = float[] с 1536 числа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6908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</a:rPr>
              <a:t>📊  Анализ на данни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Dataset = матрица от вектори
Клъстеризация = разстояния между вектори
NumPy, ML.NET работят с масиви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6908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008A"/>
                </a:solidFill>
              </a:rPr>
              <a:t>🏎️  Физика в игри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6177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</a:rPr>
              <a:t>Гравитация, тласъци, сблъсъци —
всичко е вектори!
Physics.Raycast(origin, direction)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🎮 Unity + C# — Vector3 в игрите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Вектори = живот на game object-ите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Всеки обект в Unity има Transform с 3 вектора: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6858000" cy="466344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6583680" cy="444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53"/>
                </a:solidFill>
              </a:rPr>
              <a:t>public class PlayerMovement : MonoBehaviour {
    public float speed = 5f;
    void Update() {
        // Вектор на движение от клавиатурата
        Vector3 direction = new Vector3(
            Input.GetAxis("Horizontal"),   // x
            0,                             // y
            Input.GetAxis("Vertical")      // z
        );
        // Движим се по вектора
        transform.position += direction * speed * Time.deltaTime;
        // Модулът показва скоростта
        float currentSpeed = direction.magnitude;
    }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920240"/>
            <a:ext cx="4480560" cy="2194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F"/>
                </a:solidFill>
              </a:rPr>
              <a:t>🔑 Ключови понятия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423160"/>
            <a:ext cx="4206240" cy="3931920"/>
          </a:xfrm>
          <a:prstGeom prst="rect">
            <a:avLst/>
          </a:prstGeom>
          <a:solidFill>
            <a:srgbClr val="1E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560320"/>
            <a:ext cx="38404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7E"/>
                </a:solidFill>
              </a:rPr>
              <a:t>▸  Vector3 = масив от 3 числа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7E"/>
                </a:solidFill>
              </a:rPr>
              <a:t>▸  .magnitude = модул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7E"/>
                </a:solidFill>
              </a:rPr>
              <a:t>▸  .normalized = единичен вектор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7E"/>
                </a:solidFill>
              </a:rPr>
              <a:t>▸  Vector3.Dot() = скаларно произведение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7E"/>
                </a:solidFill>
              </a:rPr>
              <a:t>▸  Vector3.Cross() = векторно произведение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4206240"/>
            <a:ext cx="4480560" cy="2377440"/>
          </a:xfrm>
          <a:prstGeom prst="rect">
            <a:avLst/>
          </a:prstGeom>
          <a:solidFill>
            <a:srgbClr val="1E1E1E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315968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C853"/>
                </a:solidFill>
              </a:rPr>
              <a:t>Vector3 a = new Vector3(1,0,0);
Vector3 b = new Vector3(0,1,0);
float dot   = Vector3.Dot(a,b);   // 0
Vector3 sum = a + b;  // (1,1,0)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✏️ Упражнение — Напишете сами!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Задача за клас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2286000"/>
          </a:xfrm>
          <a:prstGeom prst="rect">
            <a:avLst/>
          </a:prstGeom>
          <a:solidFill>
            <a:srgbClr val="FFF3E0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D00"/>
                </a:solidFill>
              </a:rPr>
              <a:t>📋 Задача: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24242"/>
                </a:solidFill>
              </a:rPr>
              <a:t>Напишете C# метод, който приема два вектора (масиви) и:
  1. Изчислява и принтира тяхната сума
  2. Изчислява и принтира скаларното им произведение
  3. Проверява дали са перпендикулярни (dot product =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💡 Помощен шаблон: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97680"/>
            <a:ext cx="5669280" cy="22860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407408"/>
            <a:ext cx="5394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53"/>
                </a:solidFill>
              </a:rPr>
              <a:t>static void VectorInfo(double[] a, double[] b) {
    // Вашият код тук...
    // Hint: използвайте for цикъл!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886200"/>
            <a:ext cx="5577840" cy="2697480"/>
          </a:xfrm>
          <a:prstGeom prst="rect">
            <a:avLst/>
          </a:prstGeom>
          <a:solidFill>
            <a:srgbClr val="E8F5E9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050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53"/>
                </a:solidFill>
              </a:rPr>
              <a:t>✅ Тест данни: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4242"/>
                </a:solidFill>
              </a:rPr>
              <a:t>a = { 3, 4, 0 }
b = { -4, 3, 0 }
Очакван резултат:
  Сума: { -1, 7, 0 }
  Dot product: 0
  Перпендикулярни: ДА 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🎯 Дигитални игри и интерактивни ресурси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FF"/>
                </a:solidFill>
              </a:rPr>
              <a:t>Учете се играейки!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544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</a:rPr>
              <a:t>🎮 GeoGebra — Вектори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933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FF"/>
                </a:solidFill>
              </a:rPr>
              <a:t>geogebra.org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042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Интерактивни вектори в 2D/3D пространство. Движете и събирайте вектори визуално.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5544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1B9A"/>
                </a:solidFill>
              </a:rPr>
              <a:t>🧩 Brilliant.org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9933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FF"/>
                </a:solidFill>
              </a:rPr>
              <a:t>brilliant.org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3042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Курс "Linear Algebra" с интерактивни задачи и визуализации стъпка по стъпка.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6576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5544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A36"/>
                </a:solidFill>
              </a:rPr>
              <a:t>🕹️ Unity 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9933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FF"/>
                </a:solidFill>
              </a:rPr>
              <a:t>learn.unity.com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3042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"Create with Code" — правите игра с вектори в C#! Безплатно, с награди.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36576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1605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71C1C"/>
                </a:solidFill>
              </a:rPr>
              <a:t>⚡ Khan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5994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FF"/>
                </a:solidFill>
              </a:rPr>
              <a:t>bg.khanacademy.org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91032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Видео уроци по вектори с автоматична проверка на задачите. На български!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069080"/>
            <a:ext cx="36576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41605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D00"/>
                </a:solidFill>
              </a:rPr>
              <a:t>🎲 Kahoot — Вектори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5994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FF"/>
                </a:solidFill>
              </a:rPr>
              <a:t>kahoot.com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91032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Търсете готови Kahoot викторини по вектори или създайте своя за класа!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69080"/>
            <a:ext cx="36576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41605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0A0"/>
                </a:solidFill>
              </a:rPr>
              <a:t>💻 Scratch + вектори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5994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0FF"/>
                </a:solidFill>
              </a:rPr>
              <a:t>scratch.mit.edu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91032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4242"/>
                </a:solidFill>
              </a:rPr>
              <a:t>Направете анимация с движещи се обекти — векторите оживяват!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0FF"/>
                </a:solidFill>
              </a:rPr>
              <a:t>📌 Обобщение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10698480" cy="749808"/>
          </a:xfrm>
          <a:prstGeom prst="rect">
            <a:avLst/>
          </a:prstGeom>
          <a:solidFill>
            <a:srgbClr val="22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🔢   Векторът (x₁, x₂, ..., xₙ) = масив double[] в C#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749808"/>
          </a:xfrm>
          <a:prstGeom prst="rect">
            <a:avLst/>
          </a:prstGeom>
          <a:solidFill>
            <a:srgbClr val="22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➕   Операциите събиране, скаларно произведение, модул → for цикли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10698480" cy="749808"/>
          </a:xfrm>
          <a:prstGeom prst="rect">
            <a:avLst/>
          </a:prstGeom>
          <a:solidFill>
            <a:srgbClr val="22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🎮   Unity Vector3 е директна реализация на 3D вектор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698480" cy="749808"/>
          </a:xfrm>
          <a:prstGeom prst="rect">
            <a:avLst/>
          </a:prstGeom>
          <a:solidFill>
            <a:srgbClr val="22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🤖   ML, физика, игри, навигация — всичко работи с вектори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10698480" cy="749808"/>
          </a:xfrm>
          <a:prstGeom prst="rect">
            <a:avLst/>
          </a:prstGeom>
          <a:solidFill>
            <a:srgbClr val="22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💡   Математиката не е абстрактна — тя е в кода, който пишете!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0A4AE"/>
                </a:solidFill>
              </a:rPr>
              <a:t>Следващ урок: Операции с вектори — задачи 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