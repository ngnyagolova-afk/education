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8"/>
  </p:notesMasterIdLst>
  <p:sldIdLst>
    <p:sldId id="258" r:id="rId2"/>
    <p:sldId id="571" r:id="rId3"/>
    <p:sldId id="546" r:id="rId4"/>
    <p:sldId id="547" r:id="rId5"/>
    <p:sldId id="548" r:id="rId6"/>
    <p:sldId id="549" r:id="rId7"/>
    <p:sldId id="550" r:id="rId8"/>
    <p:sldId id="551" r:id="rId9"/>
    <p:sldId id="552" r:id="rId10"/>
    <p:sldId id="553" r:id="rId11"/>
    <p:sldId id="555" r:id="rId12"/>
    <p:sldId id="556" r:id="rId13"/>
    <p:sldId id="557" r:id="rId14"/>
    <p:sldId id="558" r:id="rId15"/>
    <p:sldId id="590" r:id="rId16"/>
    <p:sldId id="59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ъведение" id="{B53E63A6-15B2-40C3-A9DC-5006FD089CC5}">
          <p14:sldIdLst>
            <p14:sldId id="258"/>
            <p14:sldId id="571"/>
          </p14:sldIdLst>
        </p14:section>
        <p14:section name="Съдържание" id="{0B0C01F3-1F60-4ADB-AC1E-9589654EAEF3}">
          <p14:sldIdLst>
            <p14:sldId id="546"/>
            <p14:sldId id="547"/>
            <p14:sldId id="548"/>
            <p14:sldId id="549"/>
            <p14:sldId id="550"/>
            <p14:sldId id="551"/>
            <p14:sldId id="552"/>
            <p14:sldId id="553"/>
            <p14:sldId id="555"/>
            <p14:sldId id="556"/>
            <p14:sldId id="557"/>
            <p14:sldId id="558"/>
            <p14:sldId id="590"/>
            <p14:sldId id="591"/>
          </p14:sldIdLst>
        </p14:section>
        <p14:section name="Заключение" id="{9315BEE7-605C-4839-996A-A4EEA70921D9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7EBE21-8B48-4453-9C86-4CDF9ED8FDB5}" v="10" dt="2023-02-19T11:08:40.44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4" autoAdjust="0"/>
    <p:restoredTop sz="94660"/>
  </p:normalViewPr>
  <p:slideViewPr>
    <p:cSldViewPr snapToGrid="0">
      <p:cViewPr varScale="1">
        <p:scale>
          <a:sx n="63" d="100"/>
          <a:sy n="63" d="100"/>
        </p:scale>
        <p:origin x="76" y="4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Димитър Минчев" userId="6da192e4-d32c-454b-8615-bbadf07b6639" providerId="ADAL" clId="{508A51F5-6E34-4A9B-8787-8C29D4F40D1D}"/>
    <pc:docChg chg="addSld modSld">
      <pc:chgData name="Димитър Минчев" userId="6da192e4-d32c-454b-8615-bbadf07b6639" providerId="ADAL" clId="{508A51F5-6E34-4A9B-8787-8C29D4F40D1D}" dt="2022-08-10T06:34:56.108" v="0"/>
      <pc:docMkLst>
        <pc:docMk/>
      </pc:docMkLst>
      <pc:sldChg chg="add">
        <pc:chgData name="Димитър Минчев" userId="6da192e4-d32c-454b-8615-bbadf07b6639" providerId="ADAL" clId="{508A51F5-6E34-4A9B-8787-8C29D4F40D1D}" dt="2022-08-10T06:34:56.108" v="0"/>
        <pc:sldMkLst>
          <pc:docMk/>
          <pc:sldMk cId="2002111910" sldId="439"/>
        </pc:sldMkLst>
      </pc:sldChg>
    </pc:docChg>
  </pc:docChgLst>
  <pc:docChgLst>
    <pc:chgData name="БСУ" userId="bdbaa275-9249-41b1-8d15-242f632c67bf" providerId="ADAL" clId="{E8EBBEA8-749B-4042-B043-5A6FD507A9B3}"/>
    <pc:docChg chg="modSld sldOrd modSection">
      <pc:chgData name="БСУ" userId="bdbaa275-9249-41b1-8d15-242f632c67bf" providerId="ADAL" clId="{E8EBBEA8-749B-4042-B043-5A6FD507A9B3}" dt="2023-02-17T11:21:52.587" v="1"/>
      <pc:docMkLst>
        <pc:docMk/>
      </pc:docMkLst>
      <pc:sldChg chg="ord">
        <pc:chgData name="БСУ" userId="bdbaa275-9249-41b1-8d15-242f632c67bf" providerId="ADAL" clId="{E8EBBEA8-749B-4042-B043-5A6FD507A9B3}" dt="2023-02-17T11:21:52.587" v="1"/>
        <pc:sldMkLst>
          <pc:docMk/>
          <pc:sldMk cId="2385751420" sldId="571"/>
        </pc:sldMkLst>
      </pc:sldChg>
    </pc:docChg>
  </pc:docChgLst>
  <pc:docChgLst>
    <pc:chgData name="БСУ" userId="bdbaa275-9249-41b1-8d15-242f632c67bf" providerId="ADAL" clId="{197EBE21-8B48-4453-9C86-4CDF9ED8FDB5}"/>
    <pc:docChg chg="undo custSel addSld modSld">
      <pc:chgData name="БСУ" userId="bdbaa275-9249-41b1-8d15-242f632c67bf" providerId="ADAL" clId="{197EBE21-8B48-4453-9C86-4CDF9ED8FDB5}" dt="2023-02-19T11:12:40.319" v="167" actId="1076"/>
      <pc:docMkLst>
        <pc:docMk/>
      </pc:docMkLst>
      <pc:sldChg chg="modSp mod">
        <pc:chgData name="БСУ" userId="bdbaa275-9249-41b1-8d15-242f632c67bf" providerId="ADAL" clId="{197EBE21-8B48-4453-9C86-4CDF9ED8FDB5}" dt="2023-02-19T11:01:45.787" v="7" actId="20577"/>
        <pc:sldMkLst>
          <pc:docMk/>
          <pc:sldMk cId="2386959723" sldId="258"/>
        </pc:sldMkLst>
        <pc:spChg chg="mod">
          <ac:chgData name="БСУ" userId="bdbaa275-9249-41b1-8d15-242f632c67bf" providerId="ADAL" clId="{197EBE21-8B48-4453-9C86-4CDF9ED8FDB5}" dt="2023-02-19T11:01:34.447" v="4" actId="404"/>
          <ac:spMkLst>
            <pc:docMk/>
            <pc:sldMk cId="2386959723" sldId="258"/>
            <ac:spMk id="4" creationId="{31A11B2B-6DC7-2642-A5E2-7E3177B71883}"/>
          </ac:spMkLst>
        </pc:spChg>
        <pc:spChg chg="mod">
          <ac:chgData name="БСУ" userId="bdbaa275-9249-41b1-8d15-242f632c67bf" providerId="ADAL" clId="{197EBE21-8B48-4453-9C86-4CDF9ED8FDB5}" dt="2023-02-19T11:01:45.787" v="7" actId="20577"/>
          <ac:spMkLst>
            <pc:docMk/>
            <pc:sldMk cId="2386959723" sldId="258"/>
            <ac:spMk id="5" creationId="{FD72CEAD-2598-2D6F-7FF9-AF95330D8A09}"/>
          </ac:spMkLst>
        </pc:spChg>
      </pc:sldChg>
      <pc:sldChg chg="delSp modSp add mod">
        <pc:chgData name="БСУ" userId="bdbaa275-9249-41b1-8d15-242f632c67bf" providerId="ADAL" clId="{197EBE21-8B48-4453-9C86-4CDF9ED8FDB5}" dt="2023-02-19T11:05:07.431" v="55" actId="478"/>
        <pc:sldMkLst>
          <pc:docMk/>
          <pc:sldMk cId="1973852574" sldId="546"/>
        </pc:sldMkLst>
        <pc:spChg chg="mod">
          <ac:chgData name="БСУ" userId="bdbaa275-9249-41b1-8d15-242f632c67bf" providerId="ADAL" clId="{197EBE21-8B48-4453-9C86-4CDF9ED8FDB5}" dt="2023-02-19T11:04:34.983" v="52"/>
          <ac:spMkLst>
            <pc:docMk/>
            <pc:sldMk cId="1973852574" sldId="546"/>
            <ac:spMk id="4" creationId="{00000000-0000-0000-0000-000000000000}"/>
          </ac:spMkLst>
        </pc:spChg>
        <pc:spChg chg="mod">
          <ac:chgData name="БСУ" userId="bdbaa275-9249-41b1-8d15-242f632c67bf" providerId="ADAL" clId="{197EBE21-8B48-4453-9C86-4CDF9ED8FDB5}" dt="2023-02-19T11:05:04.417" v="54" actId="207"/>
          <ac:spMkLst>
            <pc:docMk/>
            <pc:sldMk cId="1973852574" sldId="546"/>
            <ac:spMk id="5" creationId="{00000000-0000-0000-0000-000000000000}"/>
          </ac:spMkLst>
        </pc:spChg>
        <pc:spChg chg="del mod">
          <ac:chgData name="БСУ" userId="bdbaa275-9249-41b1-8d15-242f632c67bf" providerId="ADAL" clId="{197EBE21-8B48-4453-9C86-4CDF9ED8FDB5}" dt="2023-02-19T11:05:07.431" v="55" actId="478"/>
          <ac:spMkLst>
            <pc:docMk/>
            <pc:sldMk cId="1973852574" sldId="546"/>
            <ac:spMk id="6" creationId="{13E1F991-F40B-4281-A9D0-FEC6664FFDBA}"/>
          </ac:spMkLst>
        </pc:spChg>
      </pc:sldChg>
      <pc:sldChg chg="delSp modSp add mod">
        <pc:chgData name="БСУ" userId="bdbaa275-9249-41b1-8d15-242f632c67bf" providerId="ADAL" clId="{197EBE21-8B48-4453-9C86-4CDF9ED8FDB5}" dt="2023-02-19T11:05:48.420" v="67" actId="478"/>
        <pc:sldMkLst>
          <pc:docMk/>
          <pc:sldMk cId="2903321003" sldId="547"/>
        </pc:sldMkLst>
        <pc:spChg chg="mod">
          <ac:chgData name="БСУ" userId="bdbaa275-9249-41b1-8d15-242f632c67bf" providerId="ADAL" clId="{197EBE21-8B48-4453-9C86-4CDF9ED8FDB5}" dt="2023-02-19T11:05:23.445" v="59" actId="2711"/>
          <ac:spMkLst>
            <pc:docMk/>
            <pc:sldMk cId="2903321003" sldId="547"/>
            <ac:spMk id="2" creationId="{00000000-0000-0000-0000-000000000000}"/>
          </ac:spMkLst>
        </pc:spChg>
        <pc:spChg chg="mod">
          <ac:chgData name="БСУ" userId="bdbaa275-9249-41b1-8d15-242f632c67bf" providerId="ADAL" clId="{197EBE21-8B48-4453-9C86-4CDF9ED8FDB5}" dt="2023-02-19T11:05:35.628" v="63" actId="207"/>
          <ac:spMkLst>
            <pc:docMk/>
            <pc:sldMk cId="2903321003" sldId="547"/>
            <ac:spMk id="3" creationId="{00000000-0000-0000-0000-000000000000}"/>
          </ac:spMkLst>
        </pc:spChg>
        <pc:spChg chg="del mod">
          <ac:chgData name="БСУ" userId="bdbaa275-9249-41b1-8d15-242f632c67bf" providerId="ADAL" clId="{197EBE21-8B48-4453-9C86-4CDF9ED8FDB5}" dt="2023-02-19T11:05:48.420" v="67" actId="478"/>
          <ac:spMkLst>
            <pc:docMk/>
            <pc:sldMk cId="2903321003" sldId="547"/>
            <ac:spMk id="6" creationId="{8962D586-92D7-4006-A7AA-403EA98D5C74}"/>
          </ac:spMkLst>
        </pc:spChg>
        <pc:picChg chg="mod">
          <ac:chgData name="БСУ" userId="bdbaa275-9249-41b1-8d15-242f632c67bf" providerId="ADAL" clId="{197EBE21-8B48-4453-9C86-4CDF9ED8FDB5}" dt="2023-02-19T11:05:46.399" v="66" actId="1076"/>
          <ac:picMkLst>
            <pc:docMk/>
            <pc:sldMk cId="2903321003" sldId="547"/>
            <ac:picMk id="5" creationId="{00000000-0000-0000-0000-000000000000}"/>
          </ac:picMkLst>
        </pc:picChg>
      </pc:sldChg>
      <pc:sldChg chg="delSp modSp add mod">
        <pc:chgData name="БСУ" userId="bdbaa275-9249-41b1-8d15-242f632c67bf" providerId="ADAL" clId="{197EBE21-8B48-4453-9C86-4CDF9ED8FDB5}" dt="2023-02-19T11:06:06.948" v="71" actId="478"/>
        <pc:sldMkLst>
          <pc:docMk/>
          <pc:sldMk cId="2585616265" sldId="548"/>
        </pc:sldMkLst>
        <pc:spChg chg="mod">
          <ac:chgData name="БСУ" userId="bdbaa275-9249-41b1-8d15-242f632c67bf" providerId="ADAL" clId="{197EBE21-8B48-4453-9C86-4CDF9ED8FDB5}" dt="2023-02-19T11:05:57.149" v="68" actId="2711"/>
          <ac:spMkLst>
            <pc:docMk/>
            <pc:sldMk cId="2585616265" sldId="548"/>
            <ac:spMk id="2" creationId="{00000000-0000-0000-0000-000000000000}"/>
          </ac:spMkLst>
        </pc:spChg>
        <pc:spChg chg="mod">
          <ac:chgData name="БСУ" userId="bdbaa275-9249-41b1-8d15-242f632c67bf" providerId="ADAL" clId="{197EBE21-8B48-4453-9C86-4CDF9ED8FDB5}" dt="2023-02-19T11:06:03.460" v="70" actId="207"/>
          <ac:spMkLst>
            <pc:docMk/>
            <pc:sldMk cId="2585616265" sldId="548"/>
            <ac:spMk id="3" creationId="{00000000-0000-0000-0000-000000000000}"/>
          </ac:spMkLst>
        </pc:spChg>
        <pc:spChg chg="del mod">
          <ac:chgData name="БСУ" userId="bdbaa275-9249-41b1-8d15-242f632c67bf" providerId="ADAL" clId="{197EBE21-8B48-4453-9C86-4CDF9ED8FDB5}" dt="2023-02-19T11:06:06.948" v="71" actId="478"/>
          <ac:spMkLst>
            <pc:docMk/>
            <pc:sldMk cId="2585616265" sldId="548"/>
            <ac:spMk id="5" creationId="{E1A0512B-69D6-472C-9BF3-5A2C3282FD4C}"/>
          </ac:spMkLst>
        </pc:spChg>
      </pc:sldChg>
      <pc:sldChg chg="delSp modSp add mod">
        <pc:chgData name="БСУ" userId="bdbaa275-9249-41b1-8d15-242f632c67bf" providerId="ADAL" clId="{197EBE21-8B48-4453-9C86-4CDF9ED8FDB5}" dt="2023-02-19T11:06:44.840" v="80" actId="478"/>
        <pc:sldMkLst>
          <pc:docMk/>
          <pc:sldMk cId="866619722" sldId="549"/>
        </pc:sldMkLst>
        <pc:spChg chg="mod">
          <ac:chgData name="БСУ" userId="bdbaa275-9249-41b1-8d15-242f632c67bf" providerId="ADAL" clId="{197EBE21-8B48-4453-9C86-4CDF9ED8FDB5}" dt="2023-02-19T11:06:40.647" v="78" actId="2711"/>
          <ac:spMkLst>
            <pc:docMk/>
            <pc:sldMk cId="866619722" sldId="549"/>
            <ac:spMk id="4" creationId="{00000000-0000-0000-0000-000000000000}"/>
          </ac:spMkLst>
        </pc:spChg>
        <pc:spChg chg="mod">
          <ac:chgData name="БСУ" userId="bdbaa275-9249-41b1-8d15-242f632c67bf" providerId="ADAL" clId="{197EBE21-8B48-4453-9C86-4CDF9ED8FDB5}" dt="2023-02-19T11:06:40.664" v="79" actId="27636"/>
          <ac:spMkLst>
            <pc:docMk/>
            <pc:sldMk cId="866619722" sldId="549"/>
            <ac:spMk id="5" creationId="{00000000-0000-0000-0000-000000000000}"/>
          </ac:spMkLst>
        </pc:spChg>
        <pc:spChg chg="del mod">
          <ac:chgData name="БСУ" userId="bdbaa275-9249-41b1-8d15-242f632c67bf" providerId="ADAL" clId="{197EBE21-8B48-4453-9C86-4CDF9ED8FDB5}" dt="2023-02-19T11:06:44.840" v="80" actId="478"/>
          <ac:spMkLst>
            <pc:docMk/>
            <pc:sldMk cId="866619722" sldId="549"/>
            <ac:spMk id="6" creationId="{A6A6BECA-DC45-4C66-BFBC-B4EC49877C3C}"/>
          </ac:spMkLst>
        </pc:spChg>
        <pc:picChg chg="mod">
          <ac:chgData name="БСУ" userId="bdbaa275-9249-41b1-8d15-242f632c67bf" providerId="ADAL" clId="{197EBE21-8B48-4453-9C86-4CDF9ED8FDB5}" dt="2023-02-19T11:06:35.498" v="77" actId="1076"/>
          <ac:picMkLst>
            <pc:docMk/>
            <pc:sldMk cId="866619722" sldId="549"/>
            <ac:picMk id="3074" creationId="{00000000-0000-0000-0000-000000000000}"/>
          </ac:picMkLst>
        </pc:picChg>
      </pc:sldChg>
      <pc:sldChg chg="delSp modSp add mod">
        <pc:chgData name="БСУ" userId="bdbaa275-9249-41b1-8d15-242f632c67bf" providerId="ADAL" clId="{197EBE21-8B48-4453-9C86-4CDF9ED8FDB5}" dt="2023-02-19T11:07:49.312" v="103" actId="207"/>
        <pc:sldMkLst>
          <pc:docMk/>
          <pc:sldMk cId="3978021105" sldId="550"/>
        </pc:sldMkLst>
        <pc:spChg chg="mod">
          <ac:chgData name="БСУ" userId="bdbaa275-9249-41b1-8d15-242f632c67bf" providerId="ADAL" clId="{197EBE21-8B48-4453-9C86-4CDF9ED8FDB5}" dt="2023-02-19T11:07:13.347" v="85" actId="404"/>
          <ac:spMkLst>
            <pc:docMk/>
            <pc:sldMk cId="3978021105" sldId="550"/>
            <ac:spMk id="2" creationId="{00000000-0000-0000-0000-000000000000}"/>
          </ac:spMkLst>
        </pc:spChg>
        <pc:spChg chg="mod">
          <ac:chgData name="БСУ" userId="bdbaa275-9249-41b1-8d15-242f632c67bf" providerId="ADAL" clId="{197EBE21-8B48-4453-9C86-4CDF9ED8FDB5}" dt="2023-02-19T11:07:49.312" v="103" actId="207"/>
          <ac:spMkLst>
            <pc:docMk/>
            <pc:sldMk cId="3978021105" sldId="550"/>
            <ac:spMk id="3" creationId="{00000000-0000-0000-0000-000000000000}"/>
          </ac:spMkLst>
        </pc:spChg>
        <pc:spChg chg="del mod">
          <ac:chgData name="БСУ" userId="bdbaa275-9249-41b1-8d15-242f632c67bf" providerId="ADAL" clId="{197EBE21-8B48-4453-9C86-4CDF9ED8FDB5}" dt="2023-02-19T11:07:09.516" v="83" actId="478"/>
          <ac:spMkLst>
            <pc:docMk/>
            <pc:sldMk cId="3978021105" sldId="550"/>
            <ac:spMk id="6" creationId="{246289B3-AB3A-4DD5-AD4A-617E05EEF275}"/>
          </ac:spMkLst>
        </pc:spChg>
        <pc:picChg chg="del">
          <ac:chgData name="БСУ" userId="bdbaa275-9249-41b1-8d15-242f632c67bf" providerId="ADAL" clId="{197EBE21-8B48-4453-9C86-4CDF9ED8FDB5}" dt="2023-02-19T11:07:00.829" v="81" actId="478"/>
          <ac:picMkLst>
            <pc:docMk/>
            <pc:sldMk cId="3978021105" sldId="550"/>
            <ac:picMk id="4098" creationId="{00000000-0000-0000-0000-000000000000}"/>
          </ac:picMkLst>
        </pc:picChg>
      </pc:sldChg>
      <pc:sldChg chg="delSp modSp add mod">
        <pc:chgData name="БСУ" userId="bdbaa275-9249-41b1-8d15-242f632c67bf" providerId="ADAL" clId="{197EBE21-8B48-4453-9C86-4CDF9ED8FDB5}" dt="2023-02-19T11:08:14.043" v="109" actId="478"/>
        <pc:sldMkLst>
          <pc:docMk/>
          <pc:sldMk cId="680911723" sldId="551"/>
        </pc:sldMkLst>
        <pc:spChg chg="mod">
          <ac:chgData name="БСУ" userId="bdbaa275-9249-41b1-8d15-242f632c67bf" providerId="ADAL" clId="{197EBE21-8B48-4453-9C86-4CDF9ED8FDB5}" dt="2023-02-19T11:08:00.074" v="104" actId="2711"/>
          <ac:spMkLst>
            <pc:docMk/>
            <pc:sldMk cId="680911723" sldId="551"/>
            <ac:spMk id="2" creationId="{00000000-0000-0000-0000-000000000000}"/>
          </ac:spMkLst>
        </pc:spChg>
        <pc:spChg chg="mod">
          <ac:chgData name="БСУ" userId="bdbaa275-9249-41b1-8d15-242f632c67bf" providerId="ADAL" clId="{197EBE21-8B48-4453-9C86-4CDF9ED8FDB5}" dt="2023-02-19T11:08:11.076" v="108" actId="207"/>
          <ac:spMkLst>
            <pc:docMk/>
            <pc:sldMk cId="680911723" sldId="551"/>
            <ac:spMk id="3" creationId="{00000000-0000-0000-0000-000000000000}"/>
          </ac:spMkLst>
        </pc:spChg>
        <pc:spChg chg="del mod">
          <ac:chgData name="БСУ" userId="bdbaa275-9249-41b1-8d15-242f632c67bf" providerId="ADAL" clId="{197EBE21-8B48-4453-9C86-4CDF9ED8FDB5}" dt="2023-02-19T11:08:14.043" v="109" actId="478"/>
          <ac:spMkLst>
            <pc:docMk/>
            <pc:sldMk cId="680911723" sldId="551"/>
            <ac:spMk id="5" creationId="{6F5051F4-A04D-47F9-9318-F88FA9153ABD}"/>
          </ac:spMkLst>
        </pc:spChg>
      </pc:sldChg>
      <pc:sldChg chg="delSp modSp add mod">
        <pc:chgData name="БСУ" userId="bdbaa275-9249-41b1-8d15-242f632c67bf" providerId="ADAL" clId="{197EBE21-8B48-4453-9C86-4CDF9ED8FDB5}" dt="2023-02-19T11:08:51.557" v="119" actId="478"/>
        <pc:sldMkLst>
          <pc:docMk/>
          <pc:sldMk cId="2120201085" sldId="552"/>
        </pc:sldMkLst>
        <pc:spChg chg="mod">
          <ac:chgData name="БСУ" userId="bdbaa275-9249-41b1-8d15-242f632c67bf" providerId="ADAL" clId="{197EBE21-8B48-4453-9C86-4CDF9ED8FDB5}" dt="2023-02-19T11:08:48.912" v="117" actId="2711"/>
          <ac:spMkLst>
            <pc:docMk/>
            <pc:sldMk cId="2120201085" sldId="552"/>
            <ac:spMk id="2" creationId="{00000000-0000-0000-0000-000000000000}"/>
          </ac:spMkLst>
        </pc:spChg>
        <pc:spChg chg="mod">
          <ac:chgData name="БСУ" userId="bdbaa275-9249-41b1-8d15-242f632c67bf" providerId="ADAL" clId="{197EBE21-8B48-4453-9C86-4CDF9ED8FDB5}" dt="2023-02-19T11:08:48.930" v="118" actId="27636"/>
          <ac:spMkLst>
            <pc:docMk/>
            <pc:sldMk cId="2120201085" sldId="552"/>
            <ac:spMk id="3" creationId="{00000000-0000-0000-0000-000000000000}"/>
          </ac:spMkLst>
        </pc:spChg>
        <pc:spChg chg="del mod">
          <ac:chgData name="БСУ" userId="bdbaa275-9249-41b1-8d15-242f632c67bf" providerId="ADAL" clId="{197EBE21-8B48-4453-9C86-4CDF9ED8FDB5}" dt="2023-02-19T11:08:51.557" v="119" actId="478"/>
          <ac:spMkLst>
            <pc:docMk/>
            <pc:sldMk cId="2120201085" sldId="552"/>
            <ac:spMk id="6" creationId="{BA456EDD-2C94-4945-B2C4-56D7E1C9FC52}"/>
          </ac:spMkLst>
        </pc:spChg>
        <pc:picChg chg="mod">
          <ac:chgData name="БСУ" userId="bdbaa275-9249-41b1-8d15-242f632c67bf" providerId="ADAL" clId="{197EBE21-8B48-4453-9C86-4CDF9ED8FDB5}" dt="2023-02-19T11:08:40.441" v="116" actId="14861"/>
          <ac:picMkLst>
            <pc:docMk/>
            <pc:sldMk cId="2120201085" sldId="552"/>
            <ac:picMk id="6146" creationId="{00000000-0000-0000-0000-000000000000}"/>
          </ac:picMkLst>
        </pc:picChg>
      </pc:sldChg>
      <pc:sldChg chg="delSp modSp add mod">
        <pc:chgData name="БСУ" userId="bdbaa275-9249-41b1-8d15-242f632c67bf" providerId="ADAL" clId="{197EBE21-8B48-4453-9C86-4CDF9ED8FDB5}" dt="2023-02-19T11:12:23.067" v="166" actId="113"/>
        <pc:sldMkLst>
          <pc:docMk/>
          <pc:sldMk cId="648906807" sldId="553"/>
        </pc:sldMkLst>
        <pc:spChg chg="mod">
          <ac:chgData name="БСУ" userId="bdbaa275-9249-41b1-8d15-242f632c67bf" providerId="ADAL" clId="{197EBE21-8B48-4453-9C86-4CDF9ED8FDB5}" dt="2023-02-19T11:08:59.890" v="120" actId="2711"/>
          <ac:spMkLst>
            <pc:docMk/>
            <pc:sldMk cId="648906807" sldId="553"/>
            <ac:spMk id="2" creationId="{00000000-0000-0000-0000-000000000000}"/>
          </ac:spMkLst>
        </pc:spChg>
        <pc:spChg chg="mod">
          <ac:chgData name="БСУ" userId="bdbaa275-9249-41b1-8d15-242f632c67bf" providerId="ADAL" clId="{197EBE21-8B48-4453-9C86-4CDF9ED8FDB5}" dt="2023-02-19T11:12:23.067" v="166" actId="113"/>
          <ac:spMkLst>
            <pc:docMk/>
            <pc:sldMk cId="648906807" sldId="553"/>
            <ac:spMk id="3" creationId="{00000000-0000-0000-0000-000000000000}"/>
          </ac:spMkLst>
        </pc:spChg>
        <pc:spChg chg="del mod">
          <ac:chgData name="БСУ" userId="bdbaa275-9249-41b1-8d15-242f632c67bf" providerId="ADAL" clId="{197EBE21-8B48-4453-9C86-4CDF9ED8FDB5}" dt="2023-02-19T11:09:02.105" v="122" actId="478"/>
          <ac:spMkLst>
            <pc:docMk/>
            <pc:sldMk cId="648906807" sldId="553"/>
            <ac:spMk id="5" creationId="{5EDD3BE2-3090-4E41-8A01-397CC031DCF8}"/>
          </ac:spMkLst>
        </pc:spChg>
      </pc:sldChg>
      <pc:sldChg chg="delSp modSp add mod">
        <pc:chgData name="БСУ" userId="bdbaa275-9249-41b1-8d15-242f632c67bf" providerId="ADAL" clId="{197EBE21-8B48-4453-9C86-4CDF9ED8FDB5}" dt="2023-02-19T11:09:10.257" v="124" actId="478"/>
        <pc:sldMkLst>
          <pc:docMk/>
          <pc:sldMk cId="3679128901" sldId="555"/>
        </pc:sldMkLst>
        <pc:spChg chg="mod">
          <ac:chgData name="БСУ" userId="bdbaa275-9249-41b1-8d15-242f632c67bf" providerId="ADAL" clId="{197EBE21-8B48-4453-9C86-4CDF9ED8FDB5}" dt="2023-02-19T11:09:08.172" v="123" actId="2711"/>
          <ac:spMkLst>
            <pc:docMk/>
            <pc:sldMk cId="3679128901" sldId="555"/>
            <ac:spMk id="4" creationId="{00000000-0000-0000-0000-000000000000}"/>
          </ac:spMkLst>
        </pc:spChg>
        <pc:spChg chg="mod">
          <ac:chgData name="БСУ" userId="bdbaa275-9249-41b1-8d15-242f632c67bf" providerId="ADAL" clId="{197EBE21-8B48-4453-9C86-4CDF9ED8FDB5}" dt="2023-02-19T11:09:08.172" v="123" actId="2711"/>
          <ac:spMkLst>
            <pc:docMk/>
            <pc:sldMk cId="3679128901" sldId="555"/>
            <ac:spMk id="5" creationId="{00000000-0000-0000-0000-000000000000}"/>
          </ac:spMkLst>
        </pc:spChg>
        <pc:spChg chg="del mod">
          <ac:chgData name="БСУ" userId="bdbaa275-9249-41b1-8d15-242f632c67bf" providerId="ADAL" clId="{197EBE21-8B48-4453-9C86-4CDF9ED8FDB5}" dt="2023-02-19T11:09:10.257" v="124" actId="478"/>
          <ac:spMkLst>
            <pc:docMk/>
            <pc:sldMk cId="3679128901" sldId="555"/>
            <ac:spMk id="6" creationId="{F0B525B4-E92B-4591-84FE-DB167856C7D0}"/>
          </ac:spMkLst>
        </pc:spChg>
      </pc:sldChg>
      <pc:sldChg chg="delSp modSp add mod">
        <pc:chgData name="БСУ" userId="bdbaa275-9249-41b1-8d15-242f632c67bf" providerId="ADAL" clId="{197EBE21-8B48-4453-9C86-4CDF9ED8FDB5}" dt="2023-02-19T11:10:15.274" v="142" actId="1076"/>
        <pc:sldMkLst>
          <pc:docMk/>
          <pc:sldMk cId="4136723097" sldId="556"/>
        </pc:sldMkLst>
        <pc:spChg chg="mod">
          <ac:chgData name="БСУ" userId="bdbaa275-9249-41b1-8d15-242f632c67bf" providerId="ADAL" clId="{197EBE21-8B48-4453-9C86-4CDF9ED8FDB5}" dt="2023-02-19T11:10:15.274" v="142" actId="1076"/>
          <ac:spMkLst>
            <pc:docMk/>
            <pc:sldMk cId="4136723097" sldId="556"/>
            <ac:spMk id="2" creationId="{00000000-0000-0000-0000-000000000000}"/>
          </ac:spMkLst>
        </pc:spChg>
        <pc:spChg chg="mod">
          <ac:chgData name="БСУ" userId="bdbaa275-9249-41b1-8d15-242f632c67bf" providerId="ADAL" clId="{197EBE21-8B48-4453-9C86-4CDF9ED8FDB5}" dt="2023-02-19T11:10:15.274" v="142" actId="1076"/>
          <ac:spMkLst>
            <pc:docMk/>
            <pc:sldMk cId="4136723097" sldId="556"/>
            <ac:spMk id="3" creationId="{00000000-0000-0000-0000-000000000000}"/>
          </ac:spMkLst>
        </pc:spChg>
        <pc:spChg chg="del mod">
          <ac:chgData name="БСУ" userId="bdbaa275-9249-41b1-8d15-242f632c67bf" providerId="ADAL" clId="{197EBE21-8B48-4453-9C86-4CDF9ED8FDB5}" dt="2023-02-19T11:10:08.243" v="140" actId="478"/>
          <ac:spMkLst>
            <pc:docMk/>
            <pc:sldMk cId="4136723097" sldId="556"/>
            <ac:spMk id="5" creationId="{A5249E83-D9BD-4DFF-924E-AE47B8A07358}"/>
          </ac:spMkLst>
        </pc:spChg>
      </pc:sldChg>
      <pc:sldChg chg="delSp modSp add mod">
        <pc:chgData name="БСУ" userId="bdbaa275-9249-41b1-8d15-242f632c67bf" providerId="ADAL" clId="{197EBE21-8B48-4453-9C86-4CDF9ED8FDB5}" dt="2023-02-19T11:11:17.101" v="154" actId="478"/>
        <pc:sldMkLst>
          <pc:docMk/>
          <pc:sldMk cId="2325560819" sldId="557"/>
        </pc:sldMkLst>
        <pc:spChg chg="mod">
          <ac:chgData name="БСУ" userId="bdbaa275-9249-41b1-8d15-242f632c67bf" providerId="ADAL" clId="{197EBE21-8B48-4453-9C86-4CDF9ED8FDB5}" dt="2023-02-19T11:11:15.329" v="153" actId="1076"/>
          <ac:spMkLst>
            <pc:docMk/>
            <pc:sldMk cId="2325560819" sldId="557"/>
            <ac:spMk id="2" creationId="{00000000-0000-0000-0000-000000000000}"/>
          </ac:spMkLst>
        </pc:spChg>
        <pc:spChg chg="mod">
          <ac:chgData name="БСУ" userId="bdbaa275-9249-41b1-8d15-242f632c67bf" providerId="ADAL" clId="{197EBE21-8B48-4453-9C86-4CDF9ED8FDB5}" dt="2023-02-19T11:11:11.550" v="152" actId="1076"/>
          <ac:spMkLst>
            <pc:docMk/>
            <pc:sldMk cId="2325560819" sldId="557"/>
            <ac:spMk id="3" creationId="{00000000-0000-0000-0000-000000000000}"/>
          </ac:spMkLst>
        </pc:spChg>
        <pc:spChg chg="del mod">
          <ac:chgData name="БСУ" userId="bdbaa275-9249-41b1-8d15-242f632c67bf" providerId="ADAL" clId="{197EBE21-8B48-4453-9C86-4CDF9ED8FDB5}" dt="2023-02-19T11:11:17.101" v="154" actId="478"/>
          <ac:spMkLst>
            <pc:docMk/>
            <pc:sldMk cId="2325560819" sldId="557"/>
            <ac:spMk id="7" creationId="{E7FDFDBF-AC78-4F84-BA6B-9DFBBEAFD3AB}"/>
          </ac:spMkLst>
        </pc:spChg>
        <pc:picChg chg="mod">
          <ac:chgData name="БСУ" userId="bdbaa275-9249-41b1-8d15-242f632c67bf" providerId="ADAL" clId="{197EBE21-8B48-4453-9C86-4CDF9ED8FDB5}" dt="2023-02-19T11:11:07.306" v="151" actId="1076"/>
          <ac:picMkLst>
            <pc:docMk/>
            <pc:sldMk cId="2325560819" sldId="557"/>
            <ac:picMk id="6" creationId="{00000000-0000-0000-0000-000000000000}"/>
          </ac:picMkLst>
        </pc:picChg>
      </pc:sldChg>
      <pc:sldChg chg="delSp modSp add mod">
        <pc:chgData name="БСУ" userId="bdbaa275-9249-41b1-8d15-242f632c67bf" providerId="ADAL" clId="{197EBE21-8B48-4453-9C86-4CDF9ED8FDB5}" dt="2023-02-19T11:11:44.433" v="162" actId="478"/>
        <pc:sldMkLst>
          <pc:docMk/>
          <pc:sldMk cId="656350762" sldId="558"/>
        </pc:sldMkLst>
        <pc:spChg chg="mod">
          <ac:chgData name="БСУ" userId="bdbaa275-9249-41b1-8d15-242f632c67bf" providerId="ADAL" clId="{197EBE21-8B48-4453-9C86-4CDF9ED8FDB5}" dt="2023-02-19T11:11:38.580" v="160" actId="2711"/>
          <ac:spMkLst>
            <pc:docMk/>
            <pc:sldMk cId="656350762" sldId="558"/>
            <ac:spMk id="2" creationId="{00000000-0000-0000-0000-000000000000}"/>
          </ac:spMkLst>
        </pc:spChg>
        <pc:spChg chg="mod">
          <ac:chgData name="БСУ" userId="bdbaa275-9249-41b1-8d15-242f632c67bf" providerId="ADAL" clId="{197EBE21-8B48-4453-9C86-4CDF9ED8FDB5}" dt="2023-02-19T11:11:38.617" v="161" actId="27636"/>
          <ac:spMkLst>
            <pc:docMk/>
            <pc:sldMk cId="656350762" sldId="558"/>
            <ac:spMk id="3" creationId="{00000000-0000-0000-0000-000000000000}"/>
          </ac:spMkLst>
        </pc:spChg>
        <pc:spChg chg="del mod">
          <ac:chgData name="БСУ" userId="bdbaa275-9249-41b1-8d15-242f632c67bf" providerId="ADAL" clId="{197EBE21-8B48-4453-9C86-4CDF9ED8FDB5}" dt="2023-02-19T11:11:44.433" v="162" actId="478"/>
          <ac:spMkLst>
            <pc:docMk/>
            <pc:sldMk cId="656350762" sldId="558"/>
            <ac:spMk id="6" creationId="{13CA3E12-3AE1-47E9-9721-3EE1FB81FC84}"/>
          </ac:spMkLst>
        </pc:spChg>
        <pc:picChg chg="mod">
          <ac:chgData name="БСУ" userId="bdbaa275-9249-41b1-8d15-242f632c67bf" providerId="ADAL" clId="{197EBE21-8B48-4453-9C86-4CDF9ED8FDB5}" dt="2023-02-19T11:11:33.834" v="159" actId="14100"/>
          <ac:picMkLst>
            <pc:docMk/>
            <pc:sldMk cId="656350762" sldId="558"/>
            <ac:picMk id="5" creationId="{00000000-0000-0000-0000-000000000000}"/>
          </ac:picMkLst>
        </pc:picChg>
      </pc:sldChg>
      <pc:sldChg chg="modSp mod">
        <pc:chgData name="БСУ" userId="bdbaa275-9249-41b1-8d15-242f632c67bf" providerId="ADAL" clId="{197EBE21-8B48-4453-9C86-4CDF9ED8FDB5}" dt="2023-02-19T11:01:56.912" v="8"/>
        <pc:sldMkLst>
          <pc:docMk/>
          <pc:sldMk cId="2385751420" sldId="571"/>
        </pc:sldMkLst>
        <pc:spChg chg="mod">
          <ac:chgData name="БСУ" userId="bdbaa275-9249-41b1-8d15-242f632c67bf" providerId="ADAL" clId="{197EBE21-8B48-4453-9C86-4CDF9ED8FDB5}" dt="2023-02-19T11:01:56.912" v="8"/>
          <ac:spMkLst>
            <pc:docMk/>
            <pc:sldMk cId="2385751420" sldId="571"/>
            <ac:spMk id="8" creationId="{00000000-0000-0000-0000-000000000000}"/>
          </ac:spMkLst>
        </pc:spChg>
      </pc:sldChg>
      <pc:sldChg chg="delSp modSp add mod">
        <pc:chgData name="БСУ" userId="bdbaa275-9249-41b1-8d15-242f632c67bf" providerId="ADAL" clId="{197EBE21-8B48-4453-9C86-4CDF9ED8FDB5}" dt="2023-02-19T11:12:40.319" v="167" actId="1076"/>
        <pc:sldMkLst>
          <pc:docMk/>
          <pc:sldMk cId="310776628" sldId="590"/>
        </pc:sldMkLst>
        <pc:spChg chg="mod">
          <ac:chgData name="БСУ" userId="bdbaa275-9249-41b1-8d15-242f632c67bf" providerId="ADAL" clId="{197EBE21-8B48-4453-9C86-4CDF9ED8FDB5}" dt="2023-02-19T11:04:07.316" v="50" actId="2711"/>
          <ac:spMkLst>
            <pc:docMk/>
            <pc:sldMk cId="310776628" sldId="590"/>
            <ac:spMk id="4" creationId="{00000000-0000-0000-0000-000000000000}"/>
          </ac:spMkLst>
        </pc:spChg>
        <pc:spChg chg="mod">
          <ac:chgData name="БСУ" userId="bdbaa275-9249-41b1-8d15-242f632c67bf" providerId="ADAL" clId="{197EBE21-8B48-4453-9C86-4CDF9ED8FDB5}" dt="2023-02-19T11:12:40.319" v="167" actId="1076"/>
          <ac:spMkLst>
            <pc:docMk/>
            <pc:sldMk cId="310776628" sldId="590"/>
            <ac:spMk id="5" creationId="{00000000-0000-0000-0000-000000000000}"/>
          </ac:spMkLst>
        </pc:spChg>
        <pc:spChg chg="del">
          <ac:chgData name="БСУ" userId="bdbaa275-9249-41b1-8d15-242f632c67bf" providerId="ADAL" clId="{197EBE21-8B48-4453-9C86-4CDF9ED8FDB5}" dt="2023-02-19T11:03:23.922" v="41" actId="478"/>
          <ac:spMkLst>
            <pc:docMk/>
            <pc:sldMk cId="310776628" sldId="590"/>
            <ac:spMk id="7" creationId="{BA610DD5-521C-43DE-B13D-0A237A550117}"/>
          </ac:spMkLst>
        </pc:spChg>
        <pc:picChg chg="del">
          <ac:chgData name="БСУ" userId="bdbaa275-9249-41b1-8d15-242f632c67bf" providerId="ADAL" clId="{197EBE21-8B48-4453-9C86-4CDF9ED8FDB5}" dt="2023-02-19T11:03:21.571" v="38" actId="478"/>
          <ac:picMkLst>
            <pc:docMk/>
            <pc:sldMk cId="310776628" sldId="590"/>
            <ac:picMk id="10" creationId="{00000000-0000-0000-0000-000000000000}"/>
          </ac:picMkLst>
        </pc:picChg>
        <pc:picChg chg="del mod">
          <ac:chgData name="БСУ" userId="bdbaa275-9249-41b1-8d15-242f632c67bf" providerId="ADAL" clId="{197EBE21-8B48-4453-9C86-4CDF9ED8FDB5}" dt="2023-02-19T11:03:22.777" v="40" actId="478"/>
          <ac:picMkLst>
            <pc:docMk/>
            <pc:sldMk cId="310776628" sldId="590"/>
            <ac:picMk id="11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A0D3FF-81AC-477B-919E-75762E6B2153}" type="datetimeFigureOut">
              <a:rPr lang="bg-BG" smtClean="0"/>
              <a:t>23.10.2025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8142EC-5991-4235-A99B-961F17902D60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837940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5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3CB8708A-8556-42FD-AFB9-1485951BC6C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42727812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CA009F32-B0B0-4A27-B2AA-6DDE0461CDE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5023841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23.10.2025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171436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23.10.2025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34437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23.10.2025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40543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23.10.2025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329758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23.10.2025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96114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23.10.2025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986021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23.10.2025 г.</a:t>
            </a:fld>
            <a:endParaRPr 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263839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23.10.2025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23708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23.10.2025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697053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23.10.2025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528007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23.10.2025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69803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069AEA-C8BE-4DD6-B9AB-21EA40DF5D87}" type="datetimeFigureOut">
              <a:rPr lang="bg-BG" smtClean="0"/>
              <a:t>23.10.2025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052542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A11B2B-6DC7-2642-A5E2-7E3177B718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24336"/>
            <a:ext cx="9144000" cy="2387600"/>
          </a:xfrm>
        </p:spPr>
        <p:txBody>
          <a:bodyPr>
            <a:noAutofit/>
          </a:bodyPr>
          <a:lstStyle/>
          <a:p>
            <a:r>
              <a:rPr lang="ru-RU" sz="4400" dirty="0">
                <a:latin typeface="Comfortaa" pitchFamily="2" charset="0"/>
              </a:rPr>
              <a:t>Увод в </a:t>
            </a:r>
            <a:r>
              <a:rPr lang="ru-RU" sz="4400" dirty="0" err="1">
                <a:latin typeface="Comfortaa" pitchFamily="2" charset="0"/>
              </a:rPr>
              <a:t>концепцията</a:t>
            </a:r>
            <a:r>
              <a:rPr lang="ru-RU" sz="4400" dirty="0">
                <a:latin typeface="Comfortaa" pitchFamily="2" charset="0"/>
              </a:rPr>
              <a:t> за </a:t>
            </a:r>
            <a:r>
              <a:rPr lang="ru-RU" sz="4400" dirty="0" err="1">
                <a:latin typeface="Comfortaa" pitchFamily="2" charset="0"/>
              </a:rPr>
              <a:t>дебъгване</a:t>
            </a:r>
            <a:r>
              <a:rPr lang="ru-RU" sz="4400" dirty="0">
                <a:latin typeface="Comfortaa" pitchFamily="2" charset="0"/>
              </a:rPr>
              <a:t>: </a:t>
            </a:r>
            <a:r>
              <a:rPr lang="ru-RU" sz="4400" dirty="0" err="1">
                <a:latin typeface="Comfortaa" pitchFamily="2" charset="0"/>
              </a:rPr>
              <a:t>откриване</a:t>
            </a:r>
            <a:r>
              <a:rPr lang="ru-RU" sz="4400" dirty="0">
                <a:latin typeface="Comfortaa" pitchFamily="2" charset="0"/>
              </a:rPr>
              <a:t> и </a:t>
            </a:r>
            <a:r>
              <a:rPr lang="ru-RU" sz="4400" dirty="0" err="1">
                <a:latin typeface="Comfortaa" pitchFamily="2" charset="0"/>
              </a:rPr>
              <a:t>отстраняване</a:t>
            </a:r>
            <a:r>
              <a:rPr lang="ru-RU" sz="4400" dirty="0">
                <a:latin typeface="Comfortaa" pitchFamily="2" charset="0"/>
              </a:rPr>
              <a:t> на </a:t>
            </a:r>
            <a:r>
              <a:rPr lang="ru-RU" sz="4400" dirty="0" err="1">
                <a:latin typeface="Comfortaa" pitchFamily="2" charset="0"/>
              </a:rPr>
              <a:t>проблеми</a:t>
            </a:r>
            <a:r>
              <a:rPr lang="ru-RU" sz="4400" dirty="0">
                <a:latin typeface="Comfortaa" pitchFamily="2" charset="0"/>
              </a:rPr>
              <a:t> </a:t>
            </a:r>
            <a:endParaRPr lang="bg-BG" sz="4400" dirty="0">
              <a:latin typeface="Comfortaa" pitchFamily="2" charset="0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D72CEAD-2598-2D6F-7FF9-AF95330D8A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04011"/>
            <a:ext cx="9144000" cy="1655762"/>
          </a:xfrm>
        </p:spPr>
        <p:txBody>
          <a:bodyPr/>
          <a:lstStyle/>
          <a:p>
            <a:r>
              <a:rPr lang="en-US" dirty="0">
                <a:latin typeface="Comfortaa" pitchFamily="2" charset="0"/>
              </a:rPr>
              <a:t>Visual Studio Debugger</a:t>
            </a:r>
          </a:p>
        </p:txBody>
      </p:sp>
    </p:spTree>
    <p:extLst>
      <p:ext uri="{BB962C8B-B14F-4D97-AF65-F5344CB8AC3E}">
        <p14:creationId xmlns:p14="http://schemas.microsoft.com/office/powerpoint/2010/main" val="23869597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8" name="Rectangle 2"/>
          <p:cNvSpPr>
            <a:spLocks noGrp="1" noChangeArrowheads="1"/>
          </p:cNvSpPr>
          <p:nvPr>
            <p:ph type="title"/>
          </p:nvPr>
        </p:nvSpPr>
        <p:spPr>
          <a:xfrm>
            <a:off x="957959" y="733260"/>
            <a:ext cx="10515600" cy="1325563"/>
          </a:xfrm>
        </p:spPr>
        <p:txBody>
          <a:bodyPr>
            <a:normAutofit/>
          </a:bodyPr>
          <a:lstStyle/>
          <a:p>
            <a:r>
              <a:rPr lang="bg-BG" b="1" dirty="0">
                <a:latin typeface="Comfortaa" pitchFamily="2" charset="0"/>
              </a:rPr>
              <a:t>Съдържание</a:t>
            </a:r>
          </a:p>
        </p:txBody>
      </p:sp>
      <p:sp>
        <p:nvSpPr>
          <p:cNvPr id="8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57959" y="2058823"/>
            <a:ext cx="10515600" cy="421774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en-US" sz="3200" dirty="0">
                <a:latin typeface="Comfortaa" pitchFamily="2" charset="0"/>
              </a:rPr>
              <a:t>Visual Studio Debugger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bg-BG" sz="3200" dirty="0">
                <a:latin typeface="Comfortaa" pitchFamily="2" charset="0"/>
              </a:rPr>
              <a:t>Точки на прекъсвания (</a:t>
            </a:r>
            <a:r>
              <a:rPr lang="en-US" sz="3200" dirty="0">
                <a:latin typeface="Comfortaa" pitchFamily="2" charset="0"/>
              </a:rPr>
              <a:t>Breakpoints)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endParaRPr lang="en-US" sz="3200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57514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Comfortaa" pitchFamily="2" charset="0"/>
              </a:rPr>
              <a:t>Visual Studio IDE </a:t>
            </a:r>
            <a:r>
              <a:rPr lang="bg-BG" dirty="0">
                <a:latin typeface="Comfortaa" pitchFamily="2" charset="0"/>
              </a:rPr>
              <a:t>дава множество инструмента за </a:t>
            </a:r>
            <a:r>
              <a:rPr lang="bg-BG" dirty="0" err="1">
                <a:latin typeface="Comfortaa" pitchFamily="2" charset="0"/>
              </a:rPr>
              <a:t>дебъгване</a:t>
            </a:r>
            <a:r>
              <a:rPr lang="bg-BG" dirty="0">
                <a:latin typeface="Comfortaa" pitchFamily="2" charset="0"/>
              </a:rPr>
              <a:t> на приложението Ви</a:t>
            </a:r>
            <a:endParaRPr lang="en-US" dirty="0"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Добавяне на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b="1" dirty="0">
                <a:solidFill>
                  <a:srgbClr val="FF0000"/>
                </a:solidFill>
                <a:latin typeface="Comfortaa" pitchFamily="2" charset="0"/>
              </a:rPr>
              <a:t>точки на прекъсване 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(стопери)</a:t>
            </a:r>
            <a:endParaRPr lang="en-US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Визуализиране на 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b="1" dirty="0">
                <a:solidFill>
                  <a:srgbClr val="FF0000"/>
                </a:solidFill>
                <a:latin typeface="Comfortaa" pitchFamily="2" charset="0"/>
              </a:rPr>
              <a:t>програмния поток</a:t>
            </a:r>
            <a:endParaRPr lang="en-US" b="1" dirty="0">
              <a:solidFill>
                <a:srgbClr val="FF0000"/>
              </a:solidFill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Управление на 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b="1" dirty="0">
                <a:solidFill>
                  <a:srgbClr val="FF0000"/>
                </a:solidFill>
                <a:latin typeface="Comfortaa" pitchFamily="2" charset="0"/>
              </a:rPr>
              <a:t>потока на изпълнение</a:t>
            </a:r>
            <a:endParaRPr lang="en-US" b="1" dirty="0">
              <a:solidFill>
                <a:srgbClr val="FF0000"/>
              </a:solidFill>
              <a:latin typeface="Comfortaa" pitchFamily="2" charset="0"/>
            </a:endParaRPr>
          </a:p>
          <a:p>
            <a:pPr lvl="1"/>
            <a:r>
              <a:rPr lang="bg-BG" b="1" dirty="0">
                <a:solidFill>
                  <a:srgbClr val="FF0000"/>
                </a:solidFill>
                <a:latin typeface="Comfortaa" pitchFamily="2" charset="0"/>
              </a:rPr>
              <a:t>Съвети</a:t>
            </a:r>
          </a:p>
          <a:p>
            <a:pPr lvl="1"/>
            <a:r>
              <a:rPr lang="bg-BG" b="1" dirty="0">
                <a:solidFill>
                  <a:srgbClr val="FF0000"/>
                </a:solidFill>
                <a:latin typeface="Comfortaa" pitchFamily="2" charset="0"/>
              </a:rPr>
              <a:t>Наблюдение на променливите</a:t>
            </a:r>
            <a:endParaRPr lang="en-US" b="1" dirty="0">
              <a:solidFill>
                <a:srgbClr val="FF0000"/>
              </a:solidFill>
              <a:latin typeface="Comfortaa" pitchFamily="2" charset="0"/>
            </a:endParaRPr>
          </a:p>
          <a:p>
            <a:pPr lvl="1"/>
            <a:r>
              <a:rPr lang="bg-BG" dirty="0" err="1">
                <a:latin typeface="Comfortaa" pitchFamily="2" charset="0"/>
              </a:rPr>
              <a:t>Дебъгване</a:t>
            </a:r>
            <a:r>
              <a:rPr lang="bg-BG" dirty="0">
                <a:latin typeface="Comfortaa" pitchFamily="2" charset="0"/>
              </a:rPr>
              <a:t> на 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b="1" dirty="0" err="1">
                <a:solidFill>
                  <a:srgbClr val="FF0000"/>
                </a:solidFill>
                <a:latin typeface="Comfortaa" pitchFamily="2" charset="0"/>
              </a:rPr>
              <a:t>многонишкови</a:t>
            </a:r>
            <a:r>
              <a:rPr lang="bg-BG" b="1" dirty="0">
                <a:solidFill>
                  <a:srgbClr val="FF0000"/>
                </a:solidFill>
                <a:latin typeface="Comfortaa" pitchFamily="2" charset="0"/>
              </a:rPr>
              <a:t> програми</a:t>
            </a:r>
            <a:endParaRPr lang="en-US" b="1" dirty="0">
              <a:solidFill>
                <a:srgbClr val="FF0000"/>
              </a:solidFill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И още много …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mfortaa" pitchFamily="2" charset="0"/>
              </a:rPr>
              <a:t>Visual Studio Debugger</a:t>
            </a:r>
          </a:p>
        </p:txBody>
      </p:sp>
    </p:spTree>
    <p:extLst>
      <p:ext uri="{BB962C8B-B14F-4D97-AF65-F5344CB8AC3E}">
        <p14:creationId xmlns:p14="http://schemas.microsoft.com/office/powerpoint/2010/main" val="19738525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5502442" cy="4472907"/>
          </a:xfrm>
        </p:spPr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Стартирайте програмата  с</a:t>
            </a:r>
            <a:r>
              <a:rPr lang="en-US" dirty="0">
                <a:latin typeface="Comfortaa" pitchFamily="2" charset="0"/>
              </a:rPr>
              <a:t> Visual Studio Debugger</a:t>
            </a:r>
          </a:p>
          <a:p>
            <a:r>
              <a:rPr lang="ru-RU" dirty="0">
                <a:latin typeface="Comfortaa" pitchFamily="2" charset="0"/>
              </a:rPr>
              <a:t>Свържете се с вече стартиран процес</a:t>
            </a:r>
          </a:p>
          <a:p>
            <a:pPr lvl="1"/>
            <a:r>
              <a:rPr lang="bg-BG" dirty="0">
                <a:latin typeface="Comfortaa" pitchFamily="2" charset="0"/>
              </a:rPr>
              <a:t>Без заредена програма можете все още да </a:t>
            </a:r>
            <a:r>
              <a:rPr lang="bg-BG" dirty="0" err="1">
                <a:latin typeface="Comfortaa" pitchFamily="2" charset="0"/>
              </a:rPr>
              <a:t>дебъгвате</a:t>
            </a:r>
            <a:endParaRPr lang="en-US" dirty="0"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Използва се когато 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не е лесно достъпна</a:t>
            </a:r>
            <a:endParaRPr lang="en-US" dirty="0"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От менюто </a:t>
            </a:r>
            <a:r>
              <a:rPr lang="en-US" b="1" dirty="0">
                <a:solidFill>
                  <a:srgbClr val="FF0000"/>
                </a:solidFill>
                <a:latin typeface="Comfortaa" pitchFamily="2" charset="0"/>
              </a:rPr>
              <a:t>Debug</a:t>
            </a:r>
            <a:r>
              <a:rPr lang="en-US" dirty="0">
                <a:solidFill>
                  <a:srgbClr val="FF0000"/>
                </a:solidFill>
                <a:latin typeface="Comfortaa" pitchFamily="2" charset="0"/>
              </a:rPr>
              <a:t> -&gt; </a:t>
            </a:r>
            <a:r>
              <a:rPr lang="en-US" b="1" dirty="0">
                <a:solidFill>
                  <a:srgbClr val="FF0000"/>
                </a:solidFill>
                <a:latin typeface="Comfortaa" pitchFamily="2" charset="0"/>
              </a:rPr>
              <a:t>Attach to Process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Как да </a:t>
            </a:r>
            <a:r>
              <a:rPr lang="bg-BG" dirty="0" err="1">
                <a:latin typeface="Comfortaa" pitchFamily="2" charset="0"/>
              </a:rPr>
              <a:t>дебъгваме</a:t>
            </a:r>
            <a:r>
              <a:rPr lang="bg-BG" dirty="0">
                <a:latin typeface="Comfortaa" pitchFamily="2" charset="0"/>
              </a:rPr>
              <a:t>?</a:t>
            </a:r>
            <a:endParaRPr lang="en-US" dirty="0">
              <a:latin typeface="Comfortaa" pitchFamily="2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096000" y="1825624"/>
            <a:ext cx="5363269" cy="3618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3210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Comfortaa" pitchFamily="2" charset="0"/>
              </a:rPr>
              <a:t>Debug </a:t>
            </a:r>
            <a:r>
              <a:rPr lang="bg-BG" dirty="0">
                <a:latin typeface="Comfortaa" pitchFamily="2" charset="0"/>
              </a:rPr>
              <a:t>меню</a:t>
            </a:r>
            <a:r>
              <a:rPr lang="en-US" dirty="0">
                <a:latin typeface="Comfortaa" pitchFamily="2" charset="0"/>
              </a:rPr>
              <a:t>, </a:t>
            </a:r>
            <a:r>
              <a:rPr lang="bg-BG" dirty="0">
                <a:latin typeface="Comfortaa" pitchFamily="2" charset="0"/>
              </a:rPr>
              <a:t>Стартиране на </a:t>
            </a:r>
            <a:r>
              <a:rPr lang="bg-BG" dirty="0" err="1">
                <a:latin typeface="Comfortaa" pitchFamily="2" charset="0"/>
              </a:rPr>
              <a:t>Дебъгера</a:t>
            </a:r>
            <a:endParaRPr lang="en-US" dirty="0"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Клавишни комбинации с</a:t>
            </a:r>
            <a:r>
              <a:rPr lang="en-US" dirty="0">
                <a:latin typeface="Comfortaa" pitchFamily="2" charset="0"/>
              </a:rPr>
              <a:t> [</a:t>
            </a:r>
            <a:r>
              <a:rPr lang="en-US" b="1" dirty="0">
                <a:solidFill>
                  <a:srgbClr val="FF0000"/>
                </a:solidFill>
                <a:latin typeface="Comfortaa" pitchFamily="2" charset="0"/>
              </a:rPr>
              <a:t>F5</a:t>
            </a:r>
            <a:r>
              <a:rPr lang="en-US" dirty="0">
                <a:latin typeface="Comfortaa" pitchFamily="2" charset="0"/>
              </a:rPr>
              <a:t>]</a:t>
            </a:r>
          </a:p>
          <a:p>
            <a:r>
              <a:rPr lang="bg-BG" dirty="0">
                <a:latin typeface="Comfortaa" pitchFamily="2" charset="0"/>
              </a:rPr>
              <a:t>По – лесен достъп до сорс кода и 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символите, докато са заредени в програмата</a:t>
            </a:r>
            <a:endParaRPr lang="en-US" dirty="0">
              <a:latin typeface="Comfortaa" pitchFamily="2" charset="0"/>
            </a:endParaRPr>
          </a:p>
          <a:p>
            <a:r>
              <a:rPr lang="ru-RU" dirty="0">
                <a:latin typeface="Comfortaa" pitchFamily="2" charset="0"/>
              </a:rPr>
              <a:t>Съществуват някои разлики, сравнявайки нормално стартирания процес и стартирания в режим на дебъгване процес</a:t>
            </a:r>
            <a:endParaRPr lang="en-US" dirty="0"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Хостинг за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ASP.NET 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приложение</a:t>
            </a:r>
            <a:endParaRPr lang="en-US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  <a:p>
            <a:pPr lvl="2"/>
            <a:r>
              <a:rPr lang="en-US" dirty="0">
                <a:latin typeface="Comfortaa" pitchFamily="2" charset="0"/>
              </a:rPr>
              <a:t>Visual Studio </a:t>
            </a:r>
            <a:r>
              <a:rPr lang="ru-RU" dirty="0">
                <a:latin typeface="Comfortaa" pitchFamily="2" charset="0"/>
              </a:rPr>
              <a:t>подменя реалния </a:t>
            </a:r>
            <a:r>
              <a:rPr lang="en-US" dirty="0">
                <a:latin typeface="Comfortaa" pitchFamily="2" charset="0"/>
              </a:rPr>
              <a:t>IIS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err="1">
                <a:latin typeface="Comfortaa" pitchFamily="2" charset="0"/>
              </a:rPr>
              <a:t>Дебъгване</a:t>
            </a:r>
            <a:r>
              <a:rPr lang="bg-BG" dirty="0">
                <a:latin typeface="Comfortaa" pitchFamily="2" charset="0"/>
              </a:rPr>
              <a:t> на програма</a:t>
            </a:r>
            <a:endParaRPr lang="en-US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56162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825625"/>
            <a:ext cx="4985084" cy="4244307"/>
          </a:xfrm>
        </p:spPr>
        <p:txBody>
          <a:bodyPr>
            <a:normAutofit fontScale="92500" lnSpcReduction="10000"/>
          </a:bodyPr>
          <a:lstStyle/>
          <a:p>
            <a:r>
              <a:rPr lang="bg-BG" dirty="0">
                <a:latin typeface="Comfortaa" pitchFamily="2" charset="0"/>
              </a:rPr>
              <a:t>Прозорците за дебъгване </a:t>
            </a:r>
            <a:r>
              <a:rPr lang="ru-RU" dirty="0">
                <a:latin typeface="Comfortaa" pitchFamily="2" charset="0"/>
              </a:rPr>
              <a:t>са средство, с което можете да извършите интроспекция на състоянието на процес</a:t>
            </a:r>
            <a:endParaRPr lang="en-US" dirty="0">
              <a:latin typeface="Comfortaa" pitchFamily="2" charset="0"/>
            </a:endParaRPr>
          </a:p>
          <a:p>
            <a:r>
              <a:rPr lang="ru-RU" dirty="0">
                <a:latin typeface="Comfortaa" pitchFamily="2" charset="0"/>
              </a:rPr>
              <a:t>Отваря се нов прозорец с избраната информация в него</a:t>
            </a:r>
            <a:endParaRPr lang="en-US" dirty="0">
              <a:latin typeface="Comfortaa" pitchFamily="2" charset="0"/>
            </a:endParaRPr>
          </a:p>
          <a:p>
            <a:r>
              <a:rPr lang="bg-BG" dirty="0">
                <a:latin typeface="Comfortaa" pitchFamily="2" charset="0"/>
              </a:rPr>
              <a:t>Категории на прозореца </a:t>
            </a:r>
            <a:endParaRPr lang="en-US" dirty="0"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Проверка на информацията</a:t>
            </a:r>
            <a:endParaRPr lang="en-US" dirty="0"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Нишки</a:t>
            </a:r>
          </a:p>
          <a:p>
            <a:pPr lvl="1"/>
            <a:r>
              <a:rPr lang="bg-BG" dirty="0">
                <a:latin typeface="Comfortaa" pitchFamily="2" charset="0"/>
              </a:rPr>
              <a:t>Достъпни от меню</a:t>
            </a:r>
            <a:endParaRPr lang="en-US" dirty="0">
              <a:latin typeface="Comfortaa" pitchFamily="2" charset="0"/>
            </a:endParaRPr>
          </a:p>
          <a:p>
            <a:pPr lvl="1"/>
            <a:r>
              <a:rPr lang="en-US" dirty="0">
                <a:latin typeface="Comfortaa" pitchFamily="2" charset="0"/>
              </a:rPr>
              <a:t>Debug -&gt; Windows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Прозорци за дебъгване</a:t>
            </a:r>
            <a:endParaRPr lang="en-US" dirty="0">
              <a:latin typeface="Comfortaa" pitchFamily="2" charset="0"/>
            </a:endParaRPr>
          </a:p>
        </p:txBody>
      </p:sp>
      <p:pic>
        <p:nvPicPr>
          <p:cNvPr id="3074" name="Picture 2" descr="https://www.hex-rays.com/products/ida/pix/remotedebugger2.gi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825625"/>
            <a:ext cx="5193854" cy="3895391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66197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Конвенционални клавиши</a:t>
            </a:r>
            <a:r>
              <a:rPr lang="en-US" dirty="0">
                <a:latin typeface="Comfortaa" pitchFamily="2" charset="0"/>
              </a:rPr>
              <a:t> </a:t>
            </a:r>
            <a:r>
              <a:rPr lang="ru-RU" dirty="0">
                <a:latin typeface="Comfortaa" pitchFamily="2" charset="0"/>
              </a:rPr>
              <a:t>за често срещани задачи за Дебъгване</a:t>
            </a:r>
          </a:p>
          <a:p>
            <a:pPr lvl="1"/>
            <a:r>
              <a:rPr lang="bg-BG" dirty="0">
                <a:latin typeface="Comfortaa" pitchFamily="2" charset="0"/>
              </a:rPr>
              <a:t>Стъпка в … - </a:t>
            </a:r>
            <a:r>
              <a:rPr lang="en-US" b="1" dirty="0">
                <a:solidFill>
                  <a:srgbClr val="FF0000"/>
                </a:solidFill>
                <a:latin typeface="Comfortaa" pitchFamily="2" charset="0"/>
              </a:rPr>
              <a:t>Step into</a:t>
            </a:r>
          </a:p>
          <a:p>
            <a:pPr lvl="1"/>
            <a:r>
              <a:rPr lang="bg-BG" dirty="0" err="1">
                <a:latin typeface="Comfortaa" pitchFamily="2" charset="0"/>
              </a:rPr>
              <a:t>Постъпково</a:t>
            </a:r>
            <a:r>
              <a:rPr lang="bg-BG" dirty="0">
                <a:latin typeface="Comfortaa" pitchFamily="2" charset="0"/>
              </a:rPr>
              <a:t> - </a:t>
            </a:r>
            <a:r>
              <a:rPr lang="en-US" b="1" dirty="0">
                <a:solidFill>
                  <a:srgbClr val="FF0000"/>
                </a:solidFill>
                <a:latin typeface="Comfortaa" pitchFamily="2" charset="0"/>
              </a:rPr>
              <a:t>Step over</a:t>
            </a:r>
          </a:p>
          <a:p>
            <a:pPr lvl="1"/>
            <a:r>
              <a:rPr lang="bg-BG" dirty="0">
                <a:latin typeface="Comfortaa" pitchFamily="2" charset="0"/>
              </a:rPr>
              <a:t>Продължаване - </a:t>
            </a:r>
            <a:r>
              <a:rPr lang="en-US" b="1" dirty="0">
                <a:solidFill>
                  <a:srgbClr val="FF0000"/>
                </a:solidFill>
                <a:latin typeface="Comfortaa" pitchFamily="2" charset="0"/>
              </a:rPr>
              <a:t>Continue</a:t>
            </a:r>
          </a:p>
          <a:p>
            <a:pPr lvl="1"/>
            <a:r>
              <a:rPr lang="bg-BG" dirty="0">
                <a:latin typeface="Comfortaa" pitchFamily="2" charset="0"/>
              </a:rPr>
              <a:t>Прекратяване - </a:t>
            </a:r>
            <a:r>
              <a:rPr lang="en-US" b="1" dirty="0">
                <a:solidFill>
                  <a:srgbClr val="FF0000"/>
                </a:solidFill>
                <a:latin typeface="Comfortaa" pitchFamily="2" charset="0"/>
              </a:rPr>
              <a:t>Break</a:t>
            </a:r>
          </a:p>
          <a:p>
            <a:pPr lvl="1"/>
            <a:r>
              <a:rPr lang="bg-BG" dirty="0">
                <a:latin typeface="Comfortaa" pitchFamily="2" charset="0"/>
              </a:rPr>
              <a:t>Точки на прекъсване</a:t>
            </a:r>
            <a:r>
              <a:rPr lang="en-US" dirty="0">
                <a:latin typeface="Comfortaa" pitchFamily="2" charset="0"/>
              </a:rPr>
              <a:t> - </a:t>
            </a:r>
            <a:r>
              <a:rPr lang="en-US" b="1" dirty="0">
                <a:solidFill>
                  <a:srgbClr val="FF0000"/>
                </a:solidFill>
                <a:latin typeface="Comfortaa" pitchFamily="2" charset="0"/>
              </a:rPr>
              <a:t>Breakpoints</a:t>
            </a:r>
            <a:endParaRPr lang="bg-BG" b="1" dirty="0">
              <a:solidFill>
                <a:srgbClr val="FF0000"/>
              </a:solidFill>
              <a:latin typeface="Comfortaa" pitchFamily="2" charset="0"/>
            </a:endParaRPr>
          </a:p>
          <a:p>
            <a:pPr lvl="1"/>
            <a:r>
              <a:rPr lang="ru-RU" dirty="0">
                <a:latin typeface="Comfortaa" pitchFamily="2" charset="0"/>
              </a:rPr>
              <a:t>Адаптируеми, да отговарят на вашите нужди</a:t>
            </a:r>
          </a:p>
          <a:p>
            <a:pPr lvl="1"/>
            <a:r>
              <a:rPr lang="bg-BG" dirty="0">
                <a:latin typeface="Comfortaa" pitchFamily="2" charset="0"/>
              </a:rPr>
              <a:t>Бутони за Добавяне/Премахване -  </a:t>
            </a:r>
            <a:r>
              <a:rPr lang="en-US" b="1" dirty="0">
                <a:solidFill>
                  <a:srgbClr val="FF0000"/>
                </a:solidFill>
                <a:latin typeface="Comfortaa" pitchFamily="2" charset="0"/>
              </a:rPr>
              <a:t>Add / Remove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>
                <a:latin typeface="Comfortaa" pitchFamily="2" charset="0"/>
              </a:rPr>
              <a:t>Лентата с инструменти за дебъгване</a:t>
            </a:r>
            <a:endParaRPr lang="en-US" sz="3600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80211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ru-RU" dirty="0">
                <a:latin typeface="Comfortaa" pitchFamily="2" charset="0"/>
              </a:rPr>
              <a:t>По подразбиране приложението ще се изпълни без прекъсване (като спира само при изключение или прекъсване)</a:t>
            </a:r>
            <a:endParaRPr lang="en-US" dirty="0">
              <a:latin typeface="Comfortaa" pitchFamily="2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ru-RU" dirty="0">
                <a:latin typeface="Comfortaa" pitchFamily="2" charset="0"/>
              </a:rPr>
              <a:t>Дебъгването е цялостно наблюдение на състоянието на процеса</a:t>
            </a:r>
            <a:endParaRPr lang="en-US" dirty="0">
              <a:latin typeface="Comfortaa" pitchFamily="2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bg-BG" dirty="0">
                <a:latin typeface="Comfortaa" pitchFamily="2" charset="0"/>
              </a:rPr>
              <a:t>Контролирането на изпълнението позволява </a:t>
            </a:r>
            <a:r>
              <a:rPr lang="en-US" dirty="0">
                <a:latin typeface="Comfortaa" pitchFamily="2" charset="0"/>
              </a:rPr>
              <a:t>: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Пауза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в изпълнението</a:t>
            </a:r>
            <a:endParaRPr lang="en-US" dirty="0">
              <a:latin typeface="Comfortaa" pitchFamily="2" charset="0"/>
            </a:endParaRP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Възобновяване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на изпълнението</a:t>
            </a:r>
            <a:endParaRPr lang="en-US" dirty="0">
              <a:latin typeface="Comfortaa" pitchFamily="2" charset="0"/>
            </a:endParaRP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bg-BG" dirty="0" err="1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Постъпково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изпълнение </a:t>
            </a:r>
            <a:r>
              <a:rPr lang="bg-BG" dirty="0">
                <a:latin typeface="Comfortaa" pitchFamily="2" charset="0"/>
              </a:rPr>
              <a:t>на приложението на малки части</a:t>
            </a:r>
            <a:endParaRPr lang="en-US" dirty="0">
              <a:latin typeface="Comfortaa" pitchFamily="2" charset="0"/>
            </a:endParaRP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bg-BG" dirty="0">
                <a:latin typeface="Comfortaa" pitchFamily="2" charset="0"/>
              </a:rPr>
              <a:t>С помощта на </a:t>
            </a:r>
            <a:r>
              <a:rPr lang="en-US" b="1" noProof="1">
                <a:solidFill>
                  <a:srgbClr val="FF0000"/>
                </a:solidFill>
                <a:latin typeface="Comfortaa" pitchFamily="2" charset="0"/>
              </a:rPr>
              <a:t>IntelliTrace</a:t>
            </a:r>
            <a:r>
              <a:rPr lang="bg-BG" dirty="0">
                <a:latin typeface="Comfortaa" pitchFamily="2" charset="0"/>
              </a:rPr>
              <a:t> (записване на стъпките</a:t>
            </a:r>
            <a:r>
              <a:rPr lang="en-US" dirty="0">
                <a:latin typeface="Comfortaa" pitchFamily="2" charset="0"/>
              </a:rPr>
              <a:t>), </a:t>
            </a:r>
            <a:r>
              <a:rPr lang="bg-BG" dirty="0">
                <a:latin typeface="Comfortaa" pitchFamily="2" charset="0"/>
              </a:rPr>
              <a:t>се позволява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noProof="1">
                <a:latin typeface="Comfortaa" pitchFamily="2" charset="0"/>
              </a:rPr>
              <a:t>връщане на стъпки назад и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напред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Контролиране на изпълнението</a:t>
            </a:r>
            <a:endParaRPr lang="en-US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09117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6"/>
            <a:ext cx="6338637" cy="4214228"/>
          </a:xfrm>
        </p:spPr>
        <p:txBody>
          <a:bodyPr>
            <a:normAutofit fontScale="92500" lnSpcReduction="10000"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IntelliTrace</a:t>
            </a:r>
            <a:r>
              <a:rPr lang="en-US" noProof="1">
                <a:latin typeface="Comfortaa" pitchFamily="2" charset="0"/>
              </a:rPr>
              <a:t> </a:t>
            </a:r>
            <a:r>
              <a:rPr lang="bg-BG" noProof="1">
                <a:latin typeface="Comfortaa" pitchFamily="2" charset="0"/>
              </a:rPr>
              <a:t>работи на фонов режим</a:t>
            </a:r>
            <a:r>
              <a:rPr lang="en-US" noProof="1">
                <a:latin typeface="Comfortaa" pitchFamily="2" charset="0"/>
              </a:rPr>
              <a:t>, </a:t>
            </a:r>
            <a:r>
              <a:rPr lang="bg-BG" noProof="1">
                <a:latin typeface="Comfortaa" pitchFamily="2" charset="0"/>
              </a:rPr>
              <a:t>записва това, което правите по време на дебъгване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ru-RU" noProof="1">
                <a:latin typeface="Comfortaa" pitchFamily="2" charset="0"/>
              </a:rPr>
              <a:t>Лесно можете да получите предишно състояние на вашето приложение от</a:t>
            </a:r>
            <a:r>
              <a:rPr lang="en-US" noProof="1">
                <a:latin typeface="Comfortaa" pitchFamily="2" charset="0"/>
              </a:rPr>
              <a:t> IntelliTrace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bg-BG" noProof="1">
                <a:latin typeface="Comfortaa" pitchFamily="2" charset="0"/>
              </a:rPr>
              <a:t>Можете да </a:t>
            </a:r>
            <a:r>
              <a:rPr lang="bg-BG" noProof="1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навигирате през  кода</a:t>
            </a:r>
            <a:endParaRPr lang="en-US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  <a:p>
            <a:pPr marL="301752" indent="0">
              <a:spcBef>
                <a:spcPts val="300"/>
              </a:spcBef>
              <a:spcAft>
                <a:spcPts val="300"/>
              </a:spcAft>
              <a:buNone/>
            </a:pPr>
            <a:r>
              <a:rPr lang="bg-BG" dirty="0">
                <a:latin typeface="Comfortaa" pitchFamily="2" charset="0"/>
              </a:rPr>
              <a:t>И да наблюдавате какво се случва</a:t>
            </a:r>
            <a:endParaRPr lang="en-US" dirty="0">
              <a:latin typeface="Comfortaa" pitchFamily="2" charset="0"/>
            </a:endParaRP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bg-BG" dirty="0">
                <a:latin typeface="Comfortaa" pitchFamily="2" charset="0"/>
              </a:rPr>
              <a:t>За да </a:t>
            </a:r>
            <a:r>
              <a:rPr lang="bg-BG" dirty="0" err="1">
                <a:latin typeface="Comfortaa" pitchFamily="2" charset="0"/>
              </a:rPr>
              <a:t>навигирате</a:t>
            </a:r>
            <a:r>
              <a:rPr lang="en-US" dirty="0">
                <a:latin typeface="Comfortaa" pitchFamily="2" charset="0"/>
              </a:rPr>
              <a:t>, </a:t>
            </a:r>
            <a:r>
              <a:rPr lang="ru-RU" dirty="0">
                <a:latin typeface="Comfortaa" pitchFamily="2" charset="0"/>
              </a:rPr>
              <a:t>просто щракнете върху </a:t>
            </a:r>
          </a:p>
          <a:p>
            <a:pPr marL="377887" lvl="1" indent="0">
              <a:spcBef>
                <a:spcPts val="300"/>
              </a:spcBef>
              <a:spcAft>
                <a:spcPts val="300"/>
              </a:spcAft>
              <a:buNone/>
            </a:pPr>
            <a:r>
              <a:rPr lang="ru-RU" dirty="0">
                <a:latin typeface="Comfortaa" pitchFamily="2" charset="0"/>
              </a:rPr>
              <a:t>някое от събитията, които искате да разгледате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noProof="1">
                <a:latin typeface="Comfortaa" pitchFamily="2" charset="0"/>
              </a:rPr>
              <a:t>IntelliTrace</a:t>
            </a:r>
            <a:r>
              <a:rPr lang="bg-BG" noProof="1">
                <a:latin typeface="Comfortaa" pitchFamily="2" charset="0"/>
              </a:rPr>
              <a:t> – интелигентно (умно) проследяване</a:t>
            </a:r>
            <a:endParaRPr lang="en-US" noProof="1">
              <a:latin typeface="Comfortaa" pitchFamily="2" charset="0"/>
            </a:endParaRPr>
          </a:p>
        </p:txBody>
      </p:sp>
      <p:pic>
        <p:nvPicPr>
          <p:cNvPr id="6146" name="Picture 2" descr="http://www.codeproject.com/KB/cs/MasteringInDebugging/debug53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5271" y="1853616"/>
            <a:ext cx="4341141" cy="3396916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02010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>
                <a:latin typeface="Comfortaa" pitchFamily="2" charset="0"/>
              </a:rPr>
              <a:t>Visual Studio </a:t>
            </a:r>
            <a:r>
              <a:rPr lang="ru-RU" dirty="0">
                <a:latin typeface="Comfortaa" pitchFamily="2" charset="0"/>
              </a:rPr>
              <a:t>предлага доста на инструментите за дебъгване</a:t>
            </a:r>
            <a:endParaRPr lang="en-US" dirty="0">
              <a:latin typeface="Comfortaa" pitchFamily="2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ru-RU" dirty="0">
                <a:latin typeface="Comfortaa" pitchFamily="2" charset="0"/>
              </a:rPr>
              <a:t>Опциите и настройките са достъпни чрез</a:t>
            </a:r>
            <a:r>
              <a:rPr lang="en-US" dirty="0">
                <a:latin typeface="Comfortaa" pitchFamily="2" charset="0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Comfortaa" pitchFamily="2" charset="0"/>
              </a:rPr>
              <a:t>Debug</a:t>
            </a:r>
            <a:r>
              <a:rPr lang="en-US" dirty="0">
                <a:solidFill>
                  <a:srgbClr val="FF0000"/>
                </a:solidFill>
                <a:latin typeface="Comfortaa" pitchFamily="2" charset="0"/>
              </a:rPr>
              <a:t> -&gt; </a:t>
            </a:r>
            <a:r>
              <a:rPr lang="en-US" b="1" dirty="0">
                <a:solidFill>
                  <a:srgbClr val="FF0000"/>
                </a:solidFill>
                <a:latin typeface="Comfortaa" pitchFamily="2" charset="0"/>
              </a:rPr>
              <a:t>Options and Settings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bg-BG" dirty="0">
                <a:latin typeface="Comfortaa" pitchFamily="2" charset="0"/>
              </a:rPr>
              <a:t>Примери  за Опции и Настройки</a:t>
            </a:r>
            <a:endParaRPr lang="en-US" dirty="0">
              <a:latin typeface="Comfortaa" pitchFamily="2" charset="0"/>
            </a:endParaRP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bg-BG" dirty="0">
                <a:latin typeface="Comfortaa" pitchFamily="2" charset="0"/>
              </a:rPr>
              <a:t>Разрешени  само за моя код </a:t>
            </a:r>
            <a:r>
              <a:rPr lang="en-US" dirty="0">
                <a:latin typeface="Comfortaa" pitchFamily="2" charset="0"/>
              </a:rPr>
              <a:t>(</a:t>
            </a:r>
            <a:r>
              <a:rPr lang="bg-BG" dirty="0">
                <a:latin typeface="Comfortaa" pitchFamily="2" charset="0"/>
              </a:rPr>
              <a:t>игнорира друг код</a:t>
            </a:r>
            <a:r>
              <a:rPr lang="en-US" dirty="0">
                <a:latin typeface="Comfortaa" pitchFamily="2" charset="0"/>
              </a:rPr>
              <a:t>)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bg-BG" dirty="0">
                <a:latin typeface="Comfortaa" pitchFamily="2" charset="0"/>
              </a:rPr>
              <a:t>Разрешава</a:t>
            </a:r>
            <a:r>
              <a:rPr lang="en-US" dirty="0">
                <a:latin typeface="Comfortaa" pitchFamily="2" charset="0"/>
              </a:rPr>
              <a:t> .NET </a:t>
            </a:r>
            <a:r>
              <a:rPr lang="bg-BG" dirty="0" err="1">
                <a:latin typeface="Comfortaa" pitchFamily="2" charset="0"/>
              </a:rPr>
              <a:t>фреймуърк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 err="1">
                <a:latin typeface="Comfortaa" pitchFamily="2" charset="0"/>
              </a:rPr>
              <a:t>постъпково</a:t>
            </a:r>
            <a:r>
              <a:rPr lang="bg-BG" dirty="0">
                <a:latin typeface="Comfortaa" pitchFamily="2" charset="0"/>
              </a:rPr>
              <a:t> изпълнение на кода</a:t>
            </a:r>
            <a:endParaRPr lang="en-US" dirty="0">
              <a:latin typeface="Comfortaa" pitchFamily="2" charset="0"/>
            </a:endParaRP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dirty="0">
                <a:latin typeface="Comfortaa" pitchFamily="2" charset="0"/>
              </a:rPr>
              <a:t>Source server </a:t>
            </a:r>
            <a:r>
              <a:rPr lang="bg-BG" dirty="0">
                <a:latin typeface="Comfortaa" pitchFamily="2" charset="0"/>
              </a:rPr>
              <a:t>поддръжка на сървър с код</a:t>
            </a:r>
            <a:endParaRPr lang="en-US" dirty="0">
              <a:latin typeface="Comfortaa" pitchFamily="2" charset="0"/>
            </a:endParaRP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bg-BG" dirty="0">
                <a:latin typeface="Comfortaa" pitchFamily="2" charset="0"/>
              </a:rPr>
              <a:t>Символи</a:t>
            </a:r>
            <a:r>
              <a:rPr lang="en-US" dirty="0">
                <a:latin typeface="Comfortaa" pitchFamily="2" charset="0"/>
              </a:rPr>
              <a:t> (</a:t>
            </a:r>
            <a:r>
              <a:rPr lang="bg-BG" dirty="0">
                <a:latin typeface="Comfortaa" pitchFamily="2" charset="0"/>
              </a:rPr>
              <a:t>номерация на редове</a:t>
            </a:r>
            <a:r>
              <a:rPr lang="en-US" dirty="0">
                <a:latin typeface="Comfortaa" pitchFamily="2" charset="0"/>
              </a:rPr>
              <a:t>, </a:t>
            </a:r>
            <a:r>
              <a:rPr lang="bg-BG" dirty="0">
                <a:latin typeface="Comfortaa" pitchFamily="2" charset="0"/>
              </a:rPr>
              <a:t>имена на променливи</a:t>
            </a:r>
            <a:r>
              <a:rPr lang="en-US" dirty="0">
                <a:latin typeface="Comfortaa" pitchFamily="2" charset="0"/>
              </a:rPr>
              <a:t>)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bg-BG" dirty="0">
                <a:latin typeface="Comfortaa" pitchFamily="2" charset="0"/>
              </a:rPr>
              <a:t>И още много други </a:t>
            </a:r>
            <a:r>
              <a:rPr lang="en-US" dirty="0">
                <a:latin typeface="Comfortaa" pitchFamily="2" charset="0"/>
              </a:rPr>
              <a:t>…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Опции и настройки</a:t>
            </a:r>
            <a:endParaRPr lang="en-US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89068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Способността да се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спре изпълнението </a:t>
            </a:r>
            <a:r>
              <a:rPr lang="bg-BG" dirty="0">
                <a:latin typeface="Comfortaa" pitchFamily="2" charset="0"/>
              </a:rPr>
              <a:t>на база на някакъв критерий е ключа при </a:t>
            </a:r>
            <a:r>
              <a:rPr lang="bg-BG" dirty="0" err="1">
                <a:latin typeface="Comfortaa" pitchFamily="2" charset="0"/>
              </a:rPr>
              <a:t>дебъгването</a:t>
            </a:r>
            <a:endParaRPr lang="bg-BG" dirty="0">
              <a:latin typeface="Comfortaa" pitchFamily="2" charset="0"/>
            </a:endParaRPr>
          </a:p>
          <a:p>
            <a:pPr lvl="1"/>
            <a:r>
              <a:rPr lang="ru-RU" dirty="0">
                <a:latin typeface="Comfortaa" pitchFamily="2" charset="0"/>
              </a:rPr>
              <a:t>Когато една функция е извикана </a:t>
            </a:r>
          </a:p>
          <a:p>
            <a:pPr lvl="1"/>
            <a:r>
              <a:rPr lang="bg-BG" dirty="0">
                <a:latin typeface="Comfortaa" pitchFamily="2" charset="0"/>
              </a:rPr>
              <a:t>Когато се променят данни</a:t>
            </a:r>
            <a:endParaRPr lang="en-US" dirty="0">
              <a:latin typeface="Comfortaa" pitchFamily="2" charset="0"/>
            </a:endParaRPr>
          </a:p>
          <a:p>
            <a:pPr lvl="1"/>
            <a:r>
              <a:rPr lang="ru-RU" dirty="0">
                <a:latin typeface="Comfortaa" pitchFamily="2" charset="0"/>
              </a:rPr>
              <a:t>Когато специфична нишка достигне до функция</a:t>
            </a:r>
          </a:p>
          <a:p>
            <a:pPr lvl="1"/>
            <a:r>
              <a:rPr lang="ru-RU" dirty="0">
                <a:latin typeface="Comfortaa" pitchFamily="2" charset="0"/>
              </a:rPr>
              <a:t>И още много </a:t>
            </a:r>
            <a:r>
              <a:rPr lang="en-US" dirty="0">
                <a:latin typeface="Comfortaa" pitchFamily="2" charset="0"/>
              </a:rPr>
              <a:t>…</a:t>
            </a:r>
          </a:p>
          <a:p>
            <a:r>
              <a:rPr lang="bg-BG" dirty="0" err="1">
                <a:latin typeface="Comfortaa" pitchFamily="2" charset="0"/>
              </a:rPr>
              <a:t>Дебъгерът</a:t>
            </a:r>
            <a:r>
              <a:rPr lang="bg-BG" dirty="0">
                <a:latin typeface="Comfortaa" pitchFamily="2" charset="0"/>
              </a:rPr>
              <a:t> на </a:t>
            </a:r>
            <a:r>
              <a:rPr lang="en-US" dirty="0">
                <a:latin typeface="Comfortaa" pitchFamily="2" charset="0"/>
              </a:rPr>
              <a:t>Visual Studio</a:t>
            </a:r>
            <a:r>
              <a:rPr lang="bg-BG" dirty="0">
                <a:latin typeface="Comfortaa" pitchFamily="2" charset="0"/>
              </a:rPr>
              <a:t> има огромно множество от възможности, при достигане на точка на прекъсване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Точки на прекъсване (Стопери)</a:t>
            </a:r>
            <a:endParaRPr lang="en-US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91289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330951"/>
            <a:ext cx="10515600" cy="4351338"/>
          </a:xfrm>
        </p:spPr>
        <p:txBody>
          <a:bodyPr>
            <a:normAutofit/>
          </a:bodyPr>
          <a:lstStyle/>
          <a:p>
            <a:r>
              <a:rPr lang="ru-RU" sz="2400" dirty="0">
                <a:latin typeface="Comfortaa" pitchFamily="2" charset="0"/>
              </a:rPr>
              <a:t>Спира изпълнението на конкретна Инструкция (ред от кода) </a:t>
            </a:r>
            <a:r>
              <a:rPr lang="bg-BG" sz="2400" dirty="0">
                <a:latin typeface="Comfortaa" pitchFamily="2" charset="0"/>
              </a:rPr>
              <a:t>Може да се настрои от </a:t>
            </a:r>
            <a:r>
              <a:rPr lang="en-US" sz="2400" b="1" dirty="0">
                <a:solidFill>
                  <a:srgbClr val="FF0000"/>
                </a:solidFill>
                <a:latin typeface="Comfortaa" pitchFamily="2" charset="0"/>
              </a:rPr>
              <a:t>Debug</a:t>
            </a:r>
            <a:r>
              <a:rPr lang="en-US" sz="2400" dirty="0">
                <a:solidFill>
                  <a:srgbClr val="FF0000"/>
                </a:solidFill>
                <a:latin typeface="Comfortaa" pitchFamily="2" charset="0"/>
              </a:rPr>
              <a:t> -&gt; </a:t>
            </a:r>
            <a:r>
              <a:rPr lang="en-US" sz="2400" b="1" dirty="0">
                <a:solidFill>
                  <a:srgbClr val="FF0000"/>
                </a:solidFill>
                <a:latin typeface="Comfortaa" pitchFamily="2" charset="0"/>
              </a:rPr>
              <a:t>Toggle breakpoint</a:t>
            </a:r>
          </a:p>
          <a:p>
            <a:pPr lvl="1"/>
            <a:r>
              <a:rPr lang="bg-BG" sz="2000" dirty="0">
                <a:latin typeface="Comfortaa" pitchFamily="2" charset="0"/>
              </a:rPr>
              <a:t>Клавиша</a:t>
            </a:r>
            <a:r>
              <a:rPr lang="bg-BG" sz="20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latin typeface="Comfortaa" pitchFamily="2" charset="0"/>
              </a:rPr>
              <a:t>F9</a:t>
            </a:r>
            <a:r>
              <a:rPr lang="en-US" sz="2000" dirty="0">
                <a:latin typeface="Comfortaa" pitchFamily="2" charset="0"/>
              </a:rPr>
              <a:t> </a:t>
            </a:r>
            <a:endParaRPr lang="bg-BG" sz="2000" dirty="0">
              <a:latin typeface="Comfortaa" pitchFamily="2" charset="0"/>
            </a:endParaRPr>
          </a:p>
          <a:p>
            <a:pPr lvl="1"/>
            <a:r>
              <a:rPr lang="bg-BG" sz="2000" dirty="0">
                <a:latin typeface="Comfortaa" pitchFamily="2" charset="0"/>
              </a:rPr>
              <a:t>Кликвайки в най-лявата част на прозореца с кода</a:t>
            </a:r>
            <a:endParaRPr lang="en-US" sz="2000" dirty="0">
              <a:latin typeface="Comfortaa" pitchFamily="2" charset="0"/>
            </a:endParaRPr>
          </a:p>
          <a:p>
            <a:r>
              <a:rPr lang="bg-BG" sz="2400" dirty="0">
                <a:latin typeface="Comfortaa" pitchFamily="2" charset="0"/>
              </a:rPr>
              <a:t>По подразбиране</a:t>
            </a:r>
            <a:r>
              <a:rPr lang="en-US" sz="2400" dirty="0">
                <a:latin typeface="Comfortaa" pitchFamily="2" charset="0"/>
              </a:rPr>
              <a:t>, </a:t>
            </a:r>
            <a:r>
              <a:rPr lang="bg-BG" sz="2400" dirty="0">
                <a:latin typeface="Comfortaa" pitchFamily="2" charset="0"/>
              </a:rPr>
              <a:t>точката на прекъсване (стопера) ще  се задейства всеки път при </a:t>
            </a:r>
            <a:r>
              <a:rPr lang="ru-RU" sz="2400" dirty="0">
                <a:latin typeface="Comfortaa" pitchFamily="2" charset="0"/>
              </a:rPr>
              <a:t>достигане на реда от кода</a:t>
            </a:r>
            <a:endParaRPr lang="en-US" sz="2400" dirty="0">
              <a:latin typeface="Comfortaa" pitchFamily="2" charset="0"/>
            </a:endParaRPr>
          </a:p>
          <a:p>
            <a:r>
              <a:rPr lang="ru-RU" sz="2400" dirty="0">
                <a:latin typeface="Comfortaa" pitchFamily="2" charset="0"/>
              </a:rPr>
              <a:t>Допълнителни възможности:  настъпване на дадено условие, достигане на определен брой, промяна на стойности, филтри</a:t>
            </a:r>
            <a:endParaRPr lang="en-US" sz="2400" dirty="0"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70451"/>
            <a:ext cx="9575132" cy="1325563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Точки на прекъсване във </a:t>
            </a:r>
            <a:r>
              <a:rPr lang="en-US" dirty="0">
                <a:latin typeface="Comfortaa" pitchFamily="2" charset="0"/>
              </a:rPr>
              <a:t>Visual Studio </a:t>
            </a:r>
          </a:p>
        </p:txBody>
      </p:sp>
    </p:spTree>
    <p:extLst>
      <p:ext uri="{BB962C8B-B14F-4D97-AF65-F5344CB8AC3E}">
        <p14:creationId xmlns:p14="http://schemas.microsoft.com/office/powerpoint/2010/main" val="41367230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0390" y="2141537"/>
            <a:ext cx="10515600" cy="4351338"/>
          </a:xfrm>
        </p:spPr>
        <p:txBody>
          <a:bodyPr>
            <a:normAutofit/>
          </a:bodyPr>
          <a:lstStyle/>
          <a:p>
            <a:r>
              <a:rPr lang="ru-RU" sz="2400" dirty="0">
                <a:latin typeface="Comfortaa" pitchFamily="2" charset="0"/>
              </a:rPr>
              <a:t>Управляват се  чрез прозореца на точките на прекъсванията</a:t>
            </a:r>
            <a:endParaRPr lang="en-US" sz="2400" dirty="0">
              <a:latin typeface="Comfortaa" pitchFamily="2" charset="0"/>
            </a:endParaRPr>
          </a:p>
          <a:p>
            <a:pPr lvl="1"/>
            <a:r>
              <a:rPr lang="bg-BG" sz="2000" dirty="0">
                <a:latin typeface="Comfortaa" pitchFamily="2" charset="0"/>
              </a:rPr>
              <a:t>Добавяне</a:t>
            </a:r>
            <a:r>
              <a:rPr lang="en-US" sz="2000" dirty="0">
                <a:latin typeface="Comfortaa" pitchFamily="2" charset="0"/>
              </a:rPr>
              <a:t> </a:t>
            </a:r>
            <a:r>
              <a:rPr lang="bg-BG" sz="2000" dirty="0">
                <a:latin typeface="Comfortaa" pitchFamily="2" charset="0"/>
              </a:rPr>
              <a:t>на точки на прекъсвания</a:t>
            </a:r>
            <a:endParaRPr lang="en-US" sz="2000" dirty="0">
              <a:latin typeface="Comfortaa" pitchFamily="2" charset="0"/>
            </a:endParaRPr>
          </a:p>
          <a:p>
            <a:pPr lvl="1"/>
            <a:r>
              <a:rPr lang="bg-BG" sz="2000" dirty="0">
                <a:latin typeface="Comfortaa" pitchFamily="2" charset="0"/>
              </a:rPr>
              <a:t>Премахване </a:t>
            </a:r>
            <a:r>
              <a:rPr lang="en-US" sz="2000" dirty="0">
                <a:latin typeface="Comfortaa" pitchFamily="2" charset="0"/>
              </a:rPr>
              <a:t> </a:t>
            </a:r>
            <a:r>
              <a:rPr lang="bg-BG" sz="2000" dirty="0">
                <a:latin typeface="Comfortaa" pitchFamily="2" charset="0"/>
              </a:rPr>
              <a:t>или</a:t>
            </a:r>
            <a:r>
              <a:rPr lang="en-US" sz="2000" dirty="0">
                <a:latin typeface="Comfortaa" pitchFamily="2" charset="0"/>
              </a:rPr>
              <a:t> </a:t>
            </a:r>
            <a:r>
              <a:rPr lang="bg-BG" sz="2000" dirty="0">
                <a:latin typeface="Comfortaa" pitchFamily="2" charset="0"/>
              </a:rPr>
              <a:t>деактивиране</a:t>
            </a:r>
            <a:r>
              <a:rPr lang="en-US" sz="2000" dirty="0">
                <a:latin typeface="Comfortaa" pitchFamily="2" charset="0"/>
              </a:rPr>
              <a:t> </a:t>
            </a:r>
            <a:r>
              <a:rPr lang="bg-BG" sz="2000" dirty="0">
                <a:latin typeface="Comfortaa" pitchFamily="2" charset="0"/>
              </a:rPr>
              <a:t>на точки на прекъсвания</a:t>
            </a:r>
            <a:endParaRPr lang="en-US" sz="2000" dirty="0">
              <a:latin typeface="Comfortaa" pitchFamily="2" charset="0"/>
            </a:endParaRPr>
          </a:p>
          <a:p>
            <a:pPr lvl="1"/>
            <a:r>
              <a:rPr lang="bg-BG" sz="2000" dirty="0">
                <a:latin typeface="Comfortaa" pitchFamily="2" charset="0"/>
              </a:rPr>
              <a:t>Етикетиране</a:t>
            </a:r>
            <a:r>
              <a:rPr lang="en-US" sz="2000" dirty="0">
                <a:latin typeface="Comfortaa" pitchFamily="2" charset="0"/>
              </a:rPr>
              <a:t> </a:t>
            </a:r>
            <a:r>
              <a:rPr lang="bg-BG" sz="2000" dirty="0">
                <a:latin typeface="Comfortaa" pitchFamily="2" charset="0"/>
              </a:rPr>
              <a:t>или</a:t>
            </a:r>
            <a:r>
              <a:rPr lang="en-US" sz="2000" dirty="0">
                <a:latin typeface="Comfortaa" pitchFamily="2" charset="0"/>
              </a:rPr>
              <a:t> </a:t>
            </a:r>
            <a:r>
              <a:rPr lang="bg-BG" sz="2000" dirty="0">
                <a:latin typeface="Comfortaa" pitchFamily="2" charset="0"/>
              </a:rPr>
              <a:t>групиране</a:t>
            </a:r>
            <a:r>
              <a:rPr lang="en-US" sz="2000" dirty="0">
                <a:latin typeface="Comfortaa" pitchFamily="2" charset="0"/>
              </a:rPr>
              <a:t> </a:t>
            </a:r>
            <a:r>
              <a:rPr lang="bg-BG" sz="2000" dirty="0">
                <a:latin typeface="Comfortaa" pitchFamily="2" charset="0"/>
              </a:rPr>
              <a:t>на точките на прекъсване</a:t>
            </a:r>
            <a:endParaRPr lang="en-US" sz="2000" dirty="0">
              <a:latin typeface="Comfortaa" pitchFamily="2" charset="0"/>
            </a:endParaRPr>
          </a:p>
          <a:p>
            <a:pPr lvl="1"/>
            <a:r>
              <a:rPr lang="bg-BG" sz="2000" dirty="0">
                <a:latin typeface="Comfortaa" pitchFamily="2" charset="0"/>
              </a:rPr>
              <a:t>Експортиране/Импортиране на точки на прекъсване</a:t>
            </a:r>
            <a:endParaRPr lang="en-US" sz="2000" dirty="0"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0390" y="578768"/>
            <a:ext cx="10515600" cy="1325563"/>
          </a:xfrm>
        </p:spPr>
        <p:txBody>
          <a:bodyPr/>
          <a:lstStyle/>
          <a:p>
            <a:r>
              <a:rPr lang="ru-RU" dirty="0">
                <a:latin typeface="Comfortaa" pitchFamily="2" charset="0"/>
              </a:rPr>
              <a:t>Управление на точки на прекъсване</a:t>
            </a:r>
            <a:endParaRPr lang="en-US" dirty="0">
              <a:latin typeface="Comfortaa" pitchFamily="2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10916" y="4499002"/>
            <a:ext cx="9433869" cy="1677961"/>
          </a:xfrm>
          <a:prstGeom prst="rect">
            <a:avLst/>
          </a:prstGeom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3255608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6380747" cy="4337669"/>
          </a:xfrm>
        </p:spPr>
        <p:txBody>
          <a:bodyPr>
            <a:normAutofit lnSpcReduction="10000"/>
          </a:bodyPr>
          <a:lstStyle/>
          <a:p>
            <a:r>
              <a:rPr lang="bg-BG" dirty="0">
                <a:latin typeface="Comfortaa" pitchFamily="2" charset="0"/>
              </a:rPr>
              <a:t>Позволява Ви да извършвате изследване, по-голям контрол, когато се стигне точка на прекъсване</a:t>
            </a:r>
            <a:endParaRPr lang="en-US" dirty="0">
              <a:latin typeface="Comfortaa" pitchFamily="2" charset="0"/>
            </a:endParaRPr>
          </a:p>
          <a:p>
            <a:r>
              <a:rPr lang="bg-BG" dirty="0">
                <a:latin typeface="Comfortaa" pitchFamily="2" charset="0"/>
              </a:rPr>
              <a:t>Примери за настройки по избор</a:t>
            </a:r>
            <a:endParaRPr lang="en-US" dirty="0"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Номер на процес</a:t>
            </a:r>
            <a:endParaRPr lang="en-US" dirty="0"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Име на процес</a:t>
            </a:r>
            <a:endParaRPr lang="en-US" dirty="0"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Номер на нишка</a:t>
            </a:r>
            <a:endParaRPr lang="en-US" dirty="0"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Име на нишка</a:t>
            </a:r>
            <a:endParaRPr lang="en-US" dirty="0">
              <a:latin typeface="Comfortaa" pitchFamily="2" charset="0"/>
            </a:endParaRPr>
          </a:p>
          <a:p>
            <a:r>
              <a:rPr lang="ru-RU" dirty="0">
                <a:latin typeface="Comfortaa" pitchFamily="2" charset="0"/>
              </a:rPr>
              <a:t>Множествен избор - могат да бъдат комбинирани, използвайки</a:t>
            </a:r>
            <a:r>
              <a:rPr lang="en-US" dirty="0">
                <a:latin typeface="Comfortaa" pitchFamily="2" charset="0"/>
              </a:rPr>
              <a:t> &amp;, ||, !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Филтри на точки на прекъсване</a:t>
            </a:r>
            <a:endParaRPr lang="en-US" dirty="0">
              <a:latin typeface="Comfortaa" pitchFamily="2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132719" y="1889186"/>
            <a:ext cx="4343061" cy="3525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3507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4294967295"/>
          </p:nvPr>
        </p:nvSpPr>
        <p:spPr>
          <a:xfrm>
            <a:off x="849979" y="2444333"/>
            <a:ext cx="9855624" cy="3694195"/>
          </a:xfrm>
        </p:spPr>
        <p:txBody>
          <a:bodyPr>
            <a:normAutofit/>
          </a:bodyPr>
          <a:lstStyle/>
          <a:p>
            <a:r>
              <a:rPr lang="bg-BG" sz="3200" dirty="0">
                <a:latin typeface="Comfortaa" pitchFamily="2" charset="0"/>
              </a:rPr>
              <a:t>Как да работим с </a:t>
            </a:r>
            <a:r>
              <a:rPr lang="en-US" sz="3200" dirty="0">
                <a:latin typeface="Comfortaa" pitchFamily="2" charset="0"/>
              </a:rPr>
              <a:t>Visual Studio Debugger</a:t>
            </a:r>
          </a:p>
          <a:p>
            <a:r>
              <a:rPr lang="bg-BG" sz="3200" dirty="0">
                <a:latin typeface="Comfortaa" pitchFamily="2" charset="0"/>
              </a:rPr>
              <a:t>Какво са точките на прекъсване. Стопери</a:t>
            </a:r>
          </a:p>
          <a:p>
            <a:r>
              <a:rPr lang="bg-BG" sz="3200" dirty="0">
                <a:latin typeface="Comfortaa" pitchFamily="2" charset="0"/>
              </a:rPr>
              <a:t>Как да настройваме  показваните данни в прозорците за </a:t>
            </a:r>
            <a:r>
              <a:rPr lang="bg-BG" sz="3200" dirty="0" err="1">
                <a:latin typeface="Comfortaa" pitchFamily="2" charset="0"/>
              </a:rPr>
              <a:t>дебъгване</a:t>
            </a:r>
            <a:endParaRPr lang="bg-BG" sz="3200" dirty="0">
              <a:latin typeface="Comfortaa" pitchFamily="2" charset="0"/>
            </a:endParaRPr>
          </a:p>
          <a:p>
            <a:pPr marL="0" indent="0">
              <a:lnSpc>
                <a:spcPct val="110000"/>
              </a:lnSpc>
              <a:buNone/>
            </a:pPr>
            <a:endParaRPr lang="en-US" sz="3200" dirty="0">
              <a:latin typeface="Comfortaa" pitchFamily="2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>
          <a:xfrm>
            <a:off x="849979" y="1026277"/>
            <a:ext cx="9855623" cy="1111250"/>
          </a:xfrm>
        </p:spPr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Обобщение</a:t>
            </a:r>
            <a:endParaRPr lang="en-US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7766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8840" y="2580005"/>
            <a:ext cx="10515600" cy="1325563"/>
          </a:xfrm>
        </p:spPr>
        <p:txBody>
          <a:bodyPr>
            <a:normAutofit/>
          </a:bodyPr>
          <a:lstStyle/>
          <a:p>
            <a:r>
              <a:rPr lang="bg-BG" sz="7200" b="1" dirty="0" smtClean="0"/>
              <a:t>Благодаря за вниманието!</a:t>
            </a:r>
            <a:endParaRPr lang="bg-BG" sz="7200" b="1" dirty="0"/>
          </a:p>
        </p:txBody>
      </p:sp>
    </p:spTree>
    <p:extLst>
      <p:ext uri="{BB962C8B-B14F-4D97-AF65-F5344CB8AC3E}">
        <p14:creationId xmlns:p14="http://schemas.microsoft.com/office/powerpoint/2010/main" val="25208782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110</TotalTime>
  <Words>721</Words>
  <Application>Microsoft Office PowerPoint</Application>
  <PresentationFormat>Widescreen</PresentationFormat>
  <Paragraphs>104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Comfortaa</vt:lpstr>
      <vt:lpstr>Office Theme</vt:lpstr>
      <vt:lpstr>Увод в концепцията за дебъгване: откриване и отстраняване на проблеми </vt:lpstr>
      <vt:lpstr>Съдържание</vt:lpstr>
      <vt:lpstr>Visual Studio Debugger</vt:lpstr>
      <vt:lpstr>Как да дебъгваме?</vt:lpstr>
      <vt:lpstr>Дебъгване на програма</vt:lpstr>
      <vt:lpstr>Прозорци за дебъгване</vt:lpstr>
      <vt:lpstr>Лентата с инструменти за дебъгване</vt:lpstr>
      <vt:lpstr>Контролиране на изпълнението</vt:lpstr>
      <vt:lpstr>IntelliTrace – интелигентно (умно) проследяване</vt:lpstr>
      <vt:lpstr>Опции и настройки</vt:lpstr>
      <vt:lpstr>Точки на прекъсване (Стопери)</vt:lpstr>
      <vt:lpstr>Точки на прекъсване във Visual Studio </vt:lpstr>
      <vt:lpstr>Управление на точки на прекъсване</vt:lpstr>
      <vt:lpstr>Филтри на точки на прекъсване</vt:lpstr>
      <vt:lpstr>Обобщение</vt:lpstr>
      <vt:lpstr>Благодаря за вниманието!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Димитър Минчев</dc:creator>
  <cp:lastModifiedBy>Neli Nqgolova</cp:lastModifiedBy>
  <cp:revision>12</cp:revision>
  <dcterms:created xsi:type="dcterms:W3CDTF">2022-08-09T09:25:46Z</dcterms:created>
  <dcterms:modified xsi:type="dcterms:W3CDTF">2025-10-23T09:29:04Z</dcterms:modified>
</cp:coreProperties>
</file>