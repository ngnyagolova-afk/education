
<file path=[Content_Types].xml><?xml version="1.0" encoding="utf-8"?>
<Types xmlns="http://schemas.openxmlformats.org/package/2006/content-types">
  <Default Extension="jfif" ContentType="image/jpe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7"/>
  </p:notesMasterIdLst>
  <p:sldIdLst>
    <p:sldId id="258" r:id="rId2"/>
    <p:sldId id="592" r:id="rId3"/>
    <p:sldId id="571" r:id="rId4"/>
    <p:sldId id="560" r:id="rId5"/>
    <p:sldId id="561" r:id="rId6"/>
    <p:sldId id="562" r:id="rId7"/>
    <p:sldId id="563" r:id="rId8"/>
    <p:sldId id="564" r:id="rId9"/>
    <p:sldId id="565" r:id="rId10"/>
    <p:sldId id="566" r:id="rId11"/>
    <p:sldId id="568" r:id="rId12"/>
    <p:sldId id="569" r:id="rId13"/>
    <p:sldId id="570" r:id="rId14"/>
    <p:sldId id="590" r:id="rId15"/>
    <p:sldId id="5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592"/>
            <p14:sldId id="571"/>
          </p14:sldIdLst>
        </p14:section>
        <p14:section name="Съдържание" id="{0B0C01F3-1F60-4ADB-AC1E-9589654EAEF3}">
          <p14:sldIdLst>
            <p14:sldId id="560"/>
            <p14:sldId id="561"/>
            <p14:sldId id="562"/>
            <p14:sldId id="563"/>
            <p14:sldId id="564"/>
            <p14:sldId id="565"/>
            <p14:sldId id="566"/>
            <p14:sldId id="568"/>
            <p14:sldId id="569"/>
            <p14:sldId id="570"/>
            <p14:sldId id="590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C1A149-7982-4171-9323-A2C71E163ABE}" v="6" dt="2023-02-19T13:58:53.7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80" d="100"/>
          <a:sy n="80" d="100"/>
        </p:scale>
        <p:origin x="1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БСУ" userId="bdbaa275-9249-41b1-8d15-242f632c67bf" providerId="ADAL" clId="{3AC1A149-7982-4171-9323-A2C71E163ABE}"/>
    <pc:docChg chg="undo custSel addSld modSld">
      <pc:chgData name="БСУ" userId="bdbaa275-9249-41b1-8d15-242f632c67bf" providerId="ADAL" clId="{3AC1A149-7982-4171-9323-A2C71E163ABE}" dt="2023-02-19T14:00:32.619" v="136" actId="1076"/>
      <pc:docMkLst>
        <pc:docMk/>
      </pc:docMkLst>
      <pc:sldChg chg="modSp mod">
        <pc:chgData name="БСУ" userId="bdbaa275-9249-41b1-8d15-242f632c67bf" providerId="ADAL" clId="{3AC1A149-7982-4171-9323-A2C71E163ABE}" dt="2023-02-19T11:14:32.487" v="7" actId="20577"/>
        <pc:sldMkLst>
          <pc:docMk/>
          <pc:sldMk cId="2386959723" sldId="258"/>
        </pc:sldMkLst>
        <pc:spChg chg="mod">
          <ac:chgData name="БСУ" userId="bdbaa275-9249-41b1-8d15-242f632c67bf" providerId="ADAL" clId="{3AC1A149-7982-4171-9323-A2C71E163ABE}" dt="2023-02-19T11:14:08.904" v="4" actId="404"/>
          <ac:spMkLst>
            <pc:docMk/>
            <pc:sldMk cId="2386959723" sldId="258"/>
            <ac:spMk id="4" creationId="{31A11B2B-6DC7-2642-A5E2-7E3177B71883}"/>
          </ac:spMkLst>
        </pc:spChg>
        <pc:spChg chg="mod">
          <ac:chgData name="БСУ" userId="bdbaa275-9249-41b1-8d15-242f632c67bf" providerId="ADAL" clId="{3AC1A149-7982-4171-9323-A2C71E163ABE}" dt="2023-02-19T11:14:32.487" v="7" actId="20577"/>
          <ac:spMkLst>
            <pc:docMk/>
            <pc:sldMk cId="2386959723" sldId="258"/>
            <ac:spMk id="5" creationId="{FD72CEAD-2598-2D6F-7FF9-AF95330D8A09}"/>
          </ac:spMkLst>
        </pc:spChg>
      </pc:sldChg>
      <pc:sldChg chg="delSp modSp add mod">
        <pc:chgData name="БСУ" userId="bdbaa275-9249-41b1-8d15-242f632c67bf" providerId="ADAL" clId="{3AC1A149-7982-4171-9323-A2C71E163ABE}" dt="2023-02-19T13:53:31.273" v="20" actId="404"/>
        <pc:sldMkLst>
          <pc:docMk/>
          <pc:sldMk cId="4230192233" sldId="560"/>
        </pc:sldMkLst>
        <pc:spChg chg="mod">
          <ac:chgData name="БСУ" userId="bdbaa275-9249-41b1-8d15-242f632c67bf" providerId="ADAL" clId="{3AC1A149-7982-4171-9323-A2C71E163ABE}" dt="2023-02-19T13:53:31.273" v="20" actId="404"/>
          <ac:spMkLst>
            <pc:docMk/>
            <pc:sldMk cId="4230192233" sldId="560"/>
            <ac:spMk id="4" creationId="{00000000-0000-0000-0000-000000000000}"/>
          </ac:spMkLst>
        </pc:spChg>
        <pc:spChg chg="mod">
          <ac:chgData name="БСУ" userId="bdbaa275-9249-41b1-8d15-242f632c67bf" providerId="ADAL" clId="{3AC1A149-7982-4171-9323-A2C71E163ABE}" dt="2023-02-19T13:53:23.908" v="17" actId="2711"/>
          <ac:spMkLst>
            <pc:docMk/>
            <pc:sldMk cId="4230192233" sldId="560"/>
            <ac:spMk id="5" creationId="{00000000-0000-0000-0000-000000000000}"/>
          </ac:spMkLst>
        </pc:spChg>
        <pc:spChg chg="del mod">
          <ac:chgData name="БСУ" userId="bdbaa275-9249-41b1-8d15-242f632c67bf" providerId="ADAL" clId="{3AC1A149-7982-4171-9323-A2C71E163ABE}" dt="2023-02-19T13:53:26.316" v="18" actId="478"/>
          <ac:spMkLst>
            <pc:docMk/>
            <pc:sldMk cId="4230192233" sldId="560"/>
            <ac:spMk id="6" creationId="{309B3541-FFF3-4F5B-BB2A-6EEB35638F6A}"/>
          </ac:spMkLst>
        </pc:spChg>
      </pc:sldChg>
      <pc:sldChg chg="delSp modSp add mod">
        <pc:chgData name="БСУ" userId="bdbaa275-9249-41b1-8d15-242f632c67bf" providerId="ADAL" clId="{3AC1A149-7982-4171-9323-A2C71E163ABE}" dt="2023-02-19T13:54:58.528" v="38" actId="478"/>
        <pc:sldMkLst>
          <pc:docMk/>
          <pc:sldMk cId="3776312387" sldId="561"/>
        </pc:sldMkLst>
        <pc:spChg chg="mod">
          <ac:chgData name="БСУ" userId="bdbaa275-9249-41b1-8d15-242f632c67bf" providerId="ADAL" clId="{3AC1A149-7982-4171-9323-A2C71E163ABE}" dt="2023-02-19T13:54:56.241" v="36" actId="1076"/>
          <ac:spMkLst>
            <pc:docMk/>
            <pc:sldMk cId="3776312387" sldId="561"/>
            <ac:spMk id="2" creationId="{00000000-0000-0000-0000-000000000000}"/>
          </ac:spMkLst>
        </pc:spChg>
        <pc:spChg chg="mod">
          <ac:chgData name="БСУ" userId="bdbaa275-9249-41b1-8d15-242f632c67bf" providerId="ADAL" clId="{3AC1A149-7982-4171-9323-A2C71E163ABE}" dt="2023-02-19T13:54:56.241" v="36" actId="1076"/>
          <ac:spMkLst>
            <pc:docMk/>
            <pc:sldMk cId="3776312387" sldId="561"/>
            <ac:spMk id="3" creationId="{00000000-0000-0000-0000-000000000000}"/>
          </ac:spMkLst>
        </pc:spChg>
        <pc:spChg chg="del mod">
          <ac:chgData name="БСУ" userId="bdbaa275-9249-41b1-8d15-242f632c67bf" providerId="ADAL" clId="{3AC1A149-7982-4171-9323-A2C71E163ABE}" dt="2023-02-19T13:54:58.528" v="38" actId="478"/>
          <ac:spMkLst>
            <pc:docMk/>
            <pc:sldMk cId="3776312387" sldId="561"/>
            <ac:spMk id="7" creationId="{4497B1F3-5069-4E2A-BC7E-667B9AADB071}"/>
          </ac:spMkLst>
        </pc:spChg>
        <pc:picChg chg="mod">
          <ac:chgData name="БСУ" userId="bdbaa275-9249-41b1-8d15-242f632c67bf" providerId="ADAL" clId="{3AC1A149-7982-4171-9323-A2C71E163ABE}" dt="2023-02-19T13:54:56.241" v="36" actId="1076"/>
          <ac:picMkLst>
            <pc:docMk/>
            <pc:sldMk cId="3776312387" sldId="561"/>
            <ac:picMk id="6" creationId="{00000000-0000-0000-0000-000000000000}"/>
          </ac:picMkLst>
        </pc:picChg>
      </pc:sldChg>
      <pc:sldChg chg="delSp modSp add mod">
        <pc:chgData name="БСУ" userId="bdbaa275-9249-41b1-8d15-242f632c67bf" providerId="ADAL" clId="{3AC1A149-7982-4171-9323-A2C71E163ABE}" dt="2023-02-19T13:55:11.743" v="41" actId="478"/>
        <pc:sldMkLst>
          <pc:docMk/>
          <pc:sldMk cId="2324783573" sldId="562"/>
        </pc:sldMkLst>
        <pc:spChg chg="mod">
          <ac:chgData name="БСУ" userId="bdbaa275-9249-41b1-8d15-242f632c67bf" providerId="ADAL" clId="{3AC1A149-7982-4171-9323-A2C71E163ABE}" dt="2023-02-19T13:55:07.501" v="39" actId="2711"/>
          <ac:spMkLst>
            <pc:docMk/>
            <pc:sldMk cId="2324783573" sldId="562"/>
            <ac:spMk id="2" creationId="{00000000-0000-0000-0000-000000000000}"/>
          </ac:spMkLst>
        </pc:spChg>
        <pc:spChg chg="mod">
          <ac:chgData name="БСУ" userId="bdbaa275-9249-41b1-8d15-242f632c67bf" providerId="ADAL" clId="{3AC1A149-7982-4171-9323-A2C71E163ABE}" dt="2023-02-19T13:55:07.564" v="40" actId="27636"/>
          <ac:spMkLst>
            <pc:docMk/>
            <pc:sldMk cId="2324783573" sldId="562"/>
            <ac:spMk id="3" creationId="{00000000-0000-0000-0000-000000000000}"/>
          </ac:spMkLst>
        </pc:spChg>
        <pc:spChg chg="del mod">
          <ac:chgData name="БСУ" userId="bdbaa275-9249-41b1-8d15-242f632c67bf" providerId="ADAL" clId="{3AC1A149-7982-4171-9323-A2C71E163ABE}" dt="2023-02-19T13:55:11.743" v="41" actId="478"/>
          <ac:spMkLst>
            <pc:docMk/>
            <pc:sldMk cId="2324783573" sldId="562"/>
            <ac:spMk id="5" creationId="{1AF93EB2-8E17-4602-B5DE-D4939E535F9F}"/>
          </ac:spMkLst>
        </pc:spChg>
      </pc:sldChg>
      <pc:sldChg chg="delSp modSp add mod">
        <pc:chgData name="БСУ" userId="bdbaa275-9249-41b1-8d15-242f632c67bf" providerId="ADAL" clId="{3AC1A149-7982-4171-9323-A2C71E163ABE}" dt="2023-02-19T13:55:20.463" v="44" actId="478"/>
        <pc:sldMkLst>
          <pc:docMk/>
          <pc:sldMk cId="3474098342" sldId="563"/>
        </pc:sldMkLst>
        <pc:spChg chg="mod">
          <ac:chgData name="БСУ" userId="bdbaa275-9249-41b1-8d15-242f632c67bf" providerId="ADAL" clId="{3AC1A149-7982-4171-9323-A2C71E163ABE}" dt="2023-02-19T13:55:17.745" v="42" actId="2711"/>
          <ac:spMkLst>
            <pc:docMk/>
            <pc:sldMk cId="3474098342" sldId="563"/>
            <ac:spMk id="2" creationId="{00000000-0000-0000-0000-000000000000}"/>
          </ac:spMkLst>
        </pc:spChg>
        <pc:spChg chg="mod">
          <ac:chgData name="БСУ" userId="bdbaa275-9249-41b1-8d15-242f632c67bf" providerId="ADAL" clId="{3AC1A149-7982-4171-9323-A2C71E163ABE}" dt="2023-02-19T13:55:17.808" v="43" actId="27636"/>
          <ac:spMkLst>
            <pc:docMk/>
            <pc:sldMk cId="3474098342" sldId="563"/>
            <ac:spMk id="3" creationId="{00000000-0000-0000-0000-000000000000}"/>
          </ac:spMkLst>
        </pc:spChg>
        <pc:spChg chg="del mod">
          <ac:chgData name="БСУ" userId="bdbaa275-9249-41b1-8d15-242f632c67bf" providerId="ADAL" clId="{3AC1A149-7982-4171-9323-A2C71E163ABE}" dt="2023-02-19T13:55:20.463" v="44" actId="478"/>
          <ac:spMkLst>
            <pc:docMk/>
            <pc:sldMk cId="3474098342" sldId="563"/>
            <ac:spMk id="5" creationId="{19C877FD-F028-4766-99AD-9D9E5BB9D61B}"/>
          </ac:spMkLst>
        </pc:spChg>
      </pc:sldChg>
      <pc:sldChg chg="delSp modSp add mod">
        <pc:chgData name="БСУ" userId="bdbaa275-9249-41b1-8d15-242f632c67bf" providerId="ADAL" clId="{3AC1A149-7982-4171-9323-A2C71E163ABE}" dt="2023-02-19T13:55:29.767" v="46" actId="478"/>
        <pc:sldMkLst>
          <pc:docMk/>
          <pc:sldMk cId="3503160955" sldId="564"/>
        </pc:sldMkLst>
        <pc:spChg chg="mod">
          <ac:chgData name="БСУ" userId="bdbaa275-9249-41b1-8d15-242f632c67bf" providerId="ADAL" clId="{3AC1A149-7982-4171-9323-A2C71E163ABE}" dt="2023-02-19T13:55:27.016" v="45" actId="2711"/>
          <ac:spMkLst>
            <pc:docMk/>
            <pc:sldMk cId="3503160955" sldId="564"/>
            <ac:spMk id="2" creationId="{00000000-0000-0000-0000-000000000000}"/>
          </ac:spMkLst>
        </pc:spChg>
        <pc:spChg chg="mod">
          <ac:chgData name="БСУ" userId="bdbaa275-9249-41b1-8d15-242f632c67bf" providerId="ADAL" clId="{3AC1A149-7982-4171-9323-A2C71E163ABE}" dt="2023-02-19T13:55:27.016" v="45" actId="2711"/>
          <ac:spMkLst>
            <pc:docMk/>
            <pc:sldMk cId="3503160955" sldId="564"/>
            <ac:spMk id="3" creationId="{00000000-0000-0000-0000-000000000000}"/>
          </ac:spMkLst>
        </pc:spChg>
        <pc:spChg chg="del mod">
          <ac:chgData name="БСУ" userId="bdbaa275-9249-41b1-8d15-242f632c67bf" providerId="ADAL" clId="{3AC1A149-7982-4171-9323-A2C71E163ABE}" dt="2023-02-19T13:55:29.767" v="46" actId="478"/>
          <ac:spMkLst>
            <pc:docMk/>
            <pc:sldMk cId="3503160955" sldId="564"/>
            <ac:spMk id="5" creationId="{02DF7500-E037-46CF-ABF8-9BBF6F090E81}"/>
          </ac:spMkLst>
        </pc:spChg>
      </pc:sldChg>
      <pc:sldChg chg="delSp modSp add mod">
        <pc:chgData name="БСУ" userId="bdbaa275-9249-41b1-8d15-242f632c67bf" providerId="ADAL" clId="{3AC1A149-7982-4171-9323-A2C71E163ABE}" dt="2023-02-19T13:55:46.050" v="49" actId="478"/>
        <pc:sldMkLst>
          <pc:docMk/>
          <pc:sldMk cId="3236409452" sldId="565"/>
        </pc:sldMkLst>
        <pc:spChg chg="mod">
          <ac:chgData name="БСУ" userId="bdbaa275-9249-41b1-8d15-242f632c67bf" providerId="ADAL" clId="{3AC1A149-7982-4171-9323-A2C71E163ABE}" dt="2023-02-19T13:55:42.854" v="47" actId="2711"/>
          <ac:spMkLst>
            <pc:docMk/>
            <pc:sldMk cId="3236409452" sldId="565"/>
            <ac:spMk id="2" creationId="{00000000-0000-0000-0000-000000000000}"/>
          </ac:spMkLst>
        </pc:spChg>
        <pc:spChg chg="mod">
          <ac:chgData name="БСУ" userId="bdbaa275-9249-41b1-8d15-242f632c67bf" providerId="ADAL" clId="{3AC1A149-7982-4171-9323-A2C71E163ABE}" dt="2023-02-19T13:55:42.886" v="48" actId="27636"/>
          <ac:spMkLst>
            <pc:docMk/>
            <pc:sldMk cId="3236409452" sldId="565"/>
            <ac:spMk id="3" creationId="{00000000-0000-0000-0000-000000000000}"/>
          </ac:spMkLst>
        </pc:spChg>
        <pc:spChg chg="del mod">
          <ac:chgData name="БСУ" userId="bdbaa275-9249-41b1-8d15-242f632c67bf" providerId="ADAL" clId="{3AC1A149-7982-4171-9323-A2C71E163ABE}" dt="2023-02-19T13:55:46.050" v="49" actId="478"/>
          <ac:spMkLst>
            <pc:docMk/>
            <pc:sldMk cId="3236409452" sldId="565"/>
            <ac:spMk id="5" creationId="{4A3BF146-93D4-4ACA-8D54-8F769B3A4F11}"/>
          </ac:spMkLst>
        </pc:spChg>
      </pc:sldChg>
      <pc:sldChg chg="delSp modSp add mod">
        <pc:chgData name="БСУ" userId="bdbaa275-9249-41b1-8d15-242f632c67bf" providerId="ADAL" clId="{3AC1A149-7982-4171-9323-A2C71E163ABE}" dt="2023-02-19T13:57:04.655" v="75" actId="478"/>
        <pc:sldMkLst>
          <pc:docMk/>
          <pc:sldMk cId="1125402759" sldId="566"/>
        </pc:sldMkLst>
        <pc:spChg chg="mod">
          <ac:chgData name="БСУ" userId="bdbaa275-9249-41b1-8d15-242f632c67bf" providerId="ADAL" clId="{3AC1A149-7982-4171-9323-A2C71E163ABE}" dt="2023-02-19T13:56:00.198" v="51" actId="2711"/>
          <ac:spMkLst>
            <pc:docMk/>
            <pc:sldMk cId="1125402759" sldId="566"/>
            <ac:spMk id="2" creationId="{00000000-0000-0000-0000-000000000000}"/>
          </ac:spMkLst>
        </pc:spChg>
        <pc:spChg chg="mod">
          <ac:chgData name="БСУ" userId="bdbaa275-9249-41b1-8d15-242f632c67bf" providerId="ADAL" clId="{3AC1A149-7982-4171-9323-A2C71E163ABE}" dt="2023-02-19T13:56:57.288" v="72" actId="1076"/>
          <ac:spMkLst>
            <pc:docMk/>
            <pc:sldMk cId="1125402759" sldId="566"/>
            <ac:spMk id="3" creationId="{00000000-0000-0000-0000-000000000000}"/>
          </ac:spMkLst>
        </pc:spChg>
        <pc:spChg chg="del mod">
          <ac:chgData name="БСУ" userId="bdbaa275-9249-41b1-8d15-242f632c67bf" providerId="ADAL" clId="{3AC1A149-7982-4171-9323-A2C71E163ABE}" dt="2023-02-19T13:57:04.655" v="75" actId="478"/>
          <ac:spMkLst>
            <pc:docMk/>
            <pc:sldMk cId="1125402759" sldId="566"/>
            <ac:spMk id="6" creationId="{7C7E973C-D85E-4AFC-9CDB-47663E085AEB}"/>
          </ac:spMkLst>
        </pc:spChg>
        <pc:picChg chg="mod">
          <ac:chgData name="БСУ" userId="bdbaa275-9249-41b1-8d15-242f632c67bf" providerId="ADAL" clId="{3AC1A149-7982-4171-9323-A2C71E163ABE}" dt="2023-02-19T13:57:02.377" v="74" actId="1076"/>
          <ac:picMkLst>
            <pc:docMk/>
            <pc:sldMk cId="1125402759" sldId="566"/>
            <ac:picMk id="5" creationId="{00000000-0000-0000-0000-000000000000}"/>
          </ac:picMkLst>
        </pc:picChg>
      </pc:sldChg>
      <pc:sldChg chg="delSp modSp add mod">
        <pc:chgData name="БСУ" userId="bdbaa275-9249-41b1-8d15-242f632c67bf" providerId="ADAL" clId="{3AC1A149-7982-4171-9323-A2C71E163ABE}" dt="2023-02-19T13:57:11.682" v="77" actId="478"/>
        <pc:sldMkLst>
          <pc:docMk/>
          <pc:sldMk cId="2717758532" sldId="568"/>
        </pc:sldMkLst>
        <pc:spChg chg="mod">
          <ac:chgData name="БСУ" userId="bdbaa275-9249-41b1-8d15-242f632c67bf" providerId="ADAL" clId="{3AC1A149-7982-4171-9323-A2C71E163ABE}" dt="2023-02-19T13:57:10.004" v="76" actId="2711"/>
          <ac:spMkLst>
            <pc:docMk/>
            <pc:sldMk cId="2717758532" sldId="568"/>
            <ac:spMk id="2" creationId="{00000000-0000-0000-0000-000000000000}"/>
          </ac:spMkLst>
        </pc:spChg>
        <pc:spChg chg="mod">
          <ac:chgData name="БСУ" userId="bdbaa275-9249-41b1-8d15-242f632c67bf" providerId="ADAL" clId="{3AC1A149-7982-4171-9323-A2C71E163ABE}" dt="2023-02-19T13:57:10.004" v="76" actId="2711"/>
          <ac:spMkLst>
            <pc:docMk/>
            <pc:sldMk cId="2717758532" sldId="568"/>
            <ac:spMk id="3" creationId="{00000000-0000-0000-0000-000000000000}"/>
          </ac:spMkLst>
        </pc:spChg>
        <pc:spChg chg="del mod">
          <ac:chgData name="БСУ" userId="bdbaa275-9249-41b1-8d15-242f632c67bf" providerId="ADAL" clId="{3AC1A149-7982-4171-9323-A2C71E163ABE}" dt="2023-02-19T13:57:11.682" v="77" actId="478"/>
          <ac:spMkLst>
            <pc:docMk/>
            <pc:sldMk cId="2717758532" sldId="568"/>
            <ac:spMk id="5" creationId="{9C44BF61-B66E-4D80-9F3E-6F2495100F19}"/>
          </ac:spMkLst>
        </pc:spChg>
      </pc:sldChg>
      <pc:sldChg chg="delSp modSp add mod">
        <pc:chgData name="БСУ" userId="bdbaa275-9249-41b1-8d15-242f632c67bf" providerId="ADAL" clId="{3AC1A149-7982-4171-9323-A2C71E163ABE}" dt="2023-02-19T13:58:09.555" v="93" actId="14861"/>
        <pc:sldMkLst>
          <pc:docMk/>
          <pc:sldMk cId="3796610530" sldId="569"/>
        </pc:sldMkLst>
        <pc:spChg chg="mod">
          <ac:chgData name="БСУ" userId="bdbaa275-9249-41b1-8d15-242f632c67bf" providerId="ADAL" clId="{3AC1A149-7982-4171-9323-A2C71E163ABE}" dt="2023-02-19T13:57:56.979" v="90" actId="404"/>
          <ac:spMkLst>
            <pc:docMk/>
            <pc:sldMk cId="3796610530" sldId="569"/>
            <ac:spMk id="2" creationId="{00000000-0000-0000-0000-000000000000}"/>
          </ac:spMkLst>
        </pc:spChg>
        <pc:spChg chg="mod">
          <ac:chgData name="БСУ" userId="bdbaa275-9249-41b1-8d15-242f632c67bf" providerId="ADAL" clId="{3AC1A149-7982-4171-9323-A2C71E163ABE}" dt="2023-02-19T13:57:54.274" v="89" actId="1076"/>
          <ac:spMkLst>
            <pc:docMk/>
            <pc:sldMk cId="3796610530" sldId="569"/>
            <ac:spMk id="3" creationId="{00000000-0000-0000-0000-000000000000}"/>
          </ac:spMkLst>
        </pc:spChg>
        <pc:spChg chg="del mod">
          <ac:chgData name="БСУ" userId="bdbaa275-9249-41b1-8d15-242f632c67bf" providerId="ADAL" clId="{3AC1A149-7982-4171-9323-A2C71E163ABE}" dt="2023-02-19T13:58:00.210" v="91" actId="478"/>
          <ac:spMkLst>
            <pc:docMk/>
            <pc:sldMk cId="3796610530" sldId="569"/>
            <ac:spMk id="6" creationId="{751B1119-C8C6-4FB6-AF6E-2AFB5CBCC084}"/>
          </ac:spMkLst>
        </pc:spChg>
        <pc:picChg chg="mod">
          <ac:chgData name="БСУ" userId="bdbaa275-9249-41b1-8d15-242f632c67bf" providerId="ADAL" clId="{3AC1A149-7982-4171-9323-A2C71E163ABE}" dt="2023-02-19T13:58:09.555" v="93" actId="14861"/>
          <ac:picMkLst>
            <pc:docMk/>
            <pc:sldMk cId="3796610530" sldId="569"/>
            <ac:picMk id="5" creationId="{00000000-0000-0000-0000-000000000000}"/>
          </ac:picMkLst>
        </pc:picChg>
      </pc:sldChg>
      <pc:sldChg chg="delSp modSp add mod">
        <pc:chgData name="БСУ" userId="bdbaa275-9249-41b1-8d15-242f632c67bf" providerId="ADAL" clId="{3AC1A149-7982-4171-9323-A2C71E163ABE}" dt="2023-02-19T13:59:33.604" v="108" actId="207"/>
        <pc:sldMkLst>
          <pc:docMk/>
          <pc:sldMk cId="3326643999" sldId="570"/>
        </pc:sldMkLst>
        <pc:spChg chg="mod">
          <ac:chgData name="БСУ" userId="bdbaa275-9249-41b1-8d15-242f632c67bf" providerId="ADAL" clId="{3AC1A149-7982-4171-9323-A2C71E163ABE}" dt="2023-02-19T13:58:27.727" v="95" actId="404"/>
          <ac:spMkLst>
            <pc:docMk/>
            <pc:sldMk cId="3326643999" sldId="570"/>
            <ac:spMk id="2" creationId="{00000000-0000-0000-0000-000000000000}"/>
          </ac:spMkLst>
        </pc:spChg>
        <pc:spChg chg="mod">
          <ac:chgData name="БСУ" userId="bdbaa275-9249-41b1-8d15-242f632c67bf" providerId="ADAL" clId="{3AC1A149-7982-4171-9323-A2C71E163ABE}" dt="2023-02-19T13:59:33.604" v="108" actId="207"/>
          <ac:spMkLst>
            <pc:docMk/>
            <pc:sldMk cId="3326643999" sldId="570"/>
            <ac:spMk id="3" creationId="{00000000-0000-0000-0000-000000000000}"/>
          </ac:spMkLst>
        </pc:spChg>
        <pc:spChg chg="del mod">
          <ac:chgData name="БСУ" userId="bdbaa275-9249-41b1-8d15-242f632c67bf" providerId="ADAL" clId="{3AC1A149-7982-4171-9323-A2C71E163ABE}" dt="2023-02-19T13:59:15.258" v="105" actId="478"/>
          <ac:spMkLst>
            <pc:docMk/>
            <pc:sldMk cId="3326643999" sldId="570"/>
            <ac:spMk id="7" creationId="{B7E855CF-5469-4501-BAEA-7E5496D81922}"/>
          </ac:spMkLst>
        </pc:spChg>
        <pc:picChg chg="mod">
          <ac:chgData name="БСУ" userId="bdbaa275-9249-41b1-8d15-242f632c67bf" providerId="ADAL" clId="{3AC1A149-7982-4171-9323-A2C71E163ABE}" dt="2023-02-19T13:59:12.564" v="104" actId="1076"/>
          <ac:picMkLst>
            <pc:docMk/>
            <pc:sldMk cId="3326643999" sldId="570"/>
            <ac:picMk id="5" creationId="{00000000-0000-0000-0000-000000000000}"/>
          </ac:picMkLst>
        </pc:picChg>
        <pc:picChg chg="mod">
          <ac:chgData name="БСУ" userId="bdbaa275-9249-41b1-8d15-242f632c67bf" providerId="ADAL" clId="{3AC1A149-7982-4171-9323-A2C71E163ABE}" dt="2023-02-19T13:58:53.752" v="102" actId="14100"/>
          <ac:picMkLst>
            <pc:docMk/>
            <pc:sldMk cId="3326643999" sldId="570"/>
            <ac:picMk id="1026" creationId="{00000000-0000-0000-0000-000000000000}"/>
          </ac:picMkLst>
        </pc:picChg>
      </pc:sldChg>
      <pc:sldChg chg="modSp mod">
        <pc:chgData name="БСУ" userId="bdbaa275-9249-41b1-8d15-242f632c67bf" providerId="ADAL" clId="{3AC1A149-7982-4171-9323-A2C71E163ABE}" dt="2023-02-19T11:14:48.332" v="10"/>
        <pc:sldMkLst>
          <pc:docMk/>
          <pc:sldMk cId="2385751420" sldId="571"/>
        </pc:sldMkLst>
        <pc:spChg chg="mod">
          <ac:chgData name="БСУ" userId="bdbaa275-9249-41b1-8d15-242f632c67bf" providerId="ADAL" clId="{3AC1A149-7982-4171-9323-A2C71E163ABE}" dt="2023-02-19T11:14:48.332" v="10"/>
          <ac:spMkLst>
            <pc:docMk/>
            <pc:sldMk cId="2385751420" sldId="571"/>
            <ac:spMk id="8" creationId="{00000000-0000-0000-0000-000000000000}"/>
          </ac:spMkLst>
        </pc:spChg>
      </pc:sldChg>
      <pc:sldChg chg="delSp modSp add mod">
        <pc:chgData name="БСУ" userId="bdbaa275-9249-41b1-8d15-242f632c67bf" providerId="ADAL" clId="{3AC1A149-7982-4171-9323-A2C71E163ABE}" dt="2023-02-19T14:00:32.619" v="136" actId="1076"/>
        <pc:sldMkLst>
          <pc:docMk/>
          <pc:sldMk cId="482905028" sldId="590"/>
        </pc:sldMkLst>
        <pc:spChg chg="mod">
          <ac:chgData name="БСУ" userId="bdbaa275-9249-41b1-8d15-242f632c67bf" providerId="ADAL" clId="{3AC1A149-7982-4171-9323-A2C71E163ABE}" dt="2023-02-19T14:00:12.808" v="133" actId="2711"/>
          <ac:spMkLst>
            <pc:docMk/>
            <pc:sldMk cId="482905028" sldId="590"/>
            <ac:spMk id="4" creationId="{00000000-0000-0000-0000-000000000000}"/>
          </ac:spMkLst>
        </pc:spChg>
        <pc:spChg chg="mod">
          <ac:chgData name="БСУ" userId="bdbaa275-9249-41b1-8d15-242f632c67bf" providerId="ADAL" clId="{3AC1A149-7982-4171-9323-A2C71E163ABE}" dt="2023-02-19T14:00:32.619" v="136" actId="1076"/>
          <ac:spMkLst>
            <pc:docMk/>
            <pc:sldMk cId="482905028" sldId="590"/>
            <ac:spMk id="5" creationId="{00000000-0000-0000-0000-000000000000}"/>
          </ac:spMkLst>
        </pc:spChg>
        <pc:spChg chg="del">
          <ac:chgData name="БСУ" userId="bdbaa275-9249-41b1-8d15-242f632c67bf" providerId="ADAL" clId="{3AC1A149-7982-4171-9323-A2C71E163ABE}" dt="2023-02-19T13:59:56.656" v="129" actId="478"/>
          <ac:spMkLst>
            <pc:docMk/>
            <pc:sldMk cId="482905028" sldId="590"/>
            <ac:spMk id="7" creationId="{3A94DD9D-A757-4793-A351-082FEBB79582}"/>
          </ac:spMkLst>
        </pc:spChg>
        <pc:picChg chg="del">
          <ac:chgData name="БСУ" userId="bdbaa275-9249-41b1-8d15-242f632c67bf" providerId="ADAL" clId="{3AC1A149-7982-4171-9323-A2C71E163ABE}" dt="2023-02-19T13:59:56.656" v="129" actId="478"/>
          <ac:picMkLst>
            <pc:docMk/>
            <pc:sldMk cId="482905028" sldId="590"/>
            <ac:picMk id="10" creationId="{00000000-0000-0000-0000-000000000000}"/>
          </ac:picMkLst>
        </pc:picChg>
        <pc:picChg chg="del">
          <ac:chgData name="БСУ" userId="bdbaa275-9249-41b1-8d15-242f632c67bf" providerId="ADAL" clId="{3AC1A149-7982-4171-9323-A2C71E163ABE}" dt="2023-02-19T13:59:56.656" v="129" actId="478"/>
          <ac:picMkLst>
            <pc:docMk/>
            <pc:sldMk cId="482905028" sldId="590"/>
            <ac:picMk id="11" creationId="{00000000-0000-0000-0000-000000000000}"/>
          </ac:picMkLst>
        </pc:picChg>
      </pc:sldChg>
    </pc:docChg>
  </pc:docChgLst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  <pc:docChgLst>
    <pc:chgData name="БСУ" userId="bdbaa275-9249-41b1-8d15-242f632c67bf" providerId="ADAL" clId="{E8EBBEA8-749B-4042-B043-5A6FD507A9B3}"/>
    <pc:docChg chg="modSld sldOrd modSection">
      <pc:chgData name="БСУ" userId="bdbaa275-9249-41b1-8d15-242f632c67bf" providerId="ADAL" clId="{E8EBBEA8-749B-4042-B043-5A6FD507A9B3}" dt="2023-02-17T11:21:52.587" v="1"/>
      <pc:docMkLst>
        <pc:docMk/>
      </pc:docMkLst>
      <pc:sldChg chg="ord">
        <pc:chgData name="БСУ" userId="bdbaa275-9249-41b1-8d15-242f632c67bf" providerId="ADAL" clId="{E8EBBEA8-749B-4042-B043-5A6FD507A9B3}" dt="2023-02-17T11:21:52.587" v="1"/>
        <pc:sldMkLst>
          <pc:docMk/>
          <pc:sldMk cId="2385751420" sldId="5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7.11.2025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CB8708A-8556-42FD-AFB9-1485951BC6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272781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8AB986F-E790-4F7C-B361-CE3EFD574AD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745303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7.11.2025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7.11.2025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7.11.2025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7.11.2025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7.11.2025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7.11.2025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7.11.2025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7.11.2025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7.11.2025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7.11.2025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7.11.2025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7.11.2025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>
            <a:noAutofit/>
          </a:bodyPr>
          <a:lstStyle/>
          <a:p>
            <a:r>
              <a:rPr lang="ru-RU" sz="4400" dirty="0">
                <a:latin typeface="Comfortaa" pitchFamily="2" charset="0"/>
              </a:rPr>
              <a:t>Увод в </a:t>
            </a:r>
            <a:r>
              <a:rPr lang="ru-RU" sz="4400" dirty="0" err="1">
                <a:latin typeface="Comfortaa" pitchFamily="2" charset="0"/>
              </a:rPr>
              <a:t>концепцията</a:t>
            </a:r>
            <a:r>
              <a:rPr lang="ru-RU" sz="4400" dirty="0">
                <a:latin typeface="Comfortaa" pitchFamily="2" charset="0"/>
              </a:rPr>
              <a:t> за </a:t>
            </a:r>
            <a:r>
              <a:rPr lang="ru-RU" sz="4400" dirty="0" err="1">
                <a:latin typeface="Comfortaa" pitchFamily="2" charset="0"/>
              </a:rPr>
              <a:t>дебъгване</a:t>
            </a:r>
            <a:r>
              <a:rPr lang="ru-RU" sz="4400" dirty="0">
                <a:latin typeface="Comfortaa" pitchFamily="2" charset="0"/>
              </a:rPr>
              <a:t>: </a:t>
            </a:r>
            <a:r>
              <a:rPr lang="ru-RU" sz="4400" dirty="0" err="1">
                <a:latin typeface="Comfortaa" pitchFamily="2" charset="0"/>
              </a:rPr>
              <a:t>откриване</a:t>
            </a:r>
            <a:r>
              <a:rPr lang="ru-RU" sz="4400" dirty="0">
                <a:latin typeface="Comfortaa" pitchFamily="2" charset="0"/>
              </a:rPr>
              <a:t> и </a:t>
            </a:r>
            <a:r>
              <a:rPr lang="ru-RU" sz="4400" dirty="0" err="1">
                <a:latin typeface="Comfortaa" pitchFamily="2" charset="0"/>
              </a:rPr>
              <a:t>отстраняване</a:t>
            </a:r>
            <a:r>
              <a:rPr lang="ru-RU" sz="4400" dirty="0">
                <a:latin typeface="Comfortaa" pitchFamily="2" charset="0"/>
              </a:rPr>
              <a:t> на </a:t>
            </a:r>
            <a:r>
              <a:rPr lang="ru-RU" sz="4400" dirty="0" err="1">
                <a:latin typeface="Comfortaa" pitchFamily="2" charset="0"/>
              </a:rPr>
              <a:t>проблеми</a:t>
            </a:r>
            <a:r>
              <a:rPr lang="ru-RU" sz="4400" dirty="0">
                <a:latin typeface="Comfortaa" pitchFamily="2" charset="0"/>
              </a:rPr>
              <a:t> </a:t>
            </a:r>
            <a:endParaRPr lang="bg-BG" sz="4400" dirty="0">
              <a:latin typeface="Comfortaa" pitchFamily="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ru-RU" dirty="0" err="1">
                <a:latin typeface="Comfortaa" pitchFamily="2" charset="0"/>
              </a:rPr>
              <a:t>Инспектиране</a:t>
            </a:r>
            <a:r>
              <a:rPr lang="ru-RU" dirty="0">
                <a:latin typeface="Comfortaa" pitchFamily="2" charset="0"/>
              </a:rPr>
              <a:t> на </a:t>
            </a:r>
            <a:r>
              <a:rPr lang="ru-RU" dirty="0" err="1">
                <a:latin typeface="Comfortaa" pitchFamily="2" charset="0"/>
              </a:rPr>
              <a:t>данни</a:t>
            </a:r>
            <a:r>
              <a:rPr lang="ru-RU" dirty="0">
                <a:latin typeface="Comfortaa" pitchFamily="2" charset="0"/>
              </a:rPr>
              <a:t>. </a:t>
            </a:r>
            <a:r>
              <a:rPr lang="ru-RU" dirty="0" err="1">
                <a:latin typeface="Comfortaa" pitchFamily="2" charset="0"/>
              </a:rPr>
              <a:t>Нишки</a:t>
            </a:r>
            <a:r>
              <a:rPr lang="ru-RU" dirty="0">
                <a:latin typeface="Comfortaa" pitchFamily="2" charset="0"/>
              </a:rPr>
              <a:t>. Стек</a:t>
            </a: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3057" y="0"/>
            <a:ext cx="60270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592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57959" y="733260"/>
            <a:ext cx="10515600" cy="1325563"/>
          </a:xfrm>
        </p:spPr>
        <p:txBody>
          <a:bodyPr>
            <a:normAutofit/>
          </a:bodyPr>
          <a:lstStyle/>
          <a:p>
            <a:r>
              <a:rPr lang="bg-BG" b="1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57959" y="2058823"/>
            <a:ext cx="10515600" cy="421774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 err="1">
                <a:latin typeface="Comfortaa" pitchFamily="2" charset="0"/>
              </a:rPr>
              <a:t>Инспектиране</a:t>
            </a:r>
            <a:r>
              <a:rPr lang="ru-RU" sz="3200" dirty="0">
                <a:latin typeface="Comfortaa" pitchFamily="2" charset="0"/>
              </a:rPr>
              <a:t> на </a:t>
            </a:r>
            <a:r>
              <a:rPr lang="ru-RU" sz="3200" dirty="0" err="1">
                <a:latin typeface="Comfortaa" pitchFamily="2" charset="0"/>
              </a:rPr>
              <a:t>данни</a:t>
            </a:r>
            <a:endParaRPr lang="ru-RU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 err="1">
                <a:latin typeface="Comfortaa" pitchFamily="2" charset="0"/>
              </a:rPr>
              <a:t>Нишки</a:t>
            </a:r>
            <a:r>
              <a:rPr lang="ru-RU" sz="3200" dirty="0">
                <a:latin typeface="Comfortaa" pitchFamily="2" charset="0"/>
              </a:rPr>
              <a:t> и стек</a:t>
            </a:r>
          </a:p>
        </p:txBody>
      </p:sp>
    </p:spTree>
    <p:extLst>
      <p:ext uri="{BB962C8B-B14F-4D97-AF65-F5344CB8AC3E}">
        <p14:creationId xmlns:p14="http://schemas.microsoft.com/office/powerpoint/2010/main" val="2385751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Comfortaa" pitchFamily="2" charset="0"/>
              </a:rPr>
              <a:t>Дебъгването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е изцяло за проверка на информацията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Какво са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локалните променливи</a:t>
            </a:r>
            <a:r>
              <a:rPr lang="en-US" dirty="0">
                <a:latin typeface="Comfortaa" pitchFamily="2" charset="0"/>
              </a:rPr>
              <a:t>?</a:t>
            </a:r>
          </a:p>
          <a:p>
            <a:pPr lvl="1"/>
            <a:r>
              <a:rPr lang="bg-BG" dirty="0">
                <a:latin typeface="Comfortaa" pitchFamily="2" charset="0"/>
              </a:rPr>
              <a:t>Какво значи  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В паметта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(in Memory)</a:t>
            </a:r>
            <a:r>
              <a:rPr lang="en-US" dirty="0">
                <a:latin typeface="Comfortaa" pitchFamily="2" charset="0"/>
              </a:rPr>
              <a:t>?</a:t>
            </a:r>
          </a:p>
          <a:p>
            <a:pPr lvl="1"/>
            <a:r>
              <a:rPr lang="bg-BG" dirty="0">
                <a:latin typeface="Comfortaa" pitchFamily="2" charset="0"/>
              </a:rPr>
              <a:t>Какво 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поток на кода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(Code Flow)</a:t>
            </a:r>
            <a:r>
              <a:rPr lang="en-US" dirty="0">
                <a:latin typeface="Comfortaa" pitchFamily="2" charset="0"/>
              </a:rPr>
              <a:t>?</a:t>
            </a:r>
          </a:p>
          <a:p>
            <a:pPr lvl="1"/>
            <a:r>
              <a:rPr lang="ru-RU" dirty="0">
                <a:latin typeface="Comfortaa" pitchFamily="2" charset="0"/>
              </a:rPr>
              <a:t>По принцип - </a:t>
            </a:r>
            <a:r>
              <a:rPr lang="en-US" dirty="0">
                <a:latin typeface="Comfortaa" pitchFamily="2" charset="0"/>
              </a:rPr>
              <a:t>K</a:t>
            </a:r>
            <a:r>
              <a:rPr lang="ru-RU" dirty="0">
                <a:latin typeface="Comfortaa" pitchFamily="2" charset="0"/>
              </a:rPr>
              <a:t>акво е състоянието на процеса точно </a:t>
            </a:r>
            <a:r>
              <a:rPr lang="bg-BG" dirty="0">
                <a:latin typeface="Comfortaa" pitchFamily="2" charset="0"/>
              </a:rPr>
              <a:t>в този момент и какво се случва?</a:t>
            </a:r>
            <a:endParaRPr lang="en-US" dirty="0">
              <a:latin typeface="Comfortaa" pitchFamily="2" charset="0"/>
            </a:endParaRPr>
          </a:p>
          <a:p>
            <a:r>
              <a:rPr lang="ru-RU" dirty="0">
                <a:latin typeface="Comfortaa" pitchFamily="2" charset="0"/>
              </a:rPr>
              <a:t>В същност, лекотата на изследване на данните е ключът към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бързо разрешаване на проблеми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latin typeface="Comfortaa" pitchFamily="2" charset="0"/>
              </a:rPr>
              <a:t>Проверка на </a:t>
            </a:r>
            <a:r>
              <a:rPr lang="ru-RU" sz="3600" dirty="0" err="1">
                <a:latin typeface="Comfortaa" pitchFamily="2" charset="0"/>
              </a:rPr>
              <a:t>данните</a:t>
            </a:r>
            <a:r>
              <a:rPr lang="ru-RU" sz="3600" dirty="0">
                <a:latin typeface="Comfortaa" pitchFamily="2" charset="0"/>
              </a:rPr>
              <a:t> – Data </a:t>
            </a:r>
            <a:r>
              <a:rPr lang="ru-RU" sz="3600" dirty="0" err="1">
                <a:latin typeface="Comfortaa" pitchFamily="2" charset="0"/>
              </a:rPr>
              <a:t>Inspection</a:t>
            </a:r>
            <a:endParaRPr lang="en-US" sz="36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0192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5855" y="2212276"/>
            <a:ext cx="5586663" cy="3901407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Comfortaa" pitchFamily="2" charset="0"/>
              </a:rPr>
              <a:t>Visual Studio </a:t>
            </a:r>
            <a:r>
              <a:rPr lang="ru-RU" dirty="0">
                <a:latin typeface="Comfortaa" pitchFamily="2" charset="0"/>
              </a:rPr>
              <a:t>предлага </a:t>
            </a:r>
            <a:r>
              <a:rPr lang="bg-BG" dirty="0">
                <a:latin typeface="Comfortaa" pitchFamily="2" charset="0"/>
              </a:rPr>
              <a:t>много функции за </a:t>
            </a:r>
            <a:r>
              <a:rPr lang="ru-RU" dirty="0">
                <a:latin typeface="Comfortaa" pitchFamily="2" charset="0"/>
              </a:rPr>
              <a:t>инспекция на данни в прозереца за наблюдение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Watch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 err="1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Авто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- и Локални </a:t>
            </a:r>
            <a:r>
              <a:rPr lang="bg-BG" dirty="0">
                <a:latin typeface="Comfortaa" pitchFamily="2" charset="0"/>
              </a:rPr>
              <a:t>променливи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(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Autos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Locals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) 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/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Памет и Регистри (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Memory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Registers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)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/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Съвети за данните (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Data Tips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) 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Прозорецът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Незабавно (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Immediate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)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5855" y="751776"/>
            <a:ext cx="10218822" cy="1325563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Инспектиране на данни с </a:t>
            </a:r>
            <a:r>
              <a:rPr lang="en-US" dirty="0">
                <a:latin typeface="Comfortaa" pitchFamily="2" charset="0"/>
              </a:rPr>
              <a:t>Visual Studio Data Inspection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665617" y="2212276"/>
            <a:ext cx="4777659" cy="390140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76312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300"/>
              </a:spcAft>
            </a:pPr>
            <a:r>
              <a:rPr lang="ru-RU" dirty="0">
                <a:latin typeface="Comfortaa" pitchFamily="2" charset="0"/>
              </a:rPr>
              <a:t>Позволява ви да се запознаете с различни състояния на вашето приложение</a:t>
            </a:r>
            <a:endParaRPr lang="en-US" dirty="0">
              <a:latin typeface="Comfortaa" pitchFamily="2" charset="0"/>
            </a:endParaRPr>
          </a:p>
          <a:p>
            <a:pPr>
              <a:spcAft>
                <a:spcPts val="300"/>
              </a:spcAft>
            </a:pPr>
            <a:r>
              <a:rPr lang="ru-RU" dirty="0">
                <a:latin typeface="Comfortaa" pitchFamily="2" charset="0"/>
              </a:rPr>
              <a:t>Няколко различни "типови" прозорци за наблюдение </a:t>
            </a:r>
            <a:endParaRPr lang="en-US" dirty="0">
              <a:latin typeface="Comfortaa" pitchFamily="2" charset="0"/>
            </a:endParaRPr>
          </a:p>
          <a:p>
            <a:pPr lvl="1">
              <a:spcAft>
                <a:spcPts val="300"/>
              </a:spcAft>
            </a:pPr>
            <a:r>
              <a:rPr lang="en-US" dirty="0">
                <a:latin typeface="Comfortaa" pitchFamily="2" charset="0"/>
              </a:rPr>
              <a:t>Autos</a:t>
            </a:r>
          </a:p>
          <a:p>
            <a:pPr lvl="1">
              <a:spcAft>
                <a:spcPts val="300"/>
              </a:spcAft>
            </a:pPr>
            <a:r>
              <a:rPr lang="en-US" dirty="0">
                <a:latin typeface="Comfortaa" pitchFamily="2" charset="0"/>
              </a:rPr>
              <a:t>Locals</a:t>
            </a:r>
          </a:p>
          <a:p>
            <a:pPr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Прозорец за наблюдение </a:t>
            </a:r>
            <a:r>
              <a:rPr lang="en-US" dirty="0">
                <a:latin typeface="Comfortaa" pitchFamily="2" charset="0"/>
              </a:rPr>
              <a:t>"</a:t>
            </a:r>
            <a:r>
              <a:rPr lang="bg-BG" dirty="0">
                <a:latin typeface="Comfortaa" pitchFamily="2" charset="0"/>
              </a:rPr>
              <a:t>По избор</a:t>
            </a:r>
            <a:r>
              <a:rPr lang="en-US" dirty="0">
                <a:latin typeface="Comfortaa" pitchFamily="2" charset="0"/>
              </a:rPr>
              <a:t>" </a:t>
            </a:r>
            <a:r>
              <a:rPr lang="bg-BG" dirty="0">
                <a:latin typeface="Comfortaa" pitchFamily="2" charset="0"/>
              </a:rPr>
              <a:t>също е възможен</a:t>
            </a:r>
            <a:endParaRPr lang="en-US" dirty="0">
              <a:latin typeface="Comfortaa" pitchFamily="2" charset="0"/>
            </a:endParaRPr>
          </a:p>
          <a:p>
            <a:pPr lvl="1">
              <a:spcAft>
                <a:spcPts val="300"/>
              </a:spcAft>
            </a:pPr>
            <a:r>
              <a:rPr lang="ru-RU" dirty="0">
                <a:latin typeface="Comfortaa" pitchFamily="2" charset="0"/>
              </a:rPr>
              <a:t>Съдържа само променливи, които сте избрали да добавите</a:t>
            </a:r>
            <a:endParaRPr lang="en-US" dirty="0">
              <a:latin typeface="Comfortaa" pitchFamily="2" charset="0"/>
            </a:endParaRPr>
          </a:p>
          <a:p>
            <a:pPr lvl="1">
              <a:spcAft>
                <a:spcPts val="300"/>
              </a:spcAft>
            </a:pPr>
            <a:r>
              <a:rPr lang="ru-RU" dirty="0">
                <a:latin typeface="Comfortaa" pitchFamily="2" charset="0"/>
              </a:rPr>
              <a:t>Кликнете с десния бутон върху променливата и изберете</a:t>
            </a:r>
            <a:r>
              <a:rPr lang="en-US" dirty="0">
                <a:latin typeface="Comfortaa" pitchFamily="2" charset="0"/>
              </a:rPr>
              <a:t> "Add to Watch"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>
                <a:latin typeface="Comfortaa" pitchFamily="2" charset="0"/>
              </a:rPr>
              <a:t>Прозорецът</a:t>
            </a:r>
            <a:r>
              <a:rPr lang="ru-RU" dirty="0">
                <a:latin typeface="Comfortaa" pitchFamily="2" charset="0"/>
              </a:rPr>
              <a:t> за Наблюдение – Watch </a:t>
            </a:r>
            <a:r>
              <a:rPr lang="ru-RU" dirty="0" err="1">
                <a:latin typeface="Comfortaa" pitchFamily="2" charset="0"/>
              </a:rPr>
              <a:t>Window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783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Локални (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Locals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)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е прозорец за наблюдение, съдържащ локални променливи за специфична част (</a:t>
            </a:r>
            <a:r>
              <a:rPr lang="bg-BG" dirty="0" err="1">
                <a:latin typeface="Comfortaa" pitchFamily="2" charset="0"/>
              </a:rPr>
              <a:t>фрейм</a:t>
            </a:r>
            <a:r>
              <a:rPr lang="bg-BG" dirty="0">
                <a:latin typeface="Comfortaa" pitchFamily="2" charset="0"/>
              </a:rPr>
              <a:t>)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от стека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en-US" dirty="0">
                <a:latin typeface="Comfortaa" pitchFamily="2" charset="0"/>
              </a:rPr>
              <a:t>Debug -&gt; Windows -&gt; Locals</a:t>
            </a:r>
          </a:p>
          <a:p>
            <a:pPr lvl="1"/>
            <a:r>
              <a:rPr lang="bg-BG" dirty="0">
                <a:latin typeface="Comfortaa" pitchFamily="2" charset="0"/>
              </a:rPr>
              <a:t>Показва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името на променливата, стойността и типа ѝ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Позволява детайлизиране на обекта чрез кликване върху знака „+“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 в дървото за управление</a:t>
            </a:r>
            <a:endParaRPr lang="en-US" dirty="0">
              <a:latin typeface="Comfortaa" pitchFamily="2" charset="0"/>
            </a:endParaRPr>
          </a:p>
          <a:p>
            <a:r>
              <a:rPr lang="bg-BG" dirty="0" err="1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Авто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(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Autos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)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позволява на </a:t>
            </a:r>
            <a:r>
              <a:rPr lang="bg-BG" dirty="0" err="1">
                <a:latin typeface="Comfortaa" pitchFamily="2" charset="0"/>
              </a:rPr>
              <a:t>дебъгера</a:t>
            </a:r>
            <a:r>
              <a:rPr lang="bg-BG" dirty="0">
                <a:latin typeface="Comfortaa" pitchFamily="2" charset="0"/>
              </a:rPr>
              <a:t> да реши кои променливи да се показват в прозореца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Свободно, на база на текущия и предишен блок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>
                <a:latin typeface="Comfortaa" pitchFamily="2" charset="0"/>
              </a:rPr>
              <a:t>Прозорците</a:t>
            </a:r>
            <a:r>
              <a:rPr lang="ru-RU" dirty="0">
                <a:latin typeface="Comfortaa" pitchFamily="2" charset="0"/>
              </a:rPr>
              <a:t> Авто и </a:t>
            </a:r>
            <a:r>
              <a:rPr lang="ru-RU" dirty="0" err="1">
                <a:latin typeface="Comfortaa" pitchFamily="2" charset="0"/>
              </a:rPr>
              <a:t>Локални</a:t>
            </a:r>
            <a:r>
              <a:rPr lang="ru-RU" dirty="0">
                <a:latin typeface="Comfortaa" pitchFamily="2" charset="0"/>
              </a:rPr>
              <a:t> – </a:t>
            </a:r>
            <a:r>
              <a:rPr lang="ru-RU" dirty="0" err="1">
                <a:latin typeface="Comfortaa" pitchFamily="2" charset="0"/>
              </a:rPr>
              <a:t>Autos</a:t>
            </a:r>
            <a:r>
              <a:rPr lang="ru-RU" dirty="0">
                <a:latin typeface="Comfortaa" pitchFamily="2" charset="0"/>
              </a:rPr>
              <a:t> </a:t>
            </a:r>
            <a:r>
              <a:rPr lang="ru-RU" dirty="0" err="1">
                <a:latin typeface="Comfortaa" pitchFamily="2" charset="0"/>
              </a:rPr>
              <a:t>and</a:t>
            </a:r>
            <a:r>
              <a:rPr lang="ru-RU" dirty="0">
                <a:latin typeface="Comfortaa" pitchFamily="2" charset="0"/>
              </a:rPr>
              <a:t> </a:t>
            </a:r>
            <a:r>
              <a:rPr lang="ru-RU" dirty="0" err="1">
                <a:latin typeface="Comfortaa" pitchFamily="2" charset="0"/>
              </a:rPr>
              <a:t>Locals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4098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Прозорецът Памет (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Memory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)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може да се използва за изследване на паметта в обхвата на процеса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Адресното поле може да бъде указател или израз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ru-RU" dirty="0">
                <a:latin typeface="Comfortaa" pitchFamily="2" charset="0"/>
              </a:rPr>
              <a:t>Може да влачите и пускате променлива от прозореца с кода</a:t>
            </a:r>
          </a:p>
          <a:p>
            <a:pPr lvl="1"/>
            <a:r>
              <a:rPr lang="ru-RU" dirty="0">
                <a:latin typeface="Comfortaa" pitchFamily="2" charset="0"/>
              </a:rPr>
              <a:t>Броят на показваните колони може да се конфигурира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ru-RU" dirty="0">
                <a:latin typeface="Comfortaa" pitchFamily="2" charset="0"/>
              </a:rPr>
              <a:t>Форматът на данните може да бъде конфигуриран</a:t>
            </a:r>
          </a:p>
          <a:p>
            <a:pPr lvl="1"/>
            <a:r>
              <a:rPr lang="ru-RU" dirty="0">
                <a:latin typeface="Comfortaa" pitchFamily="2" charset="0"/>
              </a:rPr>
              <a:t>Прозорецът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Регистри </a:t>
            </a:r>
            <a:r>
              <a:rPr lang="ru-RU" dirty="0">
                <a:latin typeface="Comfortaa" pitchFamily="2" charset="0"/>
              </a:rPr>
              <a:t>може да се използва да инспектирате регистрите на процесора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Памет и Регистри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160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Предоставя информация за променливи</a:t>
            </a:r>
            <a:endParaRPr lang="en-US" dirty="0">
              <a:latin typeface="Comfortaa" pitchFamily="2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ru-RU" dirty="0">
                <a:latin typeface="Comfortaa" pitchFamily="2" charset="0"/>
              </a:rPr>
              <a:t>Променливите трябва да са в рамките на обхвата на текущото изпълнение</a:t>
            </a:r>
            <a:endParaRPr lang="en-US" dirty="0">
              <a:latin typeface="Comfortaa" pitchFamily="2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Поставете показалеца на мишката върху коя да е променлива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Променливите могат да бъдат отваряни като дърво със знака + </a:t>
            </a:r>
            <a:endParaRPr lang="en-US" dirty="0">
              <a:latin typeface="Comfortaa" pitchFamily="2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Може да „забождате“ данните, така че винаги да стоят отворени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Може да добавяте пояснителни коментари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bg-BG" b="1" u="sn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Съветите за данните</a:t>
            </a:r>
            <a:r>
              <a:rPr lang="bg-BG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поддържат 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влачене и пускане</a:t>
            </a:r>
            <a:endParaRPr lang="en-US" dirty="0">
              <a:latin typeface="Comfortaa" pitchFamily="2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Импорт и експорт на съвети за данните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latin typeface="Comfortaa" pitchFamily="2" charset="0"/>
              </a:rPr>
              <a:t>Съвети за данни – Data Tips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409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84" y="2240714"/>
            <a:ext cx="6212305" cy="3582570"/>
          </a:xfrm>
        </p:spPr>
        <p:txBody>
          <a:bodyPr>
            <a:normAutofit/>
          </a:bodyPr>
          <a:lstStyle/>
          <a:p>
            <a:r>
              <a:rPr lang="bg-BG" sz="2000" dirty="0">
                <a:latin typeface="Comfortaa" pitchFamily="2" charset="0"/>
              </a:rPr>
              <a:t>Използва се когато се </a:t>
            </a:r>
            <a:r>
              <a:rPr lang="bg-BG" sz="2000" dirty="0" err="1">
                <a:latin typeface="Comfortaa" pitchFamily="2" charset="0"/>
              </a:rPr>
              <a:t>дебъгва</a:t>
            </a:r>
            <a:r>
              <a:rPr lang="bg-BG" sz="2000" dirty="0">
                <a:latin typeface="Comfortaa" pitchFamily="2" charset="0"/>
              </a:rPr>
              <a:t> голям израз, който трябва да бъде изпълнен</a:t>
            </a:r>
            <a:endParaRPr lang="en-US" sz="2000" dirty="0">
              <a:latin typeface="Comfortaa" pitchFamily="2" charset="0"/>
            </a:endParaRPr>
          </a:p>
          <a:p>
            <a:pPr lvl="1"/>
            <a:r>
              <a:rPr lang="bg-BG" sz="2000" dirty="0">
                <a:latin typeface="Comfortaa" pitchFamily="2" charset="0"/>
              </a:rPr>
              <a:t>За извеждане на стойност на променлива</a:t>
            </a:r>
            <a:r>
              <a:rPr lang="en-US" sz="2000" dirty="0">
                <a:latin typeface="Comfortaa" pitchFamily="2" charset="0"/>
              </a:rPr>
              <a:t> &lt;name of variable&gt;</a:t>
            </a:r>
          </a:p>
          <a:p>
            <a:pPr lvl="1"/>
            <a:r>
              <a:rPr lang="bg-BG" sz="2000" dirty="0">
                <a:latin typeface="Comfortaa" pitchFamily="2" charset="0"/>
              </a:rPr>
              <a:t>За задаване стойност на променлива</a:t>
            </a:r>
            <a:r>
              <a:rPr lang="en-US" sz="2000" dirty="0">
                <a:latin typeface="Comfortaa" pitchFamily="2" charset="0"/>
              </a:rPr>
              <a:t>, </a:t>
            </a:r>
            <a:r>
              <a:rPr lang="bg-BG" sz="2000" dirty="0">
                <a:latin typeface="Comfortaa" pitchFamily="2" charset="0"/>
              </a:rPr>
              <a:t>пише се:</a:t>
            </a:r>
            <a:r>
              <a:rPr lang="en-US" sz="2000" dirty="0">
                <a:latin typeface="Comfortaa" pitchFamily="2" charset="0"/>
              </a:rPr>
              <a:t> &lt;name of variable&gt;=&lt;value&gt;</a:t>
            </a:r>
          </a:p>
          <a:p>
            <a:pPr lvl="1"/>
            <a:r>
              <a:rPr lang="bg-BG" sz="2000" dirty="0">
                <a:latin typeface="Comfortaa" pitchFamily="2" charset="0"/>
              </a:rPr>
              <a:t>За извикване на метод</a:t>
            </a:r>
            <a:r>
              <a:rPr lang="en-US" sz="2000" dirty="0">
                <a:latin typeface="Comfortaa" pitchFamily="2" charset="0"/>
              </a:rPr>
              <a:t>, </a:t>
            </a:r>
            <a:r>
              <a:rPr lang="bg-BG" sz="2000" dirty="0">
                <a:latin typeface="Comfortaa" pitchFamily="2" charset="0"/>
              </a:rPr>
              <a:t>използва се</a:t>
            </a:r>
            <a:br>
              <a:rPr lang="bg-BG" sz="2000" dirty="0">
                <a:latin typeface="Comfortaa" pitchFamily="2" charset="0"/>
              </a:rPr>
            </a:br>
            <a:r>
              <a:rPr lang="en-US" sz="2000" dirty="0">
                <a:latin typeface="Comfortaa" pitchFamily="2" charset="0"/>
              </a:rPr>
              <a:t>&lt;name of variable&gt;.&lt;method&gt;(arguments)</a:t>
            </a:r>
          </a:p>
          <a:p>
            <a:pPr lvl="1"/>
            <a:r>
              <a:rPr lang="bg-BG" sz="2000" dirty="0">
                <a:latin typeface="Comfortaa" pitchFamily="2" charset="0"/>
              </a:rPr>
              <a:t>Прилича на регулярен израз</a:t>
            </a:r>
            <a:endParaRPr lang="en-US" sz="2000" dirty="0">
              <a:latin typeface="Comfortaa" pitchFamily="2" charset="0"/>
            </a:endParaRPr>
          </a:p>
          <a:p>
            <a:pPr lvl="1"/>
            <a:r>
              <a:rPr lang="bg-BG" sz="2000" dirty="0">
                <a:latin typeface="Comfortaa" pitchFamily="2" charset="0"/>
              </a:rPr>
              <a:t>Поддържа </a:t>
            </a:r>
            <a:r>
              <a:rPr lang="en-US" sz="2000" dirty="0">
                <a:latin typeface="Comfortaa" pitchFamily="2" charset="0"/>
              </a:rPr>
              <a:t>IntelliSense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>
                <a:latin typeface="Comfortaa" pitchFamily="2" charset="0"/>
              </a:rPr>
              <a:t>Прозорец</a:t>
            </a:r>
            <a:r>
              <a:rPr lang="ru-RU" dirty="0">
                <a:latin typeface="Comfortaa" pitchFamily="2" charset="0"/>
              </a:rPr>
              <a:t> за </a:t>
            </a:r>
            <a:r>
              <a:rPr lang="ru-RU" dirty="0" err="1">
                <a:latin typeface="Comfortaa" pitchFamily="2" charset="0"/>
              </a:rPr>
              <a:t>моментално</a:t>
            </a:r>
            <a:r>
              <a:rPr lang="ru-RU" dirty="0">
                <a:latin typeface="Comfortaa" pitchFamily="2" charset="0"/>
              </a:rPr>
              <a:t> </a:t>
            </a:r>
            <a:r>
              <a:rPr lang="ru-RU" dirty="0" err="1">
                <a:latin typeface="Comfortaa" pitchFamily="2" charset="0"/>
              </a:rPr>
              <a:t>изпълнение</a:t>
            </a:r>
            <a:r>
              <a:rPr lang="ru-RU" dirty="0">
                <a:latin typeface="Comfortaa" pitchFamily="2" charset="0"/>
              </a:rPr>
              <a:t> – </a:t>
            </a:r>
            <a:r>
              <a:rPr lang="ru-RU" dirty="0" err="1">
                <a:latin typeface="Comfortaa" pitchFamily="2" charset="0"/>
              </a:rPr>
              <a:t>Immediate</a:t>
            </a:r>
            <a:r>
              <a:rPr lang="ru-RU" dirty="0">
                <a:latin typeface="Comfortaa" pitchFamily="2" charset="0"/>
              </a:rPr>
              <a:t>  </a:t>
            </a:r>
            <a:r>
              <a:rPr lang="ru-RU" dirty="0" err="1">
                <a:latin typeface="Comfortaa" pitchFamily="2" charset="0"/>
              </a:rPr>
              <a:t>Window</a:t>
            </a:r>
            <a:endParaRPr lang="en-US" dirty="0">
              <a:latin typeface="Comfortaa" pitchFamily="2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75185" y="2425692"/>
            <a:ext cx="4613231" cy="27371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5402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Основни единици от изпълняващ се код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Общо, програмите използват повече от една нишка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В</a:t>
            </a:r>
            <a:r>
              <a:rPr lang="en-US" dirty="0">
                <a:latin typeface="Comfortaa" pitchFamily="2" charset="0"/>
              </a:rPr>
              <a:t> .NET</a:t>
            </a:r>
            <a:r>
              <a:rPr lang="bg-BG" dirty="0">
                <a:latin typeface="Comfortaa" pitchFamily="2" charset="0"/>
              </a:rPr>
              <a:t> винаги има повече от една нишка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Всяка нишка има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област от паметта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свързана с нея, известна като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стек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Пазеща локални променливи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Пазеща област със специфична информация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Област от паметта, работеща на принципа </a:t>
            </a:r>
            <a:r>
              <a:rPr lang="en-US" dirty="0">
                <a:latin typeface="Comfortaa" pitchFamily="2" charset="0"/>
              </a:rPr>
              <a:t>LIFO</a:t>
            </a:r>
            <a:r>
              <a:rPr lang="bg-BG" dirty="0">
                <a:latin typeface="Comfortaa" pitchFamily="2" charset="0"/>
              </a:rPr>
              <a:t> – последно влезнал – първи </a:t>
            </a:r>
            <a:r>
              <a:rPr lang="bg-BG" dirty="0" err="1">
                <a:latin typeface="Comfortaa" pitchFamily="2" charset="0"/>
              </a:rPr>
              <a:t>излезнал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Нишки – </a:t>
            </a:r>
            <a:r>
              <a:rPr lang="en-US" dirty="0">
                <a:latin typeface="Comfortaa" pitchFamily="2" charset="0"/>
              </a:rPr>
              <a:t>Threads</a:t>
            </a:r>
          </a:p>
        </p:txBody>
      </p:sp>
    </p:spTree>
    <p:extLst>
      <p:ext uri="{BB962C8B-B14F-4D97-AF65-F5344CB8AC3E}">
        <p14:creationId xmlns:p14="http://schemas.microsoft.com/office/powerpoint/2010/main" val="2717758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71700"/>
            <a:ext cx="9533183" cy="3254260"/>
          </a:xfrm>
        </p:spPr>
        <p:txBody>
          <a:bodyPr>
            <a:normAutofit/>
          </a:bodyPr>
          <a:lstStyle/>
          <a:p>
            <a:r>
              <a:rPr lang="ru-RU" dirty="0">
                <a:latin typeface="Comfortaa" pitchFamily="2" charset="0"/>
              </a:rPr>
              <a:t>Преглед на дейността на нишките в процеса</a:t>
            </a:r>
            <a:endParaRPr lang="en-US" dirty="0">
              <a:latin typeface="Comfortaa" pitchFamily="2" charset="0"/>
            </a:endParaRPr>
          </a:p>
          <a:p>
            <a:r>
              <a:rPr lang="ru-RU" dirty="0">
                <a:latin typeface="Comfortaa" pitchFamily="2" charset="0"/>
              </a:rPr>
              <a:t>Включва основна информация за всяка нишка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Идентификатор (номер) на нишка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Категория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Име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Разположение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Приоритет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23804"/>
            <a:ext cx="10515600" cy="1325563"/>
          </a:xfrm>
        </p:spPr>
        <p:txBody>
          <a:bodyPr>
            <a:noAutofit/>
          </a:bodyPr>
          <a:lstStyle/>
          <a:p>
            <a:r>
              <a:rPr lang="ru-RU" sz="3600" dirty="0" err="1">
                <a:latin typeface="Comfortaa" pitchFamily="2" charset="0"/>
              </a:rPr>
              <a:t>Прозорецът</a:t>
            </a:r>
            <a:r>
              <a:rPr lang="ru-RU" sz="3600" dirty="0">
                <a:latin typeface="Comfortaa" pitchFamily="2" charset="0"/>
              </a:rPr>
              <a:t> с </a:t>
            </a:r>
            <a:r>
              <a:rPr lang="ru-RU" sz="3600" dirty="0" err="1">
                <a:latin typeface="Comfortaa" pitchFamily="2" charset="0"/>
              </a:rPr>
              <a:t>нишките</a:t>
            </a:r>
            <a:r>
              <a:rPr lang="ru-RU" sz="3600" dirty="0">
                <a:latin typeface="Comfortaa" pitchFamily="2" charset="0"/>
              </a:rPr>
              <a:t> на </a:t>
            </a:r>
            <a:r>
              <a:rPr lang="ru-RU" sz="3600" dirty="0" err="1">
                <a:latin typeface="Comfortaa" pitchFamily="2" charset="0"/>
              </a:rPr>
              <a:t>процеса</a:t>
            </a:r>
            <a:r>
              <a:rPr lang="ru-RU" sz="3600" dirty="0">
                <a:latin typeface="Comfortaa" pitchFamily="2" charset="0"/>
              </a:rPr>
              <a:t>, </a:t>
            </a:r>
            <a:r>
              <a:rPr lang="ru-RU" sz="3600" dirty="0" err="1">
                <a:latin typeface="Comfortaa" pitchFamily="2" charset="0"/>
              </a:rPr>
              <a:t>които</a:t>
            </a:r>
            <a:r>
              <a:rPr lang="ru-RU" sz="3600" dirty="0">
                <a:latin typeface="Comfortaa" pitchFamily="2" charset="0"/>
              </a:rPr>
              <a:t> се </a:t>
            </a:r>
            <a:r>
              <a:rPr lang="ru-RU" sz="3600" dirty="0" err="1">
                <a:latin typeface="Comfortaa" pitchFamily="2" charset="0"/>
              </a:rPr>
              <a:t>изпълняват</a:t>
            </a:r>
            <a:r>
              <a:rPr lang="ru-RU" sz="3600" dirty="0">
                <a:latin typeface="Comfortaa" pitchFamily="2" charset="0"/>
              </a:rPr>
              <a:t> – </a:t>
            </a:r>
            <a:r>
              <a:rPr lang="ru-RU" sz="3600" dirty="0" err="1">
                <a:latin typeface="Comfortaa" pitchFamily="2" charset="0"/>
              </a:rPr>
              <a:t>Threads</a:t>
            </a:r>
            <a:r>
              <a:rPr lang="ru-RU" sz="3600" dirty="0">
                <a:latin typeface="Comfortaa" pitchFamily="2" charset="0"/>
              </a:rPr>
              <a:t> </a:t>
            </a:r>
            <a:r>
              <a:rPr lang="ru-RU" sz="3600" dirty="0" err="1">
                <a:latin typeface="Comfortaa" pitchFamily="2" charset="0"/>
              </a:rPr>
              <a:t>Window</a:t>
            </a:r>
            <a:endParaRPr lang="en-US" sz="3600" dirty="0">
              <a:latin typeface="Comfortaa" pitchFamily="2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33899" y="4008522"/>
            <a:ext cx="6595832" cy="2342123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96610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6788"/>
            <a:ext cx="10515600" cy="4351338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Стекът с нишките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общо се нарича </a:t>
            </a:r>
            <a:r>
              <a:rPr lang="bg-BG" noProof="1">
                <a:latin typeface="Comfortaa" pitchFamily="2" charset="0"/>
              </a:rPr>
              <a:t>Стек с извикванията </a:t>
            </a:r>
            <a:r>
              <a:rPr lang="en-US" noProof="1">
                <a:latin typeface="Comfortaa" pitchFamily="2" charset="0"/>
              </a:rPr>
              <a:t>(call stack</a:t>
            </a:r>
            <a:r>
              <a:rPr lang="bg-BG" noProof="1">
                <a:latin typeface="Comfortaa" pitchFamily="2" charset="0"/>
              </a:rPr>
              <a:t>)</a:t>
            </a:r>
            <a:endParaRPr lang="en-US" noProof="1">
              <a:latin typeface="Comfortaa" pitchFamily="2" charset="0"/>
            </a:endParaRPr>
          </a:p>
          <a:p>
            <a:r>
              <a:rPr lang="en-US" noProof="1">
                <a:latin typeface="Comfortaa" pitchFamily="2" charset="0"/>
              </a:rPr>
              <a:t>Visual Studio </a:t>
            </a:r>
            <a:r>
              <a:rPr lang="bg-BG" noProof="1">
                <a:latin typeface="Comfortaa" pitchFamily="2" charset="0"/>
              </a:rPr>
              <a:t>показва елементите на стека с извикванията</a:t>
            </a:r>
            <a:endParaRPr lang="en-US" noProof="1">
              <a:latin typeface="Comfortaa" pitchFamily="2" charset="0"/>
            </a:endParaRPr>
          </a:p>
          <a:p>
            <a:pPr lvl="1"/>
            <a:r>
              <a:rPr lang="bg-BG" sz="2000" dirty="0">
                <a:latin typeface="Comfortaa" pitchFamily="2" charset="0"/>
              </a:rPr>
              <a:t>Локални променливи</a:t>
            </a:r>
            <a:endParaRPr lang="en-US" sz="2000" dirty="0">
              <a:latin typeface="Comfortaa" pitchFamily="2" charset="0"/>
            </a:endParaRPr>
          </a:p>
          <a:p>
            <a:pPr lvl="1"/>
            <a:r>
              <a:rPr lang="bg-BG" sz="2000" dirty="0">
                <a:latin typeface="Comfortaa" pitchFamily="2" charset="0"/>
              </a:rPr>
              <a:t>Методи (области от кода на метода</a:t>
            </a:r>
            <a:r>
              <a:rPr lang="bg-BG" dirty="0">
                <a:latin typeface="Comfortaa" pitchFamily="2" charset="0"/>
              </a:rPr>
              <a:t>)</a:t>
            </a:r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noProof="1">
                <a:latin typeface="Comfortaa" pitchFamily="2" charset="0"/>
              </a:rPr>
              <a:t>Стек с извикванията – Call Stacks</a:t>
            </a:r>
            <a:endParaRPr lang="en-US" sz="4000" noProof="1">
              <a:latin typeface="Comfortaa" pitchFamily="2" charset="0"/>
            </a:endParaRPr>
          </a:p>
        </p:txBody>
      </p:sp>
      <p:pic>
        <p:nvPicPr>
          <p:cNvPr id="1026" name="Picture 2" descr="http://upload.wikimedia.org/wikipedia/commons/thumb/d/d3/Call_stack_layout.svg/342px-Call_stack_layout.sv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5378" y="3110957"/>
            <a:ext cx="4060796" cy="3312756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00201" y="4076472"/>
            <a:ext cx="3984625" cy="2286000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326643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4294967295"/>
          </p:nvPr>
        </p:nvSpPr>
        <p:spPr>
          <a:xfrm>
            <a:off x="1012242" y="2275749"/>
            <a:ext cx="10447367" cy="2994317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Как да инспектираме по-задълбочено </a:t>
            </a:r>
            <a:r>
              <a:rPr lang="bg-BG" dirty="0" err="1">
                <a:latin typeface="Comfortaa" pitchFamily="2" charset="0"/>
              </a:rPr>
              <a:t>дебъгваните</a:t>
            </a:r>
            <a:r>
              <a:rPr lang="bg-BG" dirty="0">
                <a:latin typeface="Comfortaa" pitchFamily="2" charset="0"/>
              </a:rPr>
              <a:t> данни и методи</a:t>
            </a:r>
            <a:endParaRPr lang="en-US" dirty="0">
              <a:latin typeface="Comfortaa" pitchFamily="2" charset="0"/>
            </a:endParaRPr>
          </a:p>
          <a:p>
            <a:pPr marL="819096" lvl="1" indent="-514350"/>
            <a:r>
              <a:rPr lang="en-US" sz="2800" dirty="0">
                <a:latin typeface="Comfortaa" pitchFamily="2" charset="0"/>
              </a:rPr>
              <a:t>Locals, Autos, Watch</a:t>
            </a:r>
            <a:endParaRPr lang="bg-BG" sz="2800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Да проследяваме състоянието на нишките в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dirty="0" err="1">
                <a:latin typeface="Comfortaa" pitchFamily="2" charset="0"/>
              </a:rPr>
              <a:t>.Net</a:t>
            </a:r>
            <a:endParaRPr lang="bg-BG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Да работим с данните в стека</a:t>
            </a:r>
            <a:endParaRPr lang="en-US" dirty="0">
              <a:latin typeface="Comfortaa" pitchFamily="2" charset="0"/>
            </a:endParaRPr>
          </a:p>
          <a:p>
            <a:pPr marL="0" indent="0">
              <a:lnSpc>
                <a:spcPct val="110000"/>
              </a:lnSpc>
              <a:buNone/>
            </a:pPr>
            <a:endParaRPr lang="bg-BG" dirty="0">
              <a:latin typeface="Comfortaa" pitchFamily="2" charset="0"/>
            </a:endParaRPr>
          </a:p>
          <a:p>
            <a:pPr>
              <a:lnSpc>
                <a:spcPct val="110000"/>
              </a:lnSpc>
            </a:pPr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940218" y="966120"/>
            <a:ext cx="9577388" cy="1111250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Обобщение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2905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1645</TotalTime>
  <Words>739</Words>
  <Application>Microsoft Office PowerPoint</Application>
  <PresentationFormat>Widescreen</PresentationFormat>
  <Paragraphs>92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Comfortaa</vt:lpstr>
      <vt:lpstr>Times New Roman</vt:lpstr>
      <vt:lpstr>Office Theme</vt:lpstr>
      <vt:lpstr>Увод в концепцията за дебъгване: откриване и отстраняване на проблеми </vt:lpstr>
      <vt:lpstr>PowerPoint Presentation</vt:lpstr>
      <vt:lpstr>Съдържание</vt:lpstr>
      <vt:lpstr>Проверка на данните – Data Inspection</vt:lpstr>
      <vt:lpstr>Инспектиране на данни с Visual Studio Data Inspection</vt:lpstr>
      <vt:lpstr>Прозорецът за Наблюдение – Watch Window</vt:lpstr>
      <vt:lpstr>Прозорците Авто и Локални – Autos and Locals</vt:lpstr>
      <vt:lpstr>Памет и Регистри</vt:lpstr>
      <vt:lpstr>Съвети за данни – Data Tips</vt:lpstr>
      <vt:lpstr>Прозорец за моментално изпълнение – Immediate  Window</vt:lpstr>
      <vt:lpstr>Нишки – Threads</vt:lpstr>
      <vt:lpstr>Прозорецът с нишките на процеса, които се изпълняват – Threads Window</vt:lpstr>
      <vt:lpstr>Стек с извикванията – Call Stacks</vt:lpstr>
      <vt:lpstr>Обобщение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Neli Nqgolova</cp:lastModifiedBy>
  <cp:revision>13</cp:revision>
  <dcterms:created xsi:type="dcterms:W3CDTF">2022-08-09T09:25:46Z</dcterms:created>
  <dcterms:modified xsi:type="dcterms:W3CDTF">2025-11-08T11:24:01Z</dcterms:modified>
</cp:coreProperties>
</file>