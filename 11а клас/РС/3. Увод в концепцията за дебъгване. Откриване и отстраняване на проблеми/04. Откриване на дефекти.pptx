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"/>
  </p:notesMasterIdLst>
  <p:sldIdLst>
    <p:sldId id="258" r:id="rId2"/>
    <p:sldId id="571" r:id="rId3"/>
    <p:sldId id="573" r:id="rId4"/>
    <p:sldId id="574" r:id="rId5"/>
    <p:sldId id="575" r:id="rId6"/>
    <p:sldId id="576" r:id="rId7"/>
    <p:sldId id="584" r:id="rId8"/>
    <p:sldId id="590" r:id="rId9"/>
    <p:sldId id="57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573"/>
            <p14:sldId id="574"/>
            <p14:sldId id="575"/>
            <p14:sldId id="576"/>
            <p14:sldId id="584"/>
            <p14:sldId id="590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232A7C-119F-4F0F-80F3-56936396DDE2}" v="2" dt="2023-02-19T14:03:15.734"/>
    <p1510:client id="{56D06A8E-B093-4105-A3FE-B1AB69744B00}" v="6" dt="2023-02-19T11:16:36.5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16232A7C-119F-4F0F-80F3-56936396DDE2}"/>
    <pc:docChg chg="custSel modSld">
      <pc:chgData name="БСУ" userId="bdbaa275-9249-41b1-8d15-242f632c67bf" providerId="ADAL" clId="{16232A7C-119F-4F0F-80F3-56936396DDE2}" dt="2023-02-19T14:03:40.061" v="68" actId="2711"/>
      <pc:docMkLst>
        <pc:docMk/>
      </pc:docMkLst>
      <pc:sldChg chg="delSp modSp mod">
        <pc:chgData name="БСУ" userId="bdbaa275-9249-41b1-8d15-242f632c67bf" providerId="ADAL" clId="{16232A7C-119F-4F0F-80F3-56936396DDE2}" dt="2023-02-19T14:01:56.716" v="2" actId="478"/>
        <pc:sldMkLst>
          <pc:docMk/>
          <pc:sldMk cId="2799815086" sldId="573"/>
        </pc:sldMkLst>
        <pc:spChg chg="mod">
          <ac:chgData name="БСУ" userId="bdbaa275-9249-41b1-8d15-242f632c67bf" providerId="ADAL" clId="{16232A7C-119F-4F0F-80F3-56936396DDE2}" dt="2023-02-19T14:01:13.096" v="0" actId="2711"/>
          <ac:spMkLst>
            <pc:docMk/>
            <pc:sldMk cId="2799815086" sldId="573"/>
            <ac:spMk id="2" creationId="{00000000-0000-0000-0000-000000000000}"/>
          </ac:spMkLst>
        </pc:spChg>
        <pc:spChg chg="mod">
          <ac:chgData name="БСУ" userId="bdbaa275-9249-41b1-8d15-242f632c67bf" providerId="ADAL" clId="{16232A7C-119F-4F0F-80F3-56936396DDE2}" dt="2023-02-19T14:01:13.117" v="1" actId="27636"/>
          <ac:spMkLst>
            <pc:docMk/>
            <pc:sldMk cId="2799815086" sldId="573"/>
            <ac:spMk id="3" creationId="{00000000-0000-0000-0000-000000000000}"/>
          </ac:spMkLst>
        </pc:spChg>
        <pc:spChg chg="del">
          <ac:chgData name="БСУ" userId="bdbaa275-9249-41b1-8d15-242f632c67bf" providerId="ADAL" clId="{16232A7C-119F-4F0F-80F3-56936396DDE2}" dt="2023-02-19T14:01:56.716" v="2" actId="478"/>
          <ac:spMkLst>
            <pc:docMk/>
            <pc:sldMk cId="2799815086" sldId="573"/>
            <ac:spMk id="6" creationId="{52532E5D-161D-4611-B757-DDC76422D275}"/>
          </ac:spMkLst>
        </pc:spChg>
      </pc:sldChg>
      <pc:sldChg chg="delSp modSp mod">
        <pc:chgData name="БСУ" userId="bdbaa275-9249-41b1-8d15-242f632c67bf" providerId="ADAL" clId="{16232A7C-119F-4F0F-80F3-56936396DDE2}" dt="2023-02-19T14:02:25.254" v="14" actId="255"/>
        <pc:sldMkLst>
          <pc:docMk/>
          <pc:sldMk cId="845844607" sldId="574"/>
        </pc:sldMkLst>
        <pc:spChg chg="mod">
          <ac:chgData name="БСУ" userId="bdbaa275-9249-41b1-8d15-242f632c67bf" providerId="ADAL" clId="{16232A7C-119F-4F0F-80F3-56936396DDE2}" dt="2023-02-19T14:02:25.254" v="14" actId="255"/>
          <ac:spMkLst>
            <pc:docMk/>
            <pc:sldMk cId="845844607" sldId="574"/>
            <ac:spMk id="2" creationId="{00000000-0000-0000-0000-000000000000}"/>
          </ac:spMkLst>
        </pc:spChg>
        <pc:spChg chg="mod">
          <ac:chgData name="БСУ" userId="bdbaa275-9249-41b1-8d15-242f632c67bf" providerId="ADAL" clId="{16232A7C-119F-4F0F-80F3-56936396DDE2}" dt="2023-02-19T14:02:01.988" v="4" actId="27636"/>
          <ac:spMkLst>
            <pc:docMk/>
            <pc:sldMk cId="845844607" sldId="574"/>
            <ac:spMk id="3" creationId="{00000000-0000-0000-0000-000000000000}"/>
          </ac:spMkLst>
        </pc:spChg>
        <pc:spChg chg="del">
          <ac:chgData name="БСУ" userId="bdbaa275-9249-41b1-8d15-242f632c67bf" providerId="ADAL" clId="{16232A7C-119F-4F0F-80F3-56936396DDE2}" dt="2023-02-19T14:02:04.039" v="5" actId="478"/>
          <ac:spMkLst>
            <pc:docMk/>
            <pc:sldMk cId="845844607" sldId="574"/>
            <ac:spMk id="6" creationId="{C8FC8274-BA82-433E-B931-9260E140889A}"/>
          </ac:spMkLst>
        </pc:spChg>
      </pc:sldChg>
      <pc:sldChg chg="addSp delSp modSp mod">
        <pc:chgData name="БСУ" userId="bdbaa275-9249-41b1-8d15-242f632c67bf" providerId="ADAL" clId="{16232A7C-119F-4F0F-80F3-56936396DDE2}" dt="2023-02-19T14:02:44.751" v="22" actId="478"/>
        <pc:sldMkLst>
          <pc:docMk/>
          <pc:sldMk cId="1788972377" sldId="575"/>
        </pc:sldMkLst>
        <pc:spChg chg="del">
          <ac:chgData name="БСУ" userId="bdbaa275-9249-41b1-8d15-242f632c67bf" providerId="ADAL" clId="{16232A7C-119F-4F0F-80F3-56936396DDE2}" dt="2023-02-19T14:02:32.040" v="15" actId="478"/>
          <ac:spMkLst>
            <pc:docMk/>
            <pc:sldMk cId="1788972377" sldId="575"/>
            <ac:spMk id="2" creationId="{00000000-0000-0000-0000-000000000000}"/>
          </ac:spMkLst>
        </pc:spChg>
        <pc:spChg chg="mod">
          <ac:chgData name="БСУ" userId="bdbaa275-9249-41b1-8d15-242f632c67bf" providerId="ADAL" clId="{16232A7C-119F-4F0F-80F3-56936396DDE2}" dt="2023-02-19T14:02:43.372" v="21" actId="6549"/>
          <ac:spMkLst>
            <pc:docMk/>
            <pc:sldMk cId="1788972377" sldId="575"/>
            <ac:spMk id="3" creationId="{00000000-0000-0000-0000-000000000000}"/>
          </ac:spMkLst>
        </pc:spChg>
        <pc:spChg chg="add del mod">
          <ac:chgData name="БСУ" userId="bdbaa275-9249-41b1-8d15-242f632c67bf" providerId="ADAL" clId="{16232A7C-119F-4F0F-80F3-56936396DDE2}" dt="2023-02-19T14:02:33.995" v="16" actId="478"/>
          <ac:spMkLst>
            <pc:docMk/>
            <pc:sldMk cId="1788972377" sldId="575"/>
            <ac:spMk id="5" creationId="{66D14BE7-7B89-CD22-D312-E846D79B3E43}"/>
          </ac:spMkLst>
        </pc:spChg>
        <pc:spChg chg="del">
          <ac:chgData name="БСУ" userId="bdbaa275-9249-41b1-8d15-242f632c67bf" providerId="ADAL" clId="{16232A7C-119F-4F0F-80F3-56936396DDE2}" dt="2023-02-19T14:02:44.751" v="22" actId="478"/>
          <ac:spMkLst>
            <pc:docMk/>
            <pc:sldMk cId="1788972377" sldId="575"/>
            <ac:spMk id="6" creationId="{D84CFB15-FFE2-4547-88A1-639F3AE939B2}"/>
          </ac:spMkLst>
        </pc:spChg>
        <pc:spChg chg="add mod">
          <ac:chgData name="БСУ" userId="bdbaa275-9249-41b1-8d15-242f632c67bf" providerId="ADAL" clId="{16232A7C-119F-4F0F-80F3-56936396DDE2}" dt="2023-02-19T14:02:37.058" v="18" actId="20577"/>
          <ac:spMkLst>
            <pc:docMk/>
            <pc:sldMk cId="1788972377" sldId="575"/>
            <ac:spMk id="7" creationId="{4EFBB60F-3B6E-1057-FFD3-3C7BCD08AC76}"/>
          </ac:spMkLst>
        </pc:spChg>
      </pc:sldChg>
      <pc:sldChg chg="delSp modSp mod">
        <pc:chgData name="БСУ" userId="bdbaa275-9249-41b1-8d15-242f632c67bf" providerId="ADAL" clId="{16232A7C-119F-4F0F-80F3-56936396DDE2}" dt="2023-02-19T14:03:07.637" v="28" actId="478"/>
        <pc:sldMkLst>
          <pc:docMk/>
          <pc:sldMk cId="1866117613" sldId="576"/>
        </pc:sldMkLst>
        <pc:spChg chg="mod">
          <ac:chgData name="БСУ" userId="bdbaa275-9249-41b1-8d15-242f632c67bf" providerId="ADAL" clId="{16232A7C-119F-4F0F-80F3-56936396DDE2}" dt="2023-02-19T14:02:55.897" v="23" actId="2711"/>
          <ac:spMkLst>
            <pc:docMk/>
            <pc:sldMk cId="1866117613" sldId="576"/>
            <ac:spMk id="2" creationId="{00000000-0000-0000-0000-000000000000}"/>
          </ac:spMkLst>
        </pc:spChg>
        <pc:spChg chg="mod">
          <ac:chgData name="БСУ" userId="bdbaa275-9249-41b1-8d15-242f632c67bf" providerId="ADAL" clId="{16232A7C-119F-4F0F-80F3-56936396DDE2}" dt="2023-02-19T14:02:55.928" v="24" actId="27636"/>
          <ac:spMkLst>
            <pc:docMk/>
            <pc:sldMk cId="1866117613" sldId="576"/>
            <ac:spMk id="3" creationId="{00000000-0000-0000-0000-000000000000}"/>
          </ac:spMkLst>
        </pc:spChg>
        <pc:spChg chg="mod">
          <ac:chgData name="БСУ" userId="bdbaa275-9249-41b1-8d15-242f632c67bf" providerId="ADAL" clId="{16232A7C-119F-4F0F-80F3-56936396DDE2}" dt="2023-02-19T14:03:05.627" v="27" actId="1076"/>
          <ac:spMkLst>
            <pc:docMk/>
            <pc:sldMk cId="1866117613" sldId="576"/>
            <ac:spMk id="6" creationId="{00000000-0000-0000-0000-000000000000}"/>
          </ac:spMkLst>
        </pc:spChg>
        <pc:spChg chg="del">
          <ac:chgData name="БСУ" userId="bdbaa275-9249-41b1-8d15-242f632c67bf" providerId="ADAL" clId="{16232A7C-119F-4F0F-80F3-56936396DDE2}" dt="2023-02-19T14:03:07.637" v="28" actId="478"/>
          <ac:spMkLst>
            <pc:docMk/>
            <pc:sldMk cId="1866117613" sldId="576"/>
            <ac:spMk id="7" creationId="{C5A0C60F-7B93-48DE-8E61-6535F493C4D9}"/>
          </ac:spMkLst>
        </pc:spChg>
      </pc:sldChg>
      <pc:sldChg chg="delSp modSp mod">
        <pc:chgData name="БСУ" userId="bdbaa275-9249-41b1-8d15-242f632c67bf" providerId="ADAL" clId="{16232A7C-119F-4F0F-80F3-56936396DDE2}" dt="2023-02-19T14:03:17.565" v="30" actId="478"/>
        <pc:sldMkLst>
          <pc:docMk/>
          <pc:sldMk cId="678285138" sldId="584"/>
        </pc:sldMkLst>
        <pc:spChg chg="mod">
          <ac:chgData name="БСУ" userId="bdbaa275-9249-41b1-8d15-242f632c67bf" providerId="ADAL" clId="{16232A7C-119F-4F0F-80F3-56936396DDE2}" dt="2023-02-19T14:03:15.734" v="29" actId="2711"/>
          <ac:spMkLst>
            <pc:docMk/>
            <pc:sldMk cId="678285138" sldId="584"/>
            <ac:spMk id="2" creationId="{00000000-0000-0000-0000-000000000000}"/>
          </ac:spMkLst>
        </pc:spChg>
        <pc:spChg chg="mod">
          <ac:chgData name="БСУ" userId="bdbaa275-9249-41b1-8d15-242f632c67bf" providerId="ADAL" clId="{16232A7C-119F-4F0F-80F3-56936396DDE2}" dt="2023-02-19T14:03:15.734" v="29" actId="2711"/>
          <ac:spMkLst>
            <pc:docMk/>
            <pc:sldMk cId="678285138" sldId="584"/>
            <ac:spMk id="5" creationId="{00000000-0000-0000-0000-000000000000}"/>
          </ac:spMkLst>
        </pc:spChg>
        <pc:spChg chg="del">
          <ac:chgData name="БСУ" userId="bdbaa275-9249-41b1-8d15-242f632c67bf" providerId="ADAL" clId="{16232A7C-119F-4F0F-80F3-56936396DDE2}" dt="2023-02-19T14:03:17.565" v="30" actId="478"/>
          <ac:spMkLst>
            <pc:docMk/>
            <pc:sldMk cId="678285138" sldId="584"/>
            <ac:spMk id="6" creationId="{E948201D-11BE-415B-A680-3A037D63F1C2}"/>
          </ac:spMkLst>
        </pc:spChg>
      </pc:sldChg>
      <pc:sldChg chg="modSp mod">
        <pc:chgData name="БСУ" userId="bdbaa275-9249-41b1-8d15-242f632c67bf" providerId="ADAL" clId="{16232A7C-119F-4F0F-80F3-56936396DDE2}" dt="2023-02-19T14:03:40.061" v="68" actId="2711"/>
        <pc:sldMkLst>
          <pc:docMk/>
          <pc:sldMk cId="2487073265" sldId="590"/>
        </pc:sldMkLst>
        <pc:spChg chg="mod">
          <ac:chgData name="БСУ" userId="bdbaa275-9249-41b1-8d15-242f632c67bf" providerId="ADAL" clId="{16232A7C-119F-4F0F-80F3-56936396DDE2}" dt="2023-02-19T14:03:40.061" v="68" actId="2711"/>
          <ac:spMkLst>
            <pc:docMk/>
            <pc:sldMk cId="2487073265" sldId="590"/>
            <ac:spMk id="4" creationId="{00000000-0000-0000-0000-000000000000}"/>
          </ac:spMkLst>
        </pc:spChg>
        <pc:spChg chg="mod">
          <ac:chgData name="БСУ" userId="bdbaa275-9249-41b1-8d15-242f632c67bf" providerId="ADAL" clId="{16232A7C-119F-4F0F-80F3-56936396DDE2}" dt="2023-02-19T14:03:40.061" v="68" actId="2711"/>
          <ac:spMkLst>
            <pc:docMk/>
            <pc:sldMk cId="2487073265" sldId="590"/>
            <ac:spMk id="5" creationId="{00000000-0000-0000-0000-000000000000}"/>
          </ac:spMkLst>
        </pc:spChg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  <pc:docChgLst>
    <pc:chgData name="БСУ" userId="bdbaa275-9249-41b1-8d15-242f632c67bf" providerId="ADAL" clId="{56D06A8E-B093-4105-A3FE-B1AB69744B00}"/>
    <pc:docChg chg="custSel addSld modSld">
      <pc:chgData name="БСУ" userId="bdbaa275-9249-41b1-8d15-242f632c67bf" providerId="ADAL" clId="{56D06A8E-B093-4105-A3FE-B1AB69744B00}" dt="2023-02-19T11:16:50.698" v="17" actId="14100"/>
      <pc:docMkLst>
        <pc:docMk/>
      </pc:docMkLst>
      <pc:sldChg chg="modSp mod">
        <pc:chgData name="БСУ" userId="bdbaa275-9249-41b1-8d15-242f632c67bf" providerId="ADAL" clId="{56D06A8E-B093-4105-A3FE-B1AB69744B00}" dt="2023-02-19T11:16:03.144" v="5"/>
        <pc:sldMkLst>
          <pc:docMk/>
          <pc:sldMk cId="2386959723" sldId="258"/>
        </pc:sldMkLst>
        <pc:spChg chg="mod">
          <ac:chgData name="БСУ" userId="bdbaa275-9249-41b1-8d15-242f632c67bf" providerId="ADAL" clId="{56D06A8E-B093-4105-A3FE-B1AB69744B00}" dt="2023-02-19T11:15:55.798" v="4" actId="404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БСУ" userId="bdbaa275-9249-41b1-8d15-242f632c67bf" providerId="ADAL" clId="{56D06A8E-B093-4105-A3FE-B1AB69744B00}" dt="2023-02-19T11:16:03.144" v="5"/>
          <ac:spMkLst>
            <pc:docMk/>
            <pc:sldMk cId="2386959723" sldId="258"/>
            <ac:spMk id="5" creationId="{FD72CEAD-2598-2D6F-7FF9-AF95330D8A09}"/>
          </ac:spMkLst>
        </pc:spChg>
      </pc:sldChg>
      <pc:sldChg chg="modSp mod">
        <pc:chgData name="БСУ" userId="bdbaa275-9249-41b1-8d15-242f632c67bf" providerId="ADAL" clId="{56D06A8E-B093-4105-A3FE-B1AB69744B00}" dt="2023-02-19T11:16:14.159" v="6"/>
        <pc:sldMkLst>
          <pc:docMk/>
          <pc:sldMk cId="2385751420" sldId="571"/>
        </pc:sldMkLst>
        <pc:spChg chg="mod">
          <ac:chgData name="БСУ" userId="bdbaa275-9249-41b1-8d15-242f632c67bf" providerId="ADAL" clId="{56D06A8E-B093-4105-A3FE-B1AB69744B00}" dt="2023-02-19T11:16:14.159" v="6"/>
          <ac:spMkLst>
            <pc:docMk/>
            <pc:sldMk cId="2385751420" sldId="571"/>
            <ac:spMk id="8" creationId="{00000000-0000-0000-0000-000000000000}"/>
          </ac:spMkLst>
        </pc:spChg>
      </pc:sldChg>
      <pc:sldChg chg="delSp modSp add">
        <pc:chgData name="БСУ" userId="bdbaa275-9249-41b1-8d15-242f632c67bf" providerId="ADAL" clId="{56D06A8E-B093-4105-A3FE-B1AB69744B00}" dt="2023-02-19T11:16:26.424" v="10" actId="478"/>
        <pc:sldMkLst>
          <pc:docMk/>
          <pc:sldMk cId="2799815086" sldId="573"/>
        </pc:sldMkLst>
        <pc:spChg chg="mod">
          <ac:chgData name="БСУ" userId="bdbaa275-9249-41b1-8d15-242f632c67bf" providerId="ADAL" clId="{56D06A8E-B093-4105-A3FE-B1AB69744B00}" dt="2023-02-19T11:16:23.273" v="7"/>
          <ac:spMkLst>
            <pc:docMk/>
            <pc:sldMk cId="2799815086" sldId="573"/>
            <ac:spMk id="6" creationId="{52532E5D-161D-4611-B757-DDC76422D275}"/>
          </ac:spMkLst>
        </pc:spChg>
        <pc:picChg chg="del">
          <ac:chgData name="БСУ" userId="bdbaa275-9249-41b1-8d15-242f632c67bf" providerId="ADAL" clId="{56D06A8E-B093-4105-A3FE-B1AB69744B00}" dt="2023-02-19T11:16:26.424" v="10" actId="478"/>
          <ac:picMkLst>
            <pc:docMk/>
            <pc:sldMk cId="2799815086" sldId="573"/>
            <ac:picMk id="5" creationId="{00000000-0000-0000-0000-000000000000}"/>
          </ac:picMkLst>
        </pc:picChg>
      </pc:sldChg>
      <pc:sldChg chg="delSp modSp add">
        <pc:chgData name="БСУ" userId="bdbaa275-9249-41b1-8d15-242f632c67bf" providerId="ADAL" clId="{56D06A8E-B093-4105-A3FE-B1AB69744B00}" dt="2023-02-19T11:16:28.778" v="11" actId="478"/>
        <pc:sldMkLst>
          <pc:docMk/>
          <pc:sldMk cId="845844607" sldId="574"/>
        </pc:sldMkLst>
        <pc:spChg chg="mod">
          <ac:chgData name="БСУ" userId="bdbaa275-9249-41b1-8d15-242f632c67bf" providerId="ADAL" clId="{56D06A8E-B093-4105-A3FE-B1AB69744B00}" dt="2023-02-19T11:16:23.273" v="7"/>
          <ac:spMkLst>
            <pc:docMk/>
            <pc:sldMk cId="845844607" sldId="574"/>
            <ac:spMk id="6" creationId="{C8FC8274-BA82-433E-B931-9260E140889A}"/>
          </ac:spMkLst>
        </pc:spChg>
        <pc:picChg chg="del">
          <ac:chgData name="БСУ" userId="bdbaa275-9249-41b1-8d15-242f632c67bf" providerId="ADAL" clId="{56D06A8E-B093-4105-A3FE-B1AB69744B00}" dt="2023-02-19T11:16:28.778" v="11" actId="478"/>
          <ac:picMkLst>
            <pc:docMk/>
            <pc:sldMk cId="845844607" sldId="574"/>
            <ac:picMk id="20484" creationId="{00000000-0000-0000-0000-000000000000}"/>
          </ac:picMkLst>
        </pc:picChg>
      </pc:sldChg>
      <pc:sldChg chg="delSp modSp add mod">
        <pc:chgData name="БСУ" userId="bdbaa275-9249-41b1-8d15-242f632c67bf" providerId="ADAL" clId="{56D06A8E-B093-4105-A3FE-B1AB69744B00}" dt="2023-02-19T11:16:31.291" v="12" actId="478"/>
        <pc:sldMkLst>
          <pc:docMk/>
          <pc:sldMk cId="1788972377" sldId="575"/>
        </pc:sldMkLst>
        <pc:spChg chg="mod">
          <ac:chgData name="БСУ" userId="bdbaa275-9249-41b1-8d15-242f632c67bf" providerId="ADAL" clId="{56D06A8E-B093-4105-A3FE-B1AB69744B00}" dt="2023-02-19T11:16:23.336" v="8" actId="27636"/>
          <ac:spMkLst>
            <pc:docMk/>
            <pc:sldMk cId="1788972377" sldId="575"/>
            <ac:spMk id="3" creationId="{00000000-0000-0000-0000-000000000000}"/>
          </ac:spMkLst>
        </pc:spChg>
        <pc:spChg chg="mod">
          <ac:chgData name="БСУ" userId="bdbaa275-9249-41b1-8d15-242f632c67bf" providerId="ADAL" clId="{56D06A8E-B093-4105-A3FE-B1AB69744B00}" dt="2023-02-19T11:16:23.273" v="7"/>
          <ac:spMkLst>
            <pc:docMk/>
            <pc:sldMk cId="1788972377" sldId="575"/>
            <ac:spMk id="6" creationId="{D84CFB15-FFE2-4547-88A1-639F3AE939B2}"/>
          </ac:spMkLst>
        </pc:spChg>
        <pc:picChg chg="del">
          <ac:chgData name="БСУ" userId="bdbaa275-9249-41b1-8d15-242f632c67bf" providerId="ADAL" clId="{56D06A8E-B093-4105-A3FE-B1AB69744B00}" dt="2023-02-19T11:16:31.291" v="12" actId="478"/>
          <ac:picMkLst>
            <pc:docMk/>
            <pc:sldMk cId="1788972377" sldId="575"/>
            <ac:picMk id="5" creationId="{00000000-0000-0000-0000-000000000000}"/>
          </ac:picMkLst>
        </pc:picChg>
      </pc:sldChg>
      <pc:sldChg chg="delSp modSp add mod">
        <pc:chgData name="БСУ" userId="bdbaa275-9249-41b1-8d15-242f632c67bf" providerId="ADAL" clId="{56D06A8E-B093-4105-A3FE-B1AB69744B00}" dt="2023-02-19T11:16:33.645" v="13" actId="478"/>
        <pc:sldMkLst>
          <pc:docMk/>
          <pc:sldMk cId="1866117613" sldId="576"/>
        </pc:sldMkLst>
        <pc:spChg chg="mod">
          <ac:chgData name="БСУ" userId="bdbaa275-9249-41b1-8d15-242f632c67bf" providerId="ADAL" clId="{56D06A8E-B093-4105-A3FE-B1AB69744B00}" dt="2023-02-19T11:16:23.352" v="9" actId="27636"/>
          <ac:spMkLst>
            <pc:docMk/>
            <pc:sldMk cId="1866117613" sldId="576"/>
            <ac:spMk id="3" creationId="{00000000-0000-0000-0000-000000000000}"/>
          </ac:spMkLst>
        </pc:spChg>
        <pc:spChg chg="mod">
          <ac:chgData name="БСУ" userId="bdbaa275-9249-41b1-8d15-242f632c67bf" providerId="ADAL" clId="{56D06A8E-B093-4105-A3FE-B1AB69744B00}" dt="2023-02-19T11:16:23.273" v="7"/>
          <ac:spMkLst>
            <pc:docMk/>
            <pc:sldMk cId="1866117613" sldId="576"/>
            <ac:spMk id="7" creationId="{C5A0C60F-7B93-48DE-8E61-6535F493C4D9}"/>
          </ac:spMkLst>
        </pc:spChg>
        <pc:picChg chg="del">
          <ac:chgData name="БСУ" userId="bdbaa275-9249-41b1-8d15-242f632c67bf" providerId="ADAL" clId="{56D06A8E-B093-4105-A3FE-B1AB69744B00}" dt="2023-02-19T11:16:33.645" v="13" actId="478"/>
          <ac:picMkLst>
            <pc:docMk/>
            <pc:sldMk cId="1866117613" sldId="576"/>
            <ac:picMk id="21506" creationId="{00000000-0000-0000-0000-000000000000}"/>
          </ac:picMkLst>
        </pc:picChg>
      </pc:sldChg>
      <pc:sldChg chg="delSp modSp add">
        <pc:chgData name="БСУ" userId="bdbaa275-9249-41b1-8d15-242f632c67bf" providerId="ADAL" clId="{56D06A8E-B093-4105-A3FE-B1AB69744B00}" dt="2023-02-19T11:16:36.568" v="14" actId="478"/>
        <pc:sldMkLst>
          <pc:docMk/>
          <pc:sldMk cId="678285138" sldId="584"/>
        </pc:sldMkLst>
        <pc:spChg chg="mod">
          <ac:chgData name="БСУ" userId="bdbaa275-9249-41b1-8d15-242f632c67bf" providerId="ADAL" clId="{56D06A8E-B093-4105-A3FE-B1AB69744B00}" dt="2023-02-19T11:16:23.273" v="7"/>
          <ac:spMkLst>
            <pc:docMk/>
            <pc:sldMk cId="678285138" sldId="584"/>
            <ac:spMk id="6" creationId="{E948201D-11BE-415B-A680-3A037D63F1C2}"/>
          </ac:spMkLst>
        </pc:spChg>
        <pc:picChg chg="del">
          <ac:chgData name="БСУ" userId="bdbaa275-9249-41b1-8d15-242f632c67bf" providerId="ADAL" clId="{56D06A8E-B093-4105-A3FE-B1AB69744B00}" dt="2023-02-19T11:16:36.568" v="14" actId="478"/>
          <ac:picMkLst>
            <pc:docMk/>
            <pc:sldMk cId="678285138" sldId="584"/>
            <ac:picMk id="5122" creationId="{00000000-0000-0000-0000-000000000000}"/>
          </ac:picMkLst>
        </pc:picChg>
      </pc:sldChg>
      <pc:sldChg chg="delSp modSp add mod">
        <pc:chgData name="БСУ" userId="bdbaa275-9249-41b1-8d15-242f632c67bf" providerId="ADAL" clId="{56D06A8E-B093-4105-A3FE-B1AB69744B00}" dt="2023-02-19T11:16:50.698" v="17" actId="14100"/>
        <pc:sldMkLst>
          <pc:docMk/>
          <pc:sldMk cId="2487073265" sldId="590"/>
        </pc:sldMkLst>
        <pc:spChg chg="mod">
          <ac:chgData name="БСУ" userId="bdbaa275-9249-41b1-8d15-242f632c67bf" providerId="ADAL" clId="{56D06A8E-B093-4105-A3FE-B1AB69744B00}" dt="2023-02-19T11:16:46.849" v="16" actId="1076"/>
          <ac:spMkLst>
            <pc:docMk/>
            <pc:sldMk cId="2487073265" sldId="590"/>
            <ac:spMk id="4" creationId="{00000000-0000-0000-0000-000000000000}"/>
          </ac:spMkLst>
        </pc:spChg>
        <pc:spChg chg="mod">
          <ac:chgData name="БСУ" userId="bdbaa275-9249-41b1-8d15-242f632c67bf" providerId="ADAL" clId="{56D06A8E-B093-4105-A3FE-B1AB69744B00}" dt="2023-02-19T11:16:50.698" v="17" actId="14100"/>
          <ac:spMkLst>
            <pc:docMk/>
            <pc:sldMk cId="2487073265" sldId="590"/>
            <ac:spMk id="5" creationId="{00000000-0000-0000-0000-000000000000}"/>
          </ac:spMkLst>
        </pc:spChg>
        <pc:spChg chg="del">
          <ac:chgData name="БСУ" userId="bdbaa275-9249-41b1-8d15-242f632c67bf" providerId="ADAL" clId="{56D06A8E-B093-4105-A3FE-B1AB69744B00}" dt="2023-02-19T11:16:41.952" v="15" actId="478"/>
          <ac:spMkLst>
            <pc:docMk/>
            <pc:sldMk cId="2487073265" sldId="590"/>
            <ac:spMk id="7" creationId="{F1FEAFB3-8E36-4293-9AAF-BD3F501AD1A4}"/>
          </ac:spMkLst>
        </pc:spChg>
        <pc:picChg chg="del">
          <ac:chgData name="БСУ" userId="bdbaa275-9249-41b1-8d15-242f632c67bf" providerId="ADAL" clId="{56D06A8E-B093-4105-A3FE-B1AB69744B00}" dt="2023-02-19T11:16:41.952" v="15" actId="478"/>
          <ac:picMkLst>
            <pc:docMk/>
            <pc:sldMk cId="2487073265" sldId="590"/>
            <ac:picMk id="10" creationId="{00000000-0000-0000-0000-000000000000}"/>
          </ac:picMkLst>
        </pc:picChg>
        <pc:picChg chg="del">
          <ac:chgData name="БСУ" userId="bdbaa275-9249-41b1-8d15-242f632c67bf" providerId="ADAL" clId="{56D06A8E-B093-4105-A3FE-B1AB69744B00}" dt="2023-02-19T11:16:41.952" v="15" actId="478"/>
          <ac:picMkLst>
            <pc:docMk/>
            <pc:sldMk cId="2487073265" sldId="590"/>
            <ac:picMk id="1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19.2.2023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D81D1749-25D3-4EA2-A499-E9CDFD8EB36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519606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20D75AF-7093-4608-97E3-9E5E7A8209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600230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19.2.2023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19.2.2023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19.2.2023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19.2.2023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19.2.2023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19.2.2023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19.2.2023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19.2.2023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19.2.2023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19.2.2023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19.2.2023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19.2.2023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source%20flick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movingseniorsbc.com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Autofit/>
          </a:bodyPr>
          <a:lstStyle/>
          <a:p>
            <a:r>
              <a:rPr lang="ru-RU" sz="4400" dirty="0">
                <a:latin typeface="Comfortaa" pitchFamily="2" charset="0"/>
              </a:rPr>
              <a:t>Увод в </a:t>
            </a:r>
            <a:r>
              <a:rPr lang="ru-RU" sz="4400" dirty="0" err="1">
                <a:latin typeface="Comfortaa" pitchFamily="2" charset="0"/>
              </a:rPr>
              <a:t>концепцията</a:t>
            </a:r>
            <a:r>
              <a:rPr lang="ru-RU" sz="4400" dirty="0">
                <a:latin typeface="Comfortaa" pitchFamily="2" charset="0"/>
              </a:rPr>
              <a:t> за </a:t>
            </a:r>
            <a:r>
              <a:rPr lang="ru-RU" sz="4400" dirty="0" err="1">
                <a:latin typeface="Comfortaa" pitchFamily="2" charset="0"/>
              </a:rPr>
              <a:t>дебъгване</a:t>
            </a:r>
            <a:r>
              <a:rPr lang="ru-RU" sz="4400" dirty="0">
                <a:latin typeface="Comfortaa" pitchFamily="2" charset="0"/>
              </a:rPr>
              <a:t>: </a:t>
            </a:r>
            <a:r>
              <a:rPr lang="ru-RU" sz="4400" dirty="0" err="1">
                <a:latin typeface="Comfortaa" pitchFamily="2" charset="0"/>
              </a:rPr>
              <a:t>откриване</a:t>
            </a:r>
            <a:r>
              <a:rPr lang="ru-RU" sz="4400" dirty="0">
                <a:latin typeface="Comfortaa" pitchFamily="2" charset="0"/>
              </a:rPr>
              <a:t> и </a:t>
            </a:r>
            <a:r>
              <a:rPr lang="ru-RU" sz="4400" dirty="0" err="1">
                <a:latin typeface="Comfortaa" pitchFamily="2" charset="0"/>
              </a:rPr>
              <a:t>отстраняване</a:t>
            </a:r>
            <a:r>
              <a:rPr lang="ru-RU" sz="4400" dirty="0">
                <a:latin typeface="Comfortaa" pitchFamily="2" charset="0"/>
              </a:rPr>
              <a:t> на </a:t>
            </a:r>
            <a:r>
              <a:rPr lang="ru-RU" sz="4400" dirty="0" err="1">
                <a:latin typeface="Comfortaa" pitchFamily="2" charset="0"/>
              </a:rPr>
              <a:t>проблеми</a:t>
            </a:r>
            <a:r>
              <a:rPr lang="ru-RU" sz="4400" dirty="0">
                <a:latin typeface="Comfortaa" pitchFamily="2" charset="0"/>
              </a:rPr>
              <a:t> </a:t>
            </a:r>
            <a:endParaRPr lang="bg-BG" sz="4400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 err="1">
                <a:latin typeface="Comfortaa" pitchFamily="2" charset="0"/>
              </a:rPr>
              <a:t>Откриване</a:t>
            </a:r>
            <a:r>
              <a:rPr lang="ru-RU" dirty="0">
                <a:latin typeface="Comfortaa" pitchFamily="2" charset="0"/>
              </a:rPr>
              <a:t> на </a:t>
            </a:r>
            <a:r>
              <a:rPr lang="ru-RU" dirty="0" err="1">
                <a:latin typeface="Comfortaa" pitchFamily="2" charset="0"/>
              </a:rPr>
              <a:t>дефекти</a:t>
            </a:r>
            <a:endParaRPr lang="ru-RU" dirty="0">
              <a:latin typeface="Comfortaa" pitchFamily="2" charset="0"/>
            </a:endParaRPr>
          </a:p>
          <a:p>
            <a:endParaRPr lang="ru-RU" dirty="0">
              <a:latin typeface="Comfortaa" pitchFamily="2" charset="0"/>
            </a:endParaRPr>
          </a:p>
          <a:p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Намиране</a:t>
            </a:r>
            <a:r>
              <a:rPr lang="ru-RU" sz="3200" dirty="0">
                <a:latin typeface="Comfortaa" pitchFamily="2" charset="0"/>
              </a:rPr>
              <a:t> на дефект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Съвети</a:t>
            </a:r>
            <a:r>
              <a:rPr lang="ru-RU" sz="3200" dirty="0">
                <a:latin typeface="Comfortaa" pitchFamily="2" charset="0"/>
              </a:rPr>
              <a:t> за </a:t>
            </a:r>
            <a:r>
              <a:rPr lang="ru-RU" sz="3200" dirty="0" err="1">
                <a:latin typeface="Comfortaa" pitchFamily="2" charset="0"/>
              </a:rPr>
              <a:t>намиране</a:t>
            </a:r>
            <a:r>
              <a:rPr lang="ru-RU" sz="3200" dirty="0">
                <a:latin typeface="Comfortaa" pitchFamily="2" charset="0"/>
              </a:rPr>
              <a:t> на </a:t>
            </a:r>
            <a:r>
              <a:rPr lang="ru-RU" sz="3200" dirty="0" err="1">
                <a:latin typeface="Comfortaa" pitchFamily="2" charset="0"/>
              </a:rPr>
              <a:t>дефекти</a:t>
            </a:r>
            <a:endParaRPr lang="ru-RU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Психологически </a:t>
            </a:r>
            <a:r>
              <a:rPr lang="ru-RU" sz="3200" dirty="0" err="1">
                <a:latin typeface="Comfortaa" pitchFamily="2" charset="0"/>
              </a:rPr>
              <a:t>съображения</a:t>
            </a:r>
            <a:endParaRPr lang="ru-RU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ru-RU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45720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Установяване на грешка</a:t>
            </a:r>
            <a:endParaRPr lang="en-US" dirty="0">
              <a:latin typeface="Comfortaa" pitchFamily="2" charset="0"/>
            </a:endParaRPr>
          </a:p>
          <a:p>
            <a:pPr marL="0" indent="45720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Намиране на кода, предизвикващ грешка</a:t>
            </a:r>
            <a:endParaRPr lang="en-US" dirty="0">
              <a:latin typeface="Comfortaa" pitchFamily="2" charset="0"/>
            </a:endParaRPr>
          </a:p>
          <a:p>
            <a:pPr marL="347663" lvl="1" indent="457200">
              <a:lnSpc>
                <a:spcPct val="100000"/>
              </a:lnSpc>
              <a:buSzPct val="100000"/>
              <a:buFont typeface="+mj-lt"/>
              <a:buAutoNum type="alphaLcParenR"/>
            </a:pPr>
            <a:r>
              <a:rPr lang="bg-BG" dirty="0">
                <a:latin typeface="Comfortaa" pitchFamily="2" charset="0"/>
              </a:rPr>
              <a:t>Събирането на данни</a:t>
            </a:r>
            <a:endParaRPr lang="en-US" dirty="0">
              <a:latin typeface="Comfortaa" pitchFamily="2" charset="0"/>
            </a:endParaRPr>
          </a:p>
          <a:p>
            <a:pPr marL="347663" lvl="1" indent="457200">
              <a:lnSpc>
                <a:spcPct val="100000"/>
              </a:lnSpc>
              <a:buSzPct val="100000"/>
              <a:buFont typeface="+mj-lt"/>
              <a:buAutoNum type="alphaLcParenR"/>
            </a:pPr>
            <a:r>
              <a:rPr lang="ru-RU" dirty="0">
                <a:latin typeface="Comfortaa" pitchFamily="2" charset="0"/>
              </a:rPr>
              <a:t>Анализира данните и формиране на хипотеза</a:t>
            </a:r>
          </a:p>
          <a:p>
            <a:pPr marL="347663" lvl="1" indent="457200">
              <a:lnSpc>
                <a:spcPct val="100000"/>
              </a:lnSpc>
              <a:buSzPct val="100000"/>
              <a:buFont typeface="+mj-lt"/>
              <a:buAutoNum type="alphaLcParenR"/>
            </a:pPr>
            <a:r>
              <a:rPr lang="ru-RU" dirty="0">
                <a:latin typeface="Comfortaa" pitchFamily="2" charset="0"/>
              </a:rPr>
              <a:t>Определяне как да се докаже или опровергае хипотезата</a:t>
            </a:r>
            <a:endParaRPr lang="en-US" dirty="0">
              <a:latin typeface="Comfortaa" pitchFamily="2" charset="0"/>
            </a:endParaRPr>
          </a:p>
          <a:p>
            <a:pPr marL="347663" lvl="1" indent="457200">
              <a:lnSpc>
                <a:spcPct val="100000"/>
              </a:lnSpc>
              <a:buSzPct val="100000"/>
              <a:buFont typeface="+mj-lt"/>
              <a:buAutoNum type="alphaLcParenR"/>
            </a:pPr>
            <a:r>
              <a:rPr lang="ru-RU" dirty="0">
                <a:latin typeface="Comfortaa" pitchFamily="2" charset="0"/>
              </a:rPr>
              <a:t>Доказване или опровергаване на хипотезата от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2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.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c)</a:t>
            </a:r>
          </a:p>
          <a:p>
            <a:pPr marL="0" indent="45720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Поправяне </a:t>
            </a:r>
            <a:r>
              <a:rPr lang="bg-BG" dirty="0">
                <a:latin typeface="Comfortaa" pitchFamily="2" charset="0"/>
              </a:rPr>
              <a:t>на дефекта</a:t>
            </a:r>
            <a:endParaRPr lang="en-US" dirty="0">
              <a:latin typeface="Comfortaa" pitchFamily="2" charset="0"/>
            </a:endParaRPr>
          </a:p>
          <a:p>
            <a:pPr marL="0" indent="45720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Тестване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на поправката</a:t>
            </a:r>
            <a:endParaRPr lang="en-US" dirty="0">
              <a:latin typeface="Comfortaa" pitchFamily="2" charset="0"/>
            </a:endParaRPr>
          </a:p>
          <a:p>
            <a:pPr marL="0" indent="45720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Търсене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на подобни грешки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Намиране на дефект</a:t>
            </a:r>
          </a:p>
        </p:txBody>
      </p:sp>
    </p:spTree>
    <p:extLst>
      <p:ext uri="{BB962C8B-B14F-4D97-AF65-F5344CB8AC3E}">
        <p14:creationId xmlns:p14="http://schemas.microsoft.com/office/powerpoint/2010/main" val="2799815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Използвайте всички налични данни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Усъвършенстване на тестовите случаи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Проверете </a:t>
            </a:r>
            <a:r>
              <a:rPr lang="en-US" dirty="0">
                <a:latin typeface="Comfortaa" pitchFamily="2" charset="0"/>
              </a:rPr>
              <a:t>unit</a:t>
            </a:r>
            <a:r>
              <a:rPr lang="bg-BG" dirty="0">
                <a:latin typeface="Comfortaa" pitchFamily="2" charset="0"/>
              </a:rPr>
              <a:t> тестове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Използвайте наличните инструменти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ru-RU" dirty="0">
                <a:latin typeface="Comfortaa" pitchFamily="2" charset="0"/>
              </a:rPr>
              <a:t>Възпроизвежд</a:t>
            </a:r>
            <a:r>
              <a:rPr lang="bg-BG" dirty="0" err="1">
                <a:latin typeface="Comfortaa" pitchFamily="2" charset="0"/>
              </a:rPr>
              <a:t>ане</a:t>
            </a:r>
            <a:r>
              <a:rPr lang="bg-BG" dirty="0">
                <a:latin typeface="Comfortaa" pitchFamily="2" charset="0"/>
              </a:rPr>
              <a:t> на </a:t>
            </a:r>
            <a:r>
              <a:rPr lang="ru-RU" dirty="0">
                <a:latin typeface="Comfortaa" pitchFamily="2" charset="0"/>
              </a:rPr>
              <a:t>грешка по няколко различни начина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ru-RU" dirty="0">
                <a:latin typeface="Comfortaa" pitchFamily="2" charset="0"/>
              </a:rPr>
              <a:t>Генериране на повече данни за генериране на повече хипотези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ru-RU" dirty="0">
                <a:latin typeface="Comfortaa" pitchFamily="2" charset="0"/>
              </a:rPr>
              <a:t>Използване на резултатите от отрицателни тестове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 err="1">
                <a:latin typeface="Comfortaa" pitchFamily="2" charset="0"/>
              </a:rPr>
              <a:t>Брейнсторм</a:t>
            </a:r>
            <a:r>
              <a:rPr lang="bg-BG" dirty="0">
                <a:latin typeface="Comfortaa" pitchFamily="2" charset="0"/>
              </a:rPr>
              <a:t> за възможни хипотези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800" dirty="0">
                <a:latin typeface="Comfortaa" pitchFamily="2" charset="0"/>
              </a:rPr>
              <a:t>Съвети за намиране на дефекти</a:t>
            </a:r>
            <a:r>
              <a:rPr lang="en-US" sz="3800" dirty="0">
                <a:latin typeface="Comfortaa" pitchFamily="2" charset="0"/>
              </a:rPr>
              <a:t> [1/2]</a:t>
            </a:r>
            <a:endParaRPr lang="bg-BG" sz="38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844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ru-RU" dirty="0">
                <a:latin typeface="Comfortaa" pitchFamily="2" charset="0"/>
              </a:rPr>
              <a:t>Стеснете региона на подозрителния код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ru-RU" dirty="0">
                <a:latin typeface="Comfortaa" pitchFamily="2" charset="0"/>
              </a:rPr>
              <a:t>Бъдете подозрителни към класовете и методите, които са имали дефекти преди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ru-RU" dirty="0">
                <a:latin typeface="Comfortaa" pitchFamily="2" charset="0"/>
              </a:rPr>
              <a:t>Проверете кода, който сте променили наскоро</a:t>
            </a:r>
            <a:endParaRPr lang="bg-BG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ru-RU" dirty="0">
                <a:latin typeface="Comfortaa" pitchFamily="2" charset="0"/>
              </a:rPr>
              <a:t>Разгънете региона на  подозрителния кода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Интегрирайте постепенно 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Проверявайте за общи дефекти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Споделете с другиго за проблема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Вземете почивка. Починете си от проблема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EFBB60F-3B6E-1057-FFD3-3C7BCD08A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800" dirty="0">
                <a:latin typeface="Comfortaa" pitchFamily="2" charset="0"/>
              </a:rPr>
              <a:t>Съвети за намиране на дефекти</a:t>
            </a:r>
            <a:r>
              <a:rPr lang="en-US" sz="3800" dirty="0">
                <a:latin typeface="Comfortaa" pitchFamily="2" charset="0"/>
              </a:rPr>
              <a:t> [2/2]</a:t>
            </a:r>
            <a:endParaRPr lang="bg-BG" sz="38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972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Разберете какъв е проблема преди да го поправите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Разберете логиката на програмата, а не само проблема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Потвърдете диагнозата на дефекта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Починете се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Запазете оригиналния код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Оправете грешката, не симптома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Правете по една промяна и тествайте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Добавете </a:t>
            </a:r>
            <a:r>
              <a:rPr lang="en-US" dirty="0">
                <a:latin typeface="Comfortaa" pitchFamily="2" charset="0"/>
              </a:rPr>
              <a:t>unit </a:t>
            </a:r>
            <a:r>
              <a:rPr lang="bg-BG" dirty="0">
                <a:latin typeface="Comfortaa" pitchFamily="2" charset="0"/>
              </a:rPr>
              <a:t>тест, показващ дефекта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Потърсете подобни дефекти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Поправяне на Дефект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1432" y="6311900"/>
            <a:ext cx="4797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Comfortaa" pitchFamily="2" charset="0"/>
                <a:hlinkClick r:id="rId3" action="ppaction://hlinkfile"/>
              </a:rPr>
              <a:t>Source: </a:t>
            </a:r>
            <a:r>
              <a:rPr lang="en-US" sz="1400" dirty="0">
                <a:latin typeface="Comfortaa" pitchFamily="2" charset="0"/>
                <a:hlinkClick r:id="rId4"/>
              </a:rPr>
              <a:t>http://www.movingseniorsbc.com</a:t>
            </a:r>
            <a:endParaRPr lang="en-US" sz="14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117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mk:@MSITStore:C:\Users\jdimitrov\Desktop\literature\Code%20Complete,%202nd%20Edition%20(2004).chm::/0735619670/images/0735619670/graphics/figu554_1.gif"/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bg-BG" dirty="0">
                <a:latin typeface="Comfortaa" pitchFamily="2" charset="0"/>
              </a:rPr>
              <a:t>Вашето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его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ви подсказва, че вашият код е добър и няма дефекти, дори когато виждате че има такива</a:t>
            </a:r>
            <a:endParaRPr lang="en-US" dirty="0">
              <a:latin typeface="Comfortaa" pitchFamily="2" charset="0"/>
            </a:endParaRPr>
          </a:p>
          <a:p>
            <a:r>
              <a:rPr lang="en-US" dirty="0">
                <a:latin typeface="Comfortaa" pitchFamily="2" charset="0"/>
              </a:rPr>
              <a:t>How "psychological set" contributes to debugging blindness</a:t>
            </a:r>
          </a:p>
          <a:p>
            <a:pPr lvl="1"/>
            <a:r>
              <a:rPr lang="ru-RU" dirty="0">
                <a:latin typeface="Comfortaa" pitchFamily="2" charset="0"/>
              </a:rPr>
              <a:t>Хората очакват новото явление да прилича на подобни явления, които сте виждали преди</a:t>
            </a:r>
            <a:endParaRPr lang="bg-BG" dirty="0">
              <a:latin typeface="Comfortaa" pitchFamily="2" charset="0"/>
            </a:endParaRPr>
          </a:p>
          <a:p>
            <a:pPr lvl="1"/>
            <a:r>
              <a:rPr lang="ru-RU" dirty="0">
                <a:latin typeface="Comfortaa" pitchFamily="2" charset="0"/>
              </a:rPr>
              <a:t>Не очаквайте нищо да работи</a:t>
            </a:r>
            <a:r>
              <a:rPr lang="en-US" dirty="0">
                <a:latin typeface="Comfortaa" pitchFamily="2" charset="0"/>
              </a:rPr>
              <a:t> „</a:t>
            </a:r>
            <a:r>
              <a:rPr lang="bg-BG" dirty="0">
                <a:latin typeface="Comfortaa" pitchFamily="2" charset="0"/>
              </a:rPr>
              <a:t>по подразбиране</a:t>
            </a:r>
            <a:r>
              <a:rPr lang="en-US" dirty="0">
                <a:latin typeface="Comfortaa" pitchFamily="2" charset="0"/>
              </a:rPr>
              <a:t>"</a:t>
            </a:r>
          </a:p>
          <a:p>
            <a:pPr lvl="1"/>
            <a:r>
              <a:rPr lang="ru-RU" dirty="0">
                <a:latin typeface="Comfortaa" pitchFamily="2" charset="0"/>
              </a:rPr>
              <a:t>Не бъдете твърде посветени на вашия код </a:t>
            </a:r>
            <a:r>
              <a:rPr lang="en-US" dirty="0">
                <a:latin typeface="Comfortaa" pitchFamily="2" charset="0"/>
              </a:rPr>
              <a:t>– </a:t>
            </a:r>
            <a:br>
              <a:rPr lang="en-US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установете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психологическо разстояние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Психологически съображения</a:t>
            </a:r>
          </a:p>
        </p:txBody>
      </p:sp>
    </p:spTree>
    <p:extLst>
      <p:ext uri="{BB962C8B-B14F-4D97-AF65-F5344CB8AC3E}">
        <p14:creationId xmlns:p14="http://schemas.microsoft.com/office/powerpoint/2010/main" val="678285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996697" y="2114107"/>
            <a:ext cx="9577387" cy="3741037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Как да намираме дефекти</a:t>
            </a:r>
          </a:p>
          <a:p>
            <a:r>
              <a:rPr lang="bg-BG" sz="3200" dirty="0">
                <a:latin typeface="Comfortaa" pitchFamily="2" charset="0"/>
              </a:rPr>
              <a:t>Съвети за намиране на дефекти</a:t>
            </a:r>
          </a:p>
          <a:p>
            <a:r>
              <a:rPr lang="bg-BG" sz="3200" dirty="0">
                <a:latin typeface="Comfortaa" pitchFamily="2" charset="0"/>
              </a:rPr>
              <a:t>Какви психологически съображения съществуват</a:t>
            </a:r>
          </a:p>
          <a:p>
            <a:pPr marL="0" indent="0">
              <a:lnSpc>
                <a:spcPct val="110000"/>
              </a:lnSpc>
              <a:buNone/>
            </a:pPr>
            <a:endParaRPr lang="bg-BG" sz="3200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996696" y="1002856"/>
            <a:ext cx="9577388" cy="111125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073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</TotalTime>
  <Words>483</Words>
  <Application>Microsoft Office PowerPoint</Application>
  <PresentationFormat>Widescreen</PresentationFormat>
  <Paragraphs>73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Comfortaa</vt:lpstr>
      <vt:lpstr>Office Theme</vt:lpstr>
      <vt:lpstr>Увод в концепцията за дебъгване: откриване и отстраняване на проблеми </vt:lpstr>
      <vt:lpstr>Съдържание</vt:lpstr>
      <vt:lpstr>Намиране на дефект</vt:lpstr>
      <vt:lpstr>Съвети за намиране на дефекти [1/2]</vt:lpstr>
      <vt:lpstr>Съвети за намиране на дефекти [2/2]</vt:lpstr>
      <vt:lpstr>Поправяне на Дефект</vt:lpstr>
      <vt:lpstr>Психологически съображения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БСУ</cp:lastModifiedBy>
  <cp:revision>10</cp:revision>
  <dcterms:created xsi:type="dcterms:W3CDTF">2022-08-09T09:25:46Z</dcterms:created>
  <dcterms:modified xsi:type="dcterms:W3CDTF">2023-02-19T14:03:48Z</dcterms:modified>
</cp:coreProperties>
</file>