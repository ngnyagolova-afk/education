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4"/>
  </p:notesMasterIdLst>
  <p:sldIdLst>
    <p:sldId id="258" r:id="rId2"/>
    <p:sldId id="571" r:id="rId3"/>
    <p:sldId id="540" r:id="rId4"/>
    <p:sldId id="541" r:id="rId5"/>
    <p:sldId id="542" r:id="rId6"/>
    <p:sldId id="543" r:id="rId7"/>
    <p:sldId id="544" r:id="rId8"/>
    <p:sldId id="590" r:id="rId9"/>
    <p:sldId id="591" r:id="rId10"/>
    <p:sldId id="592" r:id="rId11"/>
    <p:sldId id="593" r:id="rId12"/>
    <p:sldId id="594" r:id="rId13"/>
    <p:sldId id="595" r:id="rId14"/>
    <p:sldId id="596" r:id="rId15"/>
    <p:sldId id="597" r:id="rId16"/>
    <p:sldId id="602" r:id="rId17"/>
    <p:sldId id="598" r:id="rId18"/>
    <p:sldId id="599" r:id="rId19"/>
    <p:sldId id="603" r:id="rId20"/>
    <p:sldId id="604" r:id="rId21"/>
    <p:sldId id="600" r:id="rId22"/>
    <p:sldId id="60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40"/>
            <p14:sldId id="541"/>
            <p14:sldId id="542"/>
            <p14:sldId id="543"/>
            <p14:sldId id="544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602"/>
            <p14:sldId id="598"/>
            <p14:sldId id="599"/>
            <p14:sldId id="603"/>
            <p14:sldId id="604"/>
            <p14:sldId id="600"/>
            <p14:sldId id="6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75473-B40C-4C0B-A783-4320E4E72E6E}" v="2" dt="2023-02-19T10:57:31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СУ" userId="bdbaa275-9249-41b1-8d15-242f632c67bf" providerId="ADAL" clId="{08175473-B40C-4C0B-A783-4320E4E72E6E}"/>
    <pc:docChg chg="custSel addSld modSld">
      <pc:chgData name="БСУ" userId="bdbaa275-9249-41b1-8d15-242f632c67bf" providerId="ADAL" clId="{08175473-B40C-4C0B-A783-4320E4E72E6E}" dt="2023-02-19T11:02:43.264" v="80" actId="20577"/>
      <pc:docMkLst>
        <pc:docMk/>
      </pc:docMkLst>
      <pc:sldChg chg="modSp mod">
        <pc:chgData name="БСУ" userId="bdbaa275-9249-41b1-8d15-242f632c67bf" providerId="ADAL" clId="{08175473-B40C-4C0B-A783-4320E4E72E6E}" dt="2023-02-19T10:52:59.437" v="6" actId="20577"/>
        <pc:sldMkLst>
          <pc:docMk/>
          <pc:sldMk cId="2386959723" sldId="258"/>
        </pc:sldMkLst>
        <pc:spChg chg="mod">
          <ac:chgData name="БСУ" userId="bdbaa275-9249-41b1-8d15-242f632c67bf" providerId="ADAL" clId="{08175473-B40C-4C0B-A783-4320E4E72E6E}" dt="2023-02-19T10:52:41.201" v="4" actId="404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08175473-B40C-4C0B-A783-4320E4E72E6E}" dt="2023-02-19T10:52:59.437" v="6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add mod">
        <pc:chgData name="БСУ" userId="bdbaa275-9249-41b1-8d15-242f632c67bf" providerId="ADAL" clId="{08175473-B40C-4C0B-A783-4320E4E72E6E}" dt="2023-02-19T10:54:40.594" v="23" actId="14100"/>
        <pc:sldMkLst>
          <pc:docMk/>
          <pc:sldMk cId="252300721" sldId="540"/>
        </pc:sldMkLst>
        <pc:spChg chg="mod">
          <ac:chgData name="БСУ" userId="bdbaa275-9249-41b1-8d15-242f632c67bf" providerId="ADAL" clId="{08175473-B40C-4C0B-A783-4320E4E72E6E}" dt="2023-02-19T10:54:40.594" v="23" actId="14100"/>
          <ac:spMkLst>
            <pc:docMk/>
            <pc:sldMk cId="252300721" sldId="540"/>
            <ac:spMk id="4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0:54:36.245" v="22" actId="207"/>
          <ac:spMkLst>
            <pc:docMk/>
            <pc:sldMk cId="252300721" sldId="540"/>
            <ac:spMk id="5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0:53:33.071" v="8"/>
          <ac:spMkLst>
            <pc:docMk/>
            <pc:sldMk cId="252300721" sldId="540"/>
            <ac:spMk id="6" creationId="{C400E348-D0DD-4538-84EC-46EA74F5F555}"/>
          </ac:spMkLst>
        </pc:spChg>
      </pc:sldChg>
      <pc:sldChg chg="delSp modSp add mod">
        <pc:chgData name="БСУ" userId="bdbaa275-9249-41b1-8d15-242f632c67bf" providerId="ADAL" clId="{08175473-B40C-4C0B-A783-4320E4E72E6E}" dt="2023-02-19T10:58:18.514" v="40" actId="403"/>
        <pc:sldMkLst>
          <pc:docMk/>
          <pc:sldMk cId="3494876088" sldId="541"/>
        </pc:sldMkLst>
        <pc:spChg chg="mod">
          <ac:chgData name="БСУ" userId="bdbaa275-9249-41b1-8d15-242f632c67bf" providerId="ADAL" clId="{08175473-B40C-4C0B-A783-4320E4E72E6E}" dt="2023-02-19T10:57:28.658" v="24" actId="2711"/>
          <ac:spMkLst>
            <pc:docMk/>
            <pc:sldMk cId="3494876088" sldId="541"/>
            <ac:spMk id="5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0:58:18.514" v="40" actId="403"/>
          <ac:spMkLst>
            <pc:docMk/>
            <pc:sldMk cId="3494876088" sldId="541"/>
            <ac:spMk id="6" creationId="{00000000-0000-0000-0000-000000000000}"/>
          </ac:spMkLst>
        </pc:spChg>
        <pc:spChg chg="del mod">
          <ac:chgData name="БСУ" userId="bdbaa275-9249-41b1-8d15-242f632c67bf" providerId="ADAL" clId="{08175473-B40C-4C0B-A783-4320E4E72E6E}" dt="2023-02-19T10:57:34.488" v="28" actId="478"/>
          <ac:spMkLst>
            <pc:docMk/>
            <pc:sldMk cId="3494876088" sldId="541"/>
            <ac:spMk id="8" creationId="{45885014-FDED-4AC3-B487-9D7B3C807379}"/>
          </ac:spMkLst>
        </pc:spChg>
        <pc:picChg chg="del">
          <ac:chgData name="БСУ" userId="bdbaa275-9249-41b1-8d15-242f632c67bf" providerId="ADAL" clId="{08175473-B40C-4C0B-A783-4320E4E72E6E}" dt="2023-02-19T10:57:32.780" v="27" actId="478"/>
          <ac:picMkLst>
            <pc:docMk/>
            <pc:sldMk cId="3494876088" sldId="541"/>
            <ac:picMk id="2" creationId="{00000000-0000-0000-0000-000000000000}"/>
          </ac:picMkLst>
        </pc:picChg>
        <pc:picChg chg="del">
          <ac:chgData name="БСУ" userId="bdbaa275-9249-41b1-8d15-242f632c67bf" providerId="ADAL" clId="{08175473-B40C-4C0B-A783-4320E4E72E6E}" dt="2023-02-19T10:57:30.665" v="25" actId="478"/>
          <ac:picMkLst>
            <pc:docMk/>
            <pc:sldMk cId="3494876088" sldId="541"/>
            <ac:picMk id="7" creationId="{00000000-0000-0000-0000-000000000000}"/>
          </ac:picMkLst>
        </pc:picChg>
        <pc:picChg chg="del">
          <ac:chgData name="БСУ" userId="bdbaa275-9249-41b1-8d15-242f632c67bf" providerId="ADAL" clId="{08175473-B40C-4C0B-A783-4320E4E72E6E}" dt="2023-02-19T10:57:31.819" v="26" actId="478"/>
          <ac:picMkLst>
            <pc:docMk/>
            <pc:sldMk cId="3494876088" sldId="541"/>
            <ac:picMk id="6146" creationId="{00000000-0000-0000-0000-000000000000}"/>
          </ac:picMkLst>
        </pc:picChg>
      </pc:sldChg>
      <pc:sldChg chg="delSp modSp add mod">
        <pc:chgData name="БСУ" userId="bdbaa275-9249-41b1-8d15-242f632c67bf" providerId="ADAL" clId="{08175473-B40C-4C0B-A783-4320E4E72E6E}" dt="2023-02-19T10:58:36.303" v="43" actId="478"/>
        <pc:sldMkLst>
          <pc:docMk/>
          <pc:sldMk cId="4063564583" sldId="542"/>
        </pc:sldMkLst>
        <pc:spChg chg="mod">
          <ac:chgData name="БСУ" userId="bdbaa275-9249-41b1-8d15-242f632c67bf" providerId="ADAL" clId="{08175473-B40C-4C0B-A783-4320E4E72E6E}" dt="2023-02-19T10:58:33.198" v="41" actId="2711"/>
          <ac:spMkLst>
            <pc:docMk/>
            <pc:sldMk cId="4063564583" sldId="542"/>
            <ac:spMk id="2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0:58:33.245" v="42" actId="27636"/>
          <ac:spMkLst>
            <pc:docMk/>
            <pc:sldMk cId="4063564583" sldId="542"/>
            <ac:spMk id="3" creationId="{00000000-0000-0000-0000-000000000000}"/>
          </ac:spMkLst>
        </pc:spChg>
        <pc:spChg chg="del mod">
          <ac:chgData name="БСУ" userId="bdbaa275-9249-41b1-8d15-242f632c67bf" providerId="ADAL" clId="{08175473-B40C-4C0B-A783-4320E4E72E6E}" dt="2023-02-19T10:58:36.303" v="43" actId="478"/>
          <ac:spMkLst>
            <pc:docMk/>
            <pc:sldMk cId="4063564583" sldId="542"/>
            <ac:spMk id="5" creationId="{202E2F11-2AB0-4F24-B44C-109D31CF611E}"/>
          </ac:spMkLst>
        </pc:spChg>
      </pc:sldChg>
      <pc:sldChg chg="modSp add mod">
        <pc:chgData name="БСУ" userId="bdbaa275-9249-41b1-8d15-242f632c67bf" providerId="ADAL" clId="{08175473-B40C-4C0B-A783-4320E4E72E6E}" dt="2023-02-19T10:58:47.049" v="46" actId="27636"/>
        <pc:sldMkLst>
          <pc:docMk/>
          <pc:sldMk cId="101492273" sldId="543"/>
        </pc:sldMkLst>
        <pc:spChg chg="mod">
          <ac:chgData name="БСУ" userId="bdbaa275-9249-41b1-8d15-242f632c67bf" providerId="ADAL" clId="{08175473-B40C-4C0B-A783-4320E4E72E6E}" dt="2023-02-19T10:58:46.986" v="45" actId="2711"/>
          <ac:spMkLst>
            <pc:docMk/>
            <pc:sldMk cId="101492273" sldId="543"/>
            <ac:spMk id="2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0:58:47.049" v="46" actId="27636"/>
          <ac:spMkLst>
            <pc:docMk/>
            <pc:sldMk cId="101492273" sldId="543"/>
            <ac:spMk id="3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0:53:33.071" v="8"/>
          <ac:spMkLst>
            <pc:docMk/>
            <pc:sldMk cId="101492273" sldId="543"/>
            <ac:spMk id="5" creationId="{ACB5E33B-DEEF-4BAC-A3FA-B39FB2B09248}"/>
          </ac:spMkLst>
        </pc:spChg>
      </pc:sldChg>
      <pc:sldChg chg="delSp modSp add mod">
        <pc:chgData name="БСУ" userId="bdbaa275-9249-41b1-8d15-242f632c67bf" providerId="ADAL" clId="{08175473-B40C-4C0B-A783-4320E4E72E6E}" dt="2023-02-19T11:00:21.558" v="70" actId="1076"/>
        <pc:sldMkLst>
          <pc:docMk/>
          <pc:sldMk cId="2862632637" sldId="544"/>
        </pc:sldMkLst>
        <pc:spChg chg="mod">
          <ac:chgData name="БСУ" userId="bdbaa275-9249-41b1-8d15-242f632c67bf" providerId="ADAL" clId="{08175473-B40C-4C0B-A783-4320E4E72E6E}" dt="2023-02-19T11:00:21.558" v="70" actId="1076"/>
          <ac:spMkLst>
            <pc:docMk/>
            <pc:sldMk cId="2862632637" sldId="544"/>
            <ac:spMk id="2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1:00:11.745" v="67" actId="403"/>
          <ac:spMkLst>
            <pc:docMk/>
            <pc:sldMk cId="2862632637" sldId="544"/>
            <ac:spMk id="5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1:00:11.745" v="67" actId="403"/>
          <ac:spMkLst>
            <pc:docMk/>
            <pc:sldMk cId="2862632637" sldId="544"/>
            <ac:spMk id="6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1:00:11.745" v="67" actId="403"/>
          <ac:spMkLst>
            <pc:docMk/>
            <pc:sldMk cId="2862632637" sldId="544"/>
            <ac:spMk id="7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1:00:11.745" v="67" actId="403"/>
          <ac:spMkLst>
            <pc:docMk/>
            <pc:sldMk cId="2862632637" sldId="544"/>
            <ac:spMk id="8" creationId="{00000000-0000-0000-0000-000000000000}"/>
          </ac:spMkLst>
        </pc:spChg>
        <pc:spChg chg="del mod">
          <ac:chgData name="БСУ" userId="bdbaa275-9249-41b1-8d15-242f632c67bf" providerId="ADAL" clId="{08175473-B40C-4C0B-A783-4320E4E72E6E}" dt="2023-02-19T10:59:44.793" v="60" actId="478"/>
          <ac:spMkLst>
            <pc:docMk/>
            <pc:sldMk cId="2862632637" sldId="544"/>
            <ac:spMk id="19" creationId="{F46CEC08-5870-4885-B372-49567E0D4D35}"/>
          </ac:spMkLst>
        </pc:spChg>
        <pc:spChg chg="mod">
          <ac:chgData name="БСУ" userId="bdbaa275-9249-41b1-8d15-242f632c67bf" providerId="ADAL" clId="{08175473-B40C-4C0B-A783-4320E4E72E6E}" dt="2023-02-19T11:00:11.745" v="67" actId="403"/>
          <ac:spMkLst>
            <pc:docMk/>
            <pc:sldMk cId="2862632637" sldId="544"/>
            <ac:spMk id="21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1:00:11.745" v="67" actId="403"/>
          <ac:spMkLst>
            <pc:docMk/>
            <pc:sldMk cId="2862632637" sldId="544"/>
            <ac:spMk id="22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1:00:11.745" v="67" actId="403"/>
          <ac:spMkLst>
            <pc:docMk/>
            <pc:sldMk cId="2862632637" sldId="544"/>
            <ac:spMk id="31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1:00:11.745" v="67" actId="403"/>
          <ac:spMkLst>
            <pc:docMk/>
            <pc:sldMk cId="2862632637" sldId="544"/>
            <ac:spMk id="32" creationId="{00000000-0000-0000-0000-000000000000}"/>
          </ac:spMkLst>
        </pc:spChg>
        <pc:cxnChg chg="mod">
          <ac:chgData name="БСУ" userId="bdbaa275-9249-41b1-8d15-242f632c67bf" providerId="ADAL" clId="{08175473-B40C-4C0B-A783-4320E4E72E6E}" dt="2023-02-19T10:59:58.590" v="63" actId="208"/>
          <ac:cxnSpMkLst>
            <pc:docMk/>
            <pc:sldMk cId="2862632637" sldId="544"/>
            <ac:cxnSpMk id="10" creationId="{00000000-0000-0000-0000-000000000000}"/>
          </ac:cxnSpMkLst>
        </pc:cxnChg>
        <pc:cxnChg chg="mod">
          <ac:chgData name="БСУ" userId="bdbaa275-9249-41b1-8d15-242f632c67bf" providerId="ADAL" clId="{08175473-B40C-4C0B-A783-4320E4E72E6E}" dt="2023-02-19T10:59:58.590" v="63" actId="208"/>
          <ac:cxnSpMkLst>
            <pc:docMk/>
            <pc:sldMk cId="2862632637" sldId="544"/>
            <ac:cxnSpMk id="13" creationId="{00000000-0000-0000-0000-000000000000}"/>
          </ac:cxnSpMkLst>
        </pc:cxnChg>
        <pc:cxnChg chg="mod">
          <ac:chgData name="БСУ" userId="bdbaa275-9249-41b1-8d15-242f632c67bf" providerId="ADAL" clId="{08175473-B40C-4C0B-A783-4320E4E72E6E}" dt="2023-02-19T10:59:58.590" v="63" actId="208"/>
          <ac:cxnSpMkLst>
            <pc:docMk/>
            <pc:sldMk cId="2862632637" sldId="544"/>
            <ac:cxnSpMk id="17" creationId="{00000000-0000-0000-0000-000000000000}"/>
          </ac:cxnSpMkLst>
        </pc:cxnChg>
        <pc:cxnChg chg="mod">
          <ac:chgData name="БСУ" userId="bdbaa275-9249-41b1-8d15-242f632c67bf" providerId="ADAL" clId="{08175473-B40C-4C0B-A783-4320E4E72E6E}" dt="2023-02-19T10:59:58.590" v="63" actId="208"/>
          <ac:cxnSpMkLst>
            <pc:docMk/>
            <pc:sldMk cId="2862632637" sldId="544"/>
            <ac:cxnSpMk id="24" creationId="{00000000-0000-0000-0000-000000000000}"/>
          </ac:cxnSpMkLst>
        </pc:cxnChg>
        <pc:cxnChg chg="mod">
          <ac:chgData name="БСУ" userId="bdbaa275-9249-41b1-8d15-242f632c67bf" providerId="ADAL" clId="{08175473-B40C-4C0B-A783-4320E4E72E6E}" dt="2023-02-19T10:59:58.590" v="63" actId="208"/>
          <ac:cxnSpMkLst>
            <pc:docMk/>
            <pc:sldMk cId="2862632637" sldId="544"/>
            <ac:cxnSpMk id="27" creationId="{00000000-0000-0000-0000-000000000000}"/>
          </ac:cxnSpMkLst>
        </pc:cxnChg>
        <pc:cxnChg chg="mod">
          <ac:chgData name="БСУ" userId="bdbaa275-9249-41b1-8d15-242f632c67bf" providerId="ADAL" clId="{08175473-B40C-4C0B-A783-4320E4E72E6E}" dt="2023-02-19T10:59:58.590" v="63" actId="208"/>
          <ac:cxnSpMkLst>
            <pc:docMk/>
            <pc:sldMk cId="2862632637" sldId="544"/>
            <ac:cxnSpMk id="33" creationId="{00000000-0000-0000-0000-000000000000}"/>
          </ac:cxnSpMkLst>
        </pc:cxnChg>
        <pc:cxnChg chg="mod">
          <ac:chgData name="БСУ" userId="bdbaa275-9249-41b1-8d15-242f632c67bf" providerId="ADAL" clId="{08175473-B40C-4C0B-A783-4320E4E72E6E}" dt="2023-02-19T10:59:58.590" v="63" actId="208"/>
          <ac:cxnSpMkLst>
            <pc:docMk/>
            <pc:sldMk cId="2862632637" sldId="544"/>
            <ac:cxnSpMk id="34" creationId="{00000000-0000-0000-0000-000000000000}"/>
          </ac:cxnSpMkLst>
        </pc:cxnChg>
      </pc:sldChg>
      <pc:sldChg chg="modSp mod">
        <pc:chgData name="БСУ" userId="bdbaa275-9249-41b1-8d15-242f632c67bf" providerId="ADAL" clId="{08175473-B40C-4C0B-A783-4320E4E72E6E}" dt="2023-02-19T10:53:19.117" v="7"/>
        <pc:sldMkLst>
          <pc:docMk/>
          <pc:sldMk cId="2385751420" sldId="571"/>
        </pc:sldMkLst>
        <pc:spChg chg="mod">
          <ac:chgData name="БСУ" userId="bdbaa275-9249-41b1-8d15-242f632c67bf" providerId="ADAL" clId="{08175473-B40C-4C0B-A783-4320E4E72E6E}" dt="2023-02-19T10:53:19.117" v="7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БСУ" userId="bdbaa275-9249-41b1-8d15-242f632c67bf" providerId="ADAL" clId="{08175473-B40C-4C0B-A783-4320E4E72E6E}" dt="2023-02-19T11:02:43.264" v="80" actId="20577"/>
        <pc:sldMkLst>
          <pc:docMk/>
          <pc:sldMk cId="2696556170" sldId="590"/>
        </pc:sldMkLst>
        <pc:spChg chg="mod">
          <ac:chgData name="БСУ" userId="bdbaa275-9249-41b1-8d15-242f632c67bf" providerId="ADAL" clId="{08175473-B40C-4C0B-A783-4320E4E72E6E}" dt="2023-02-19T11:02:43.264" v="80" actId="20577"/>
          <ac:spMkLst>
            <pc:docMk/>
            <pc:sldMk cId="2696556170" sldId="590"/>
            <ac:spMk id="4" creationId="{00000000-0000-0000-0000-000000000000}"/>
          </ac:spMkLst>
        </pc:spChg>
        <pc:spChg chg="mod">
          <ac:chgData name="БСУ" userId="bdbaa275-9249-41b1-8d15-242f632c67bf" providerId="ADAL" clId="{08175473-B40C-4C0B-A783-4320E4E72E6E}" dt="2023-02-19T10:54:13.614" v="17" actId="2711"/>
          <ac:spMkLst>
            <pc:docMk/>
            <pc:sldMk cId="2696556170" sldId="590"/>
            <ac:spMk id="5" creationId="{00000000-0000-0000-0000-000000000000}"/>
          </ac:spMkLst>
        </pc:spChg>
        <pc:spChg chg="del">
          <ac:chgData name="БСУ" userId="bdbaa275-9249-41b1-8d15-242f632c67bf" providerId="ADAL" clId="{08175473-B40C-4C0B-A783-4320E4E72E6E}" dt="2023-02-19T10:53:41.085" v="13" actId="478"/>
          <ac:spMkLst>
            <pc:docMk/>
            <pc:sldMk cId="2696556170" sldId="590"/>
            <ac:spMk id="7" creationId="{ECC3A821-2C0E-4329-8D39-CD7A5F32FD93}"/>
          </ac:spMkLst>
        </pc:spChg>
        <pc:picChg chg="del">
          <ac:chgData name="БСУ" userId="bdbaa275-9249-41b1-8d15-242f632c67bf" providerId="ADAL" clId="{08175473-B40C-4C0B-A783-4320E4E72E6E}" dt="2023-02-19T10:53:41.085" v="13" actId="478"/>
          <ac:picMkLst>
            <pc:docMk/>
            <pc:sldMk cId="2696556170" sldId="590"/>
            <ac:picMk id="10" creationId="{00000000-0000-0000-0000-000000000000}"/>
          </ac:picMkLst>
        </pc:picChg>
        <pc:picChg chg="del">
          <ac:chgData name="БСУ" userId="bdbaa275-9249-41b1-8d15-242f632c67bf" providerId="ADAL" clId="{08175473-B40C-4C0B-A783-4320E4E72E6E}" dt="2023-02-19T10:53:41.085" v="13" actId="478"/>
          <ac:picMkLst>
            <pc:docMk/>
            <pc:sldMk cId="2696556170" sldId="590"/>
            <ac:picMk id="11" creationId="{00000000-0000-0000-0000-000000000000}"/>
          </ac:picMkLst>
        </pc:picChg>
      </pc:sldChg>
    </pc:docChg>
  </pc:docChgLst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programmers use the terms "testing" and "debugging" interchangeably, but careful programmers distinguish between the two activities.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Testing is a means of detecting errors. </a:t>
            </a:r>
            <a:b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Debugging is a means of diagnosing and correcting the root causes of errors that have already been detected.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674313A-2879-46B8-8C47-E49869B0A5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371757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4837B42-52DA-4828-AF23-5D67AFC36A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30891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10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24449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39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83326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27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44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1672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03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0572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1056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330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574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44097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586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349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7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40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F069AEA-C8BE-4DD6-B9AB-21EA40DF5D87}" type="datetimeFigureOut">
              <a:rPr lang="bg-BG" smtClean="0"/>
              <a:t>17.10.2025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9874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luster_(spacecraft)#Launch_failur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Autofit/>
          </a:bodyPr>
          <a:lstStyle/>
          <a:p>
            <a:r>
              <a:rPr lang="ru-RU" sz="4400" dirty="0">
                <a:latin typeface="Comfortaa" pitchFamily="2" charset="0"/>
              </a:rPr>
              <a:t>Увод в </a:t>
            </a:r>
            <a:r>
              <a:rPr lang="ru-RU" sz="4400" dirty="0" err="1">
                <a:latin typeface="Comfortaa" pitchFamily="2" charset="0"/>
              </a:rPr>
              <a:t>концепцията</a:t>
            </a:r>
            <a:r>
              <a:rPr lang="ru-RU" sz="4400" dirty="0">
                <a:latin typeface="Comfortaa" pitchFamily="2" charset="0"/>
              </a:rPr>
              <a:t> за </a:t>
            </a:r>
            <a:r>
              <a:rPr lang="ru-RU" sz="4400" dirty="0" err="1">
                <a:latin typeface="Comfortaa" pitchFamily="2" charset="0"/>
              </a:rPr>
              <a:t>дебъгване</a:t>
            </a:r>
            <a:r>
              <a:rPr lang="ru-RU" sz="4400" dirty="0">
                <a:latin typeface="Comfortaa" pitchFamily="2" charset="0"/>
              </a:rPr>
              <a:t>: </a:t>
            </a:r>
            <a:r>
              <a:rPr lang="ru-RU" sz="4400" dirty="0" err="1">
                <a:latin typeface="Comfortaa" pitchFamily="2" charset="0"/>
              </a:rPr>
              <a:t>откриване</a:t>
            </a:r>
            <a:r>
              <a:rPr lang="ru-RU" sz="4400" dirty="0">
                <a:latin typeface="Comfortaa" pitchFamily="2" charset="0"/>
              </a:rPr>
              <a:t> и </a:t>
            </a:r>
            <a:r>
              <a:rPr lang="ru-RU" sz="4400" dirty="0" err="1">
                <a:latin typeface="Comfortaa" pitchFamily="2" charset="0"/>
              </a:rPr>
              <a:t>отстраняване</a:t>
            </a:r>
            <a:r>
              <a:rPr lang="ru-RU" sz="4400" dirty="0">
                <a:latin typeface="Comfortaa" pitchFamily="2" charset="0"/>
              </a:rPr>
              <a:t> на </a:t>
            </a:r>
            <a:r>
              <a:rPr lang="ru-RU" sz="4400" dirty="0" err="1">
                <a:latin typeface="Comfortaa" pitchFamily="2" charset="0"/>
              </a:rPr>
              <a:t>проблеми</a:t>
            </a:r>
            <a:r>
              <a:rPr lang="ru-RU" sz="4400" dirty="0">
                <a:latin typeface="Comfortaa" pitchFamily="2" charset="0"/>
              </a:rPr>
              <a:t> </a:t>
            </a:r>
            <a:endParaRPr lang="bg-BG" sz="4400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Въведение</a:t>
            </a:r>
            <a:r>
              <a:rPr lang="ru-RU" dirty="0">
                <a:latin typeface="Comfortaa" pitchFamily="2" charset="0"/>
              </a:rPr>
              <a:t> в </a:t>
            </a:r>
            <a:r>
              <a:rPr lang="ru-RU" dirty="0" err="1">
                <a:latin typeface="Comfortaa" pitchFamily="2" charset="0"/>
              </a:rPr>
              <a:t>дебъгването</a:t>
            </a:r>
            <a:endParaRPr lang="ru-RU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Какво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представлява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дебъгването</a:t>
            </a:r>
            <a:r>
              <a:rPr lang="ru-RU" sz="3200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Дебъгване</a:t>
            </a:r>
            <a:r>
              <a:rPr lang="ru-RU" sz="3200" dirty="0">
                <a:latin typeface="Comfortaa" pitchFamily="2" charset="0"/>
              </a:rPr>
              <a:t> и </a:t>
            </a:r>
            <a:r>
              <a:rPr lang="ru-RU" sz="3200" dirty="0" err="1">
                <a:latin typeface="Comfortaa" pitchFamily="2" charset="0"/>
              </a:rPr>
              <a:t>тестване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Важността</a:t>
            </a:r>
            <a:r>
              <a:rPr lang="ru-RU" sz="3200" dirty="0">
                <a:latin typeface="Comfortaa" pitchFamily="2" charset="0"/>
              </a:rPr>
              <a:t> на </a:t>
            </a:r>
            <a:r>
              <a:rPr lang="ru-RU" sz="3200" dirty="0" err="1">
                <a:latin typeface="Comfortaa" pitchFamily="2" charset="0"/>
              </a:rPr>
              <a:t>Дебъгването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Философия на </a:t>
            </a:r>
            <a:r>
              <a:rPr lang="ru-RU" sz="3200" dirty="0" err="1">
                <a:latin typeface="Comfortaa" pitchFamily="2" charset="0"/>
              </a:rPr>
              <a:t>Дебъгването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Пример за </a:t>
            </a:r>
            <a:r>
              <a:rPr lang="ru-RU" sz="3200" dirty="0" err="1">
                <a:latin typeface="Comfortaa" pitchFamily="2" charset="0"/>
              </a:rPr>
              <a:t>дърво</a:t>
            </a:r>
            <a:r>
              <a:rPr lang="ru-RU" sz="3200" dirty="0">
                <a:latin typeface="Comfortaa" pitchFamily="2" charset="0"/>
              </a:rPr>
              <a:t> на </a:t>
            </a:r>
            <a:r>
              <a:rPr lang="ru-RU" sz="3200" dirty="0" err="1">
                <a:latin typeface="Comfortaa" pitchFamily="2" charset="0"/>
              </a:rPr>
              <a:t>откриване</a:t>
            </a:r>
            <a:r>
              <a:rPr lang="ru-RU" sz="3200" dirty="0">
                <a:latin typeface="Comfortaa" pitchFamily="2" charset="0"/>
              </a:rPr>
              <a:t> и </a:t>
            </a:r>
            <a:r>
              <a:rPr lang="ru-RU" sz="3200" dirty="0" err="1">
                <a:latin typeface="Comfortaa" pitchFamily="2" charset="0"/>
              </a:rPr>
              <a:t>поправяне</a:t>
            </a:r>
            <a:r>
              <a:rPr lang="ru-RU" sz="3200" dirty="0">
                <a:latin typeface="Comfortaa" pitchFamily="2" charset="0"/>
              </a:rPr>
              <a:t> на грешки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489384"/>
            <a:ext cx="10817352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представлява дебъгването</a:t>
            </a:r>
            <a:r>
              <a:rPr lang="en-US" dirty="0">
                <a:latin typeface="Comfortaa" pitchFamily="2" charset="0"/>
              </a:rPr>
              <a:t>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dirty="0">
                <a:latin typeface="Comfortaa" pitchFamily="2" charset="0"/>
              </a:rPr>
              <a:t>Процесът на откриване и поправяне или изолиране на грешки в компютърен програмен код</a:t>
            </a:r>
          </a:p>
          <a:p>
            <a:r>
              <a:rPr lang="bg-BG" dirty="0">
                <a:latin typeface="Comfortaa" pitchFamily="2" charset="0"/>
              </a:rPr>
              <a:t>За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 err="1">
                <a:latin typeface="Comfortaa" pitchFamily="2" charset="0"/>
              </a:rPr>
              <a:t>дебъгване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програма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dirty="0">
                <a:latin typeface="Comfortaa" pitchFamily="2" charset="0"/>
              </a:rPr>
              <a:t>Стартирайте програмата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Изолирайте източника на проблема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Поправете го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Инструментите за отстраняване на грешки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наричани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 err="1">
                <a:latin typeface="Comfortaa" pitchFamily="2" charset="0"/>
              </a:rPr>
              <a:t>дебъгери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dirty="0">
                <a:latin typeface="Comfortaa" pitchFamily="2" charset="0"/>
              </a:rPr>
              <a:t>помагат за идентифициране на грешки в кода в различните етапи на разработка.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C400E348-D0DD-4538-84EC-46EA74F5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0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>
                <a:latin typeface="Comfortaa" pitchFamily="2" charset="0"/>
              </a:rPr>
              <a:t>Дебъгване</a:t>
            </a:r>
            <a:r>
              <a:rPr lang="bg-BG" dirty="0">
                <a:latin typeface="Comfortaa" pitchFamily="2" charset="0"/>
              </a:rPr>
              <a:t> и тестване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Тестване</a:t>
            </a:r>
            <a:endParaRPr lang="en-US" sz="3200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Означава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първоначално откриване на грешки</a:t>
            </a:r>
            <a:endParaRPr lang="en-US" sz="28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b="1" dirty="0" err="1">
                <a:solidFill>
                  <a:srgbClr val="00B0F0"/>
                </a:solidFill>
                <a:latin typeface="Comfortaa" pitchFamily="2" charset="0"/>
              </a:rPr>
              <a:t>Дебъгване</a:t>
            </a:r>
            <a:r>
              <a:rPr lang="bg-BG" sz="3200" dirty="0">
                <a:latin typeface="Comfortaa" pitchFamily="2" charset="0"/>
              </a:rPr>
              <a:t> </a:t>
            </a:r>
            <a:endParaRPr lang="en-US" sz="3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Означава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диагностициране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и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коригиране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ru-RU" sz="2800" dirty="0">
                <a:latin typeface="Comfortaa" pitchFamily="2" charset="0"/>
              </a:rPr>
              <a:t>на коренните причини за грешки, които вече са били открити</a:t>
            </a:r>
            <a:endParaRPr lang="en-US" sz="28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87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Важността на </a:t>
            </a:r>
            <a:r>
              <a:rPr lang="bg-BG" dirty="0" err="1">
                <a:latin typeface="Comfortaa" pitchFamily="2" charset="0"/>
              </a:rPr>
              <a:t>Дебъгването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dirty="0" smtClean="0">
                <a:latin typeface="Comfortaa" pitchFamily="2" charset="0"/>
              </a:rPr>
              <a:t>Над </a:t>
            </a:r>
            <a:r>
              <a:rPr lang="ru-RU" dirty="0">
                <a:latin typeface="Comfortaa" pitchFamily="2" charset="0"/>
              </a:rPr>
              <a:t>60 милиарда щатски долара годишно възлизат икономическите загуби поради софтуерни дефекти</a:t>
            </a:r>
          </a:p>
          <a:p>
            <a:r>
              <a:rPr lang="bg-BG" dirty="0">
                <a:latin typeface="Comfortaa" pitchFamily="2" charset="0"/>
              </a:rPr>
              <a:t>Например </a:t>
            </a:r>
            <a:r>
              <a:rPr lang="bg-BG" dirty="0">
                <a:latin typeface="Comfortaa" pitchFamily="2" charset="0"/>
                <a:hlinkClick r:id="rId2"/>
              </a:rPr>
              <a:t>Повредата на космически кораб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причинена от бъг</a:t>
            </a:r>
            <a:r>
              <a:rPr lang="en-US" dirty="0">
                <a:latin typeface="Comfortaa" pitchFamily="2" charset="0"/>
              </a:rPr>
              <a:t> </a:t>
            </a:r>
          </a:p>
          <a:p>
            <a:r>
              <a:rPr lang="bg-BG" dirty="0">
                <a:latin typeface="Comfortaa" pitchFamily="2" charset="0"/>
              </a:rPr>
              <a:t>Перфектният код е илюзия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Има фактори, които са извън нашия контрол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Наследен код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ru-RU" dirty="0">
                <a:latin typeface="Comfortaa" pitchFamily="2" charset="0"/>
              </a:rPr>
              <a:t>Би трябвало да можете да дебъгвате код, който е написан преди години</a:t>
            </a:r>
          </a:p>
          <a:p>
            <a:r>
              <a:rPr lang="ru-RU" dirty="0">
                <a:latin typeface="Comfortaa" pitchFamily="2" charset="0"/>
              </a:rPr>
              <a:t>По-задълбочено разбиране на система като цяло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56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9030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Философия на дебъгването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89530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Отстраняване на грешки може да се разглежда като решаване на едно голямо дърво</a:t>
            </a:r>
          </a:p>
          <a:p>
            <a:pPr lvl="1"/>
            <a:r>
              <a:rPr lang="bg-BG" dirty="0">
                <a:latin typeface="Comfortaa" pitchFamily="2" charset="0"/>
              </a:rPr>
              <a:t>Отделните възли представляват </a:t>
            </a:r>
            <a:r>
              <a:rPr lang="bg-BG" dirty="0" err="1">
                <a:latin typeface="Comfortaa" pitchFamily="2" charset="0"/>
              </a:rPr>
              <a:t>представляват</a:t>
            </a:r>
            <a:r>
              <a:rPr lang="bg-BG" dirty="0">
                <a:latin typeface="Comfortaa" pitchFamily="2" charset="0"/>
              </a:rPr>
              <a:t> теоретични възможности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ru-RU" dirty="0">
                <a:latin typeface="Comfortaa" pitchFamily="2" charset="0"/>
              </a:rPr>
              <a:t>Отделните листа представляват възможните причини</a:t>
            </a:r>
          </a:p>
          <a:p>
            <a:pPr lvl="1"/>
            <a:r>
              <a:rPr lang="ru-RU" dirty="0">
                <a:latin typeface="Comfortaa" pitchFamily="2" charset="0"/>
              </a:rPr>
              <a:t>Обхождането на дървото се свежда до изследване на състоянието</a:t>
            </a:r>
            <a:endParaRPr lang="en-US" dirty="0">
              <a:solidFill>
                <a:srgbClr val="FF000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Минимизирането на времето за решение е ключово</a:t>
            </a:r>
            <a:endParaRPr lang="en-US" dirty="0">
              <a:latin typeface="Comfortaa" pitchFamily="2" charset="0"/>
            </a:endParaRPr>
          </a:p>
          <a:p>
            <a:pPr lvl="2"/>
            <a:r>
              <a:rPr lang="bg-BG" dirty="0">
                <a:latin typeface="Comfortaa" pitchFamily="2" charset="0"/>
              </a:rPr>
              <a:t>Внимателно обхождане на дървото на решения</a:t>
            </a:r>
            <a:endParaRPr lang="en-US" dirty="0">
              <a:latin typeface="Comfortaa" pitchFamily="2" charset="0"/>
            </a:endParaRPr>
          </a:p>
          <a:p>
            <a:pPr lvl="2"/>
            <a:r>
              <a:rPr lang="bg-BG" dirty="0">
                <a:latin typeface="Comfortaa" pitchFamily="2" charset="0"/>
              </a:rPr>
              <a:t>Разпознаване на шаблони</a:t>
            </a:r>
            <a:endParaRPr lang="en-US" dirty="0">
              <a:latin typeface="Comfortaa" pitchFamily="2" charset="0"/>
            </a:endParaRPr>
          </a:p>
          <a:p>
            <a:pPr lvl="2"/>
            <a:r>
              <a:rPr lang="ru-RU" dirty="0">
                <a:latin typeface="Comfortaa" pitchFamily="2" charset="0"/>
              </a:rPr>
              <a:t>Визуализацията и лекотата на употреба спомага за намаляване времето за поправяне на грешките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ACB5E33B-DEEF-4BAC-A3FA-B39FB2B0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9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611" y="365125"/>
            <a:ext cx="9737558" cy="1073221"/>
          </a:xfrm>
        </p:spPr>
        <p:txBody>
          <a:bodyPr>
            <a:normAutofit fontScale="90000"/>
          </a:bodyPr>
          <a:lstStyle/>
          <a:p>
            <a:pPr algn="ctr"/>
            <a:r>
              <a:rPr lang="bg-BG" sz="3600" dirty="0">
                <a:latin typeface="Comfortaa" pitchFamily="2" charset="0"/>
              </a:rPr>
              <a:t>Пример за дърво на откриване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и поправяне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на грешки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3633613" y="1694449"/>
            <a:ext cx="4924773" cy="77124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mfortaa" pitchFamily="2" charset="0"/>
              </a:rPr>
              <a:t>OutOfMemoryException</a:t>
            </a:r>
          </a:p>
        </p:txBody>
      </p:sp>
      <p:sp>
        <p:nvSpPr>
          <p:cNvPr id="6" name="Oval 5"/>
          <p:cNvSpPr/>
          <p:nvPr/>
        </p:nvSpPr>
        <p:spPr>
          <a:xfrm>
            <a:off x="4990361" y="2976937"/>
            <a:ext cx="2209800" cy="9144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mfortaa" pitchFamily="2" charset="0"/>
              </a:rPr>
              <a:t>Native Heaps?</a:t>
            </a:r>
          </a:p>
        </p:txBody>
      </p:sp>
      <p:sp>
        <p:nvSpPr>
          <p:cNvPr id="7" name="Oval 6"/>
          <p:cNvSpPr/>
          <p:nvPr/>
        </p:nvSpPr>
        <p:spPr>
          <a:xfrm>
            <a:off x="7835695" y="2837448"/>
            <a:ext cx="2209800" cy="9144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mfortaa" pitchFamily="2" charset="0"/>
              </a:rPr>
              <a:t>Virtual?</a:t>
            </a:r>
          </a:p>
        </p:txBody>
      </p:sp>
      <p:sp>
        <p:nvSpPr>
          <p:cNvPr id="8" name="Oval 7"/>
          <p:cNvSpPr/>
          <p:nvPr/>
        </p:nvSpPr>
        <p:spPr>
          <a:xfrm>
            <a:off x="2318929" y="2851314"/>
            <a:ext cx="2209800" cy="9144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mfortaa" pitchFamily="2" charset="0"/>
              </a:rPr>
              <a:t>.NET Heaps?</a:t>
            </a:r>
          </a:p>
        </p:txBody>
      </p:sp>
      <p:cxnSp>
        <p:nvCxnSpPr>
          <p:cNvPr id="10" name="Straight Arrow Connector 9"/>
          <p:cNvCxnSpPr>
            <a:stCxn id="5" idx="3"/>
            <a:endCxn id="8" idx="0"/>
          </p:cNvCxnSpPr>
          <p:nvPr/>
        </p:nvCxnSpPr>
        <p:spPr>
          <a:xfrm flipH="1">
            <a:off x="3423829" y="2352746"/>
            <a:ext cx="930998" cy="49856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3" name="Straight Arrow Connector 12"/>
          <p:cNvCxnSpPr>
            <a:stCxn id="5" idx="4"/>
            <a:endCxn id="6" idx="0"/>
          </p:cNvCxnSpPr>
          <p:nvPr/>
        </p:nvCxnSpPr>
        <p:spPr>
          <a:xfrm flipH="1">
            <a:off x="6095263" y="2465694"/>
            <a:ext cx="737" cy="51124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7" name="Straight Arrow Connector 16"/>
          <p:cNvCxnSpPr>
            <a:stCxn id="5" idx="5"/>
            <a:endCxn id="7" idx="0"/>
          </p:cNvCxnSpPr>
          <p:nvPr/>
        </p:nvCxnSpPr>
        <p:spPr>
          <a:xfrm>
            <a:off x="7837170" y="2352746"/>
            <a:ext cx="1103427" cy="48470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21" name="Oval 20"/>
          <p:cNvSpPr/>
          <p:nvPr/>
        </p:nvSpPr>
        <p:spPr>
          <a:xfrm>
            <a:off x="4471811" y="4285248"/>
            <a:ext cx="2209800" cy="9144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mfortaa" pitchFamily="2" charset="0"/>
              </a:rPr>
              <a:t>.NET Types?</a:t>
            </a:r>
          </a:p>
        </p:txBody>
      </p:sp>
      <p:sp>
        <p:nvSpPr>
          <p:cNvPr id="22" name="Oval 21"/>
          <p:cNvSpPr/>
          <p:nvPr/>
        </p:nvSpPr>
        <p:spPr>
          <a:xfrm>
            <a:off x="2109611" y="4285248"/>
            <a:ext cx="2209800" cy="9144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mfortaa" pitchFamily="2" charset="0"/>
              </a:rPr>
              <a:t>Native?</a:t>
            </a:r>
          </a:p>
        </p:txBody>
      </p:sp>
      <p:cxnSp>
        <p:nvCxnSpPr>
          <p:cNvPr id="24" name="Straight Arrow Connector 23"/>
          <p:cNvCxnSpPr>
            <a:stCxn id="8" idx="4"/>
            <a:endCxn id="22" idx="0"/>
          </p:cNvCxnSpPr>
          <p:nvPr/>
        </p:nvCxnSpPr>
        <p:spPr>
          <a:xfrm flipH="1">
            <a:off x="3214511" y="3765714"/>
            <a:ext cx="209318" cy="51953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27" name="Straight Arrow Connector 26"/>
          <p:cNvCxnSpPr>
            <a:stCxn id="8" idx="5"/>
            <a:endCxn id="21" idx="0"/>
          </p:cNvCxnSpPr>
          <p:nvPr/>
        </p:nvCxnSpPr>
        <p:spPr>
          <a:xfrm>
            <a:off x="4205111" y="3631805"/>
            <a:ext cx="1371600" cy="65344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1" name="Oval 30"/>
          <p:cNvSpPr/>
          <p:nvPr/>
        </p:nvSpPr>
        <p:spPr>
          <a:xfrm>
            <a:off x="5776852" y="5656848"/>
            <a:ext cx="2209800" cy="9144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mfortaa" pitchFamily="2" charset="0"/>
              </a:rPr>
              <a:t>Native Heaps?</a:t>
            </a:r>
          </a:p>
        </p:txBody>
      </p:sp>
      <p:sp>
        <p:nvSpPr>
          <p:cNvPr id="32" name="Oval 31"/>
          <p:cNvSpPr/>
          <p:nvPr/>
        </p:nvSpPr>
        <p:spPr>
          <a:xfrm>
            <a:off x="3042829" y="5656848"/>
            <a:ext cx="2438400" cy="9144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mfortaa" pitchFamily="2" charset="0"/>
              </a:rPr>
              <a:t>Long references? </a:t>
            </a:r>
          </a:p>
        </p:txBody>
      </p:sp>
      <p:cxnSp>
        <p:nvCxnSpPr>
          <p:cNvPr id="33" name="Straight Arrow Connector 32"/>
          <p:cNvCxnSpPr>
            <a:stCxn id="21" idx="3"/>
            <a:endCxn id="32" idx="0"/>
          </p:cNvCxnSpPr>
          <p:nvPr/>
        </p:nvCxnSpPr>
        <p:spPr>
          <a:xfrm flipH="1">
            <a:off x="4262029" y="5065739"/>
            <a:ext cx="533400" cy="59111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34" name="Straight Arrow Connector 33"/>
          <p:cNvCxnSpPr>
            <a:stCxn id="21" idx="5"/>
            <a:endCxn id="31" idx="0"/>
          </p:cNvCxnSpPr>
          <p:nvPr/>
        </p:nvCxnSpPr>
        <p:spPr>
          <a:xfrm>
            <a:off x="6357995" y="5065739"/>
            <a:ext cx="523759" cy="59111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263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>
                <a:latin typeface="Comfortaa" pitchFamily="2" charset="0"/>
              </a:rPr>
              <a:t>Обощение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1" y="1690688"/>
            <a:ext cx="10610088" cy="433527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представлява </a:t>
            </a:r>
            <a:r>
              <a:rPr lang="bg-BG" dirty="0" err="1">
                <a:latin typeface="Comfortaa" pitchFamily="2" charset="0"/>
              </a:rPr>
              <a:t>Дебъгването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r>
              <a:rPr lang="bg-BG" dirty="0">
                <a:latin typeface="Comfortaa" pitchFamily="2" charset="0"/>
              </a:rPr>
              <a:t>Каква е разликата между Дебъгване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и Тестване</a:t>
            </a:r>
          </a:p>
          <a:p>
            <a:r>
              <a:rPr lang="bg-BG" dirty="0">
                <a:latin typeface="Comfortaa" pitchFamily="2" charset="0"/>
              </a:rPr>
              <a:t>Защо е Важно </a:t>
            </a:r>
            <a:r>
              <a:rPr lang="bg-BG" dirty="0" err="1">
                <a:latin typeface="Comfortaa" pitchFamily="2" charset="0"/>
              </a:rPr>
              <a:t>Дебъгването</a:t>
            </a:r>
            <a:endParaRPr lang="bg-BG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Каква е Философията на </a:t>
            </a:r>
            <a:r>
              <a:rPr lang="bg-BG" dirty="0" err="1">
                <a:latin typeface="Comfortaa" pitchFamily="2" charset="0"/>
              </a:rPr>
              <a:t>Дебъгването</a:t>
            </a:r>
            <a:endParaRPr lang="bg-BG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Дадохме Пример за дърво на Откриване - Поправяне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грешки</a:t>
            </a:r>
          </a:p>
          <a:p>
            <a:r>
              <a:rPr lang="bg-BG" dirty="0">
                <a:latin typeface="Comfortaa" pitchFamily="2" charset="0"/>
              </a:rPr>
              <a:t>Видяхме как можем да откриваме и поправяме грешки</a:t>
            </a:r>
          </a:p>
          <a:p>
            <a:pPr marL="0" indent="0">
              <a:lnSpc>
                <a:spcPct val="110000"/>
              </a:lnSpc>
              <a:buNone/>
            </a:pPr>
            <a:endParaRPr lang="bg-BG" sz="3200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55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10604"/>
          </a:xfrm>
        </p:spPr>
        <p:txBody>
          <a:bodyPr>
            <a:normAutofit/>
          </a:bodyPr>
          <a:lstStyle/>
          <a:p>
            <a:r>
              <a:rPr lang="en-US" sz="3600" dirty="0" err="1"/>
              <a:t>int</a:t>
            </a:r>
            <a:r>
              <a:rPr lang="en-US" sz="3600" dirty="0"/>
              <a:t> age = 18;</a:t>
            </a:r>
            <a:br>
              <a:rPr lang="en-US" sz="3600" dirty="0"/>
            </a:br>
            <a:r>
              <a:rPr lang="en-US" sz="3600" dirty="0"/>
              <a:t>if (age = 18)</a:t>
            </a:r>
            <a:br>
              <a:rPr lang="en-US" sz="3600" dirty="0"/>
            </a:br>
            <a:r>
              <a:rPr lang="en-US" sz="3600" dirty="0"/>
              <a:t>{</a:t>
            </a:r>
            <a:br>
              <a:rPr lang="en-US" sz="3600" dirty="0"/>
            </a:br>
            <a:r>
              <a:rPr lang="en-US" sz="3600" dirty="0"/>
              <a:t>    </a:t>
            </a:r>
            <a:r>
              <a:rPr lang="en-US" sz="3600" dirty="0" err="1"/>
              <a:t>Console.WriteLine</a:t>
            </a:r>
            <a:r>
              <a:rPr lang="en-US" sz="3600" dirty="0"/>
              <a:t>("</a:t>
            </a:r>
            <a:r>
              <a:rPr lang="ru-RU" sz="3600" dirty="0"/>
              <a:t>Пълнолетен");</a:t>
            </a:r>
            <a:br>
              <a:rPr lang="ru-RU" sz="3600" dirty="0"/>
            </a:br>
            <a:r>
              <a:rPr lang="ru-RU" sz="3600" dirty="0"/>
              <a:t>}</a:t>
            </a:r>
            <a:br>
              <a:rPr lang="ru-RU" sz="3600" dirty="0"/>
            </a:br>
            <a:r>
              <a:rPr lang="en-US" sz="3600" dirty="0"/>
              <a:t>else</a:t>
            </a:r>
            <a:br>
              <a:rPr lang="en-US" sz="3600" dirty="0"/>
            </a:br>
            <a:r>
              <a:rPr lang="en-US" sz="3600" dirty="0"/>
              <a:t>{</a:t>
            </a:r>
            <a:br>
              <a:rPr lang="en-US" sz="3600" dirty="0"/>
            </a:br>
            <a:r>
              <a:rPr lang="en-US" sz="3600" dirty="0"/>
              <a:t>    </a:t>
            </a:r>
            <a:r>
              <a:rPr lang="en-US" sz="3600" dirty="0" err="1"/>
              <a:t>Console.WriteLine</a:t>
            </a:r>
            <a:r>
              <a:rPr lang="en-US" sz="3600" dirty="0"/>
              <a:t>("</a:t>
            </a:r>
            <a:r>
              <a:rPr lang="ru-RU" sz="3600" dirty="0"/>
              <a:t>Непълнолетен");</a:t>
            </a:r>
            <a:br>
              <a:rPr lang="ru-RU" sz="3600" dirty="0"/>
            </a:br>
            <a:r>
              <a:rPr lang="ru-RU" sz="3600" dirty="0"/>
              <a:t>}</a:t>
            </a:r>
            <a:endParaRPr lang="bg-BG" sz="3600" dirty="0"/>
          </a:p>
        </p:txBody>
      </p:sp>
    </p:spTree>
    <p:extLst>
      <p:ext uri="{BB962C8B-B14F-4D97-AF65-F5344CB8AC3E}">
        <p14:creationId xmlns:p14="http://schemas.microsoft.com/office/powerpoint/2010/main" val="378952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1578"/>
          </a:xfrm>
        </p:spPr>
        <p:txBody>
          <a:bodyPr>
            <a:normAutofit/>
          </a:bodyPr>
          <a:lstStyle/>
          <a:p>
            <a:r>
              <a:rPr lang="da-DK" dirty="0"/>
              <a:t>Пример 2: </a:t>
            </a:r>
            <a:r>
              <a:rPr lang="bg-BG" dirty="0" smtClean="0"/>
              <a:t/>
            </a:r>
            <a:br>
              <a:rPr lang="bg-BG" dirty="0" smtClean="0"/>
            </a:br>
            <a:r>
              <a:rPr lang="en-US" dirty="0" err="1" smtClean="0"/>
              <a:t>Console.WriteLine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err="1"/>
              <a:t>Console.ReadKey</a:t>
            </a:r>
            <a:r>
              <a:rPr lang="en-US" dirty="0"/>
              <a:t>();</a:t>
            </a:r>
            <a:br>
              <a:rPr lang="en-US" dirty="0"/>
            </a:br>
            <a:r>
              <a:rPr lang="da-DK" dirty="0"/>
              <a:t/>
            </a:r>
            <a:br>
              <a:rPr lang="da-DK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31045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379"/>
          </a:xfrm>
        </p:spPr>
        <p:txBody>
          <a:bodyPr/>
          <a:lstStyle/>
          <a:p>
            <a:r>
              <a:rPr lang="bg-BG" dirty="0"/>
              <a:t>Пример 3: Грешен тип данни</a:t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en-US" dirty="0"/>
              <a:t>string number = "10";</a:t>
            </a:r>
            <a:br>
              <a:rPr lang="en-US" dirty="0"/>
            </a:br>
            <a:r>
              <a:rPr lang="en-US" dirty="0" err="1"/>
              <a:t>int</a:t>
            </a:r>
            <a:r>
              <a:rPr lang="en-US" dirty="0"/>
              <a:t> result = number + 5;</a:t>
            </a:r>
            <a:br>
              <a:rPr lang="en-US" dirty="0"/>
            </a:br>
            <a:r>
              <a:rPr lang="en-US" dirty="0" err="1"/>
              <a:t>Console.WriteLine</a:t>
            </a:r>
            <a:r>
              <a:rPr lang="en-US" dirty="0"/>
              <a:t>(result);</a:t>
            </a:r>
            <a:br>
              <a:rPr lang="en-US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9407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26792"/>
          </a:xfrm>
        </p:spPr>
        <p:txBody>
          <a:bodyPr>
            <a:noAutofit/>
          </a:bodyPr>
          <a:lstStyle/>
          <a:p>
            <a:r>
              <a:rPr lang="ru-RU" sz="2400" dirty="0"/>
              <a:t>Пример 4: Логическа грешка</a:t>
            </a:r>
            <a:br>
              <a:rPr lang="ru-RU" sz="2400" dirty="0"/>
            </a:br>
            <a:r>
              <a:rPr lang="en-US" sz="2400" dirty="0" err="1"/>
              <a:t>int</a:t>
            </a:r>
            <a:r>
              <a:rPr lang="en-US" sz="2400" dirty="0"/>
              <a:t> x = 10;</a:t>
            </a:r>
            <a:br>
              <a:rPr lang="en-US" sz="2400" dirty="0"/>
            </a:br>
            <a:r>
              <a:rPr lang="en-US" sz="2400" dirty="0" err="1"/>
              <a:t>int</a:t>
            </a:r>
            <a:r>
              <a:rPr lang="en-US" sz="2400" dirty="0"/>
              <a:t> y = 5</a:t>
            </a:r>
            <a:r>
              <a:rPr lang="en-US" sz="2400" dirty="0" smtClean="0"/>
              <a:t>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if (x &lt; y)</a:t>
            </a:r>
            <a:br>
              <a:rPr lang="en-US" sz="2400" dirty="0"/>
            </a:br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    </a:t>
            </a:r>
            <a:r>
              <a:rPr lang="en-US" sz="2400" dirty="0" err="1"/>
              <a:t>Console.WriteLine</a:t>
            </a:r>
            <a:r>
              <a:rPr lang="en-US" sz="2400" dirty="0"/>
              <a:t>("x </a:t>
            </a:r>
            <a:r>
              <a:rPr lang="bg-BG" sz="2400" dirty="0"/>
              <a:t>е по-голямо");</a:t>
            </a:r>
            <a:br>
              <a:rPr lang="bg-BG" sz="2400" dirty="0"/>
            </a:br>
            <a:r>
              <a:rPr lang="bg-BG" sz="2400" dirty="0"/>
              <a:t>}</a:t>
            </a:r>
            <a:br>
              <a:rPr lang="bg-BG" sz="2400" dirty="0"/>
            </a:br>
            <a:r>
              <a:rPr lang="en-US" sz="2400" dirty="0"/>
              <a:t>else</a:t>
            </a:r>
            <a:br>
              <a:rPr lang="en-US" sz="2400" dirty="0"/>
            </a:br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    </a:t>
            </a:r>
            <a:r>
              <a:rPr lang="en-US" sz="2400" dirty="0" err="1"/>
              <a:t>Console.WriteLine</a:t>
            </a:r>
            <a:r>
              <a:rPr lang="en-US" sz="2400" dirty="0"/>
              <a:t>("y </a:t>
            </a:r>
            <a:r>
              <a:rPr lang="bg-BG" sz="2400" dirty="0"/>
              <a:t>е по-голямо");</a:t>
            </a:r>
            <a:br>
              <a:rPr lang="bg-BG" sz="2400" dirty="0"/>
            </a:br>
            <a:r>
              <a:rPr lang="bg-BG" sz="2400" dirty="0"/>
              <a:t>}</a:t>
            </a:r>
            <a:br>
              <a:rPr lang="bg-BG" sz="2400" dirty="0"/>
            </a:b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47484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10889"/>
          </a:xfrm>
        </p:spPr>
        <p:txBody>
          <a:bodyPr>
            <a:normAutofit fontScale="90000"/>
          </a:bodyPr>
          <a:lstStyle/>
          <a:p>
            <a:r>
              <a:rPr lang="nn-NO" dirty="0"/>
              <a:t>Пример 5: Грешка в цикъла</a:t>
            </a:r>
            <a:br>
              <a:rPr lang="nn-NO" dirty="0"/>
            </a:br>
            <a:r>
              <a:rPr lang="nn-NO" dirty="0"/>
              <a:t/>
            </a:r>
            <a:br>
              <a:rPr lang="nn-NO" dirty="0"/>
            </a:br>
            <a:r>
              <a:rPr lang="nn-NO" dirty="0"/>
              <a:t>int i = 0;</a:t>
            </a:r>
            <a:br>
              <a:rPr lang="nn-NO" dirty="0"/>
            </a:br>
            <a:r>
              <a:rPr lang="nn-NO" dirty="0"/>
              <a:t>while (i &lt; 5)</a:t>
            </a:r>
            <a:br>
              <a:rPr lang="nn-NO" dirty="0"/>
            </a:br>
            <a:r>
              <a:rPr lang="nn-NO" dirty="0"/>
              <a:t>{</a:t>
            </a:r>
            <a:br>
              <a:rPr lang="nn-NO" dirty="0"/>
            </a:br>
            <a:r>
              <a:rPr lang="nn-NO" dirty="0"/>
              <a:t>    Console.WriteLine("i = " + i</a:t>
            </a:r>
            <a:r>
              <a:rPr lang="nn-NO" dirty="0" smtClean="0"/>
              <a:t>);</a:t>
            </a:r>
            <a:r>
              <a:rPr lang="bg-BG" dirty="0" smtClean="0"/>
              <a:t/>
            </a:r>
            <a:br>
              <a:rPr lang="bg-BG" dirty="0" smtClean="0"/>
            </a:br>
            <a:r>
              <a:rPr lang="en-US" dirty="0" err="1" smtClean="0"/>
              <a:t>i</a:t>
            </a:r>
            <a:r>
              <a:rPr lang="bg-BG" dirty="0" smtClean="0"/>
              <a:t>++;</a:t>
            </a:r>
            <a:r>
              <a:rPr lang="nn-NO" dirty="0"/>
              <a:t/>
            </a:r>
            <a:br>
              <a:rPr lang="nn-NO" dirty="0"/>
            </a:br>
            <a:r>
              <a:rPr lang="nn-NO" dirty="0" smtClean="0"/>
              <a:t>}</a:t>
            </a:r>
            <a:r>
              <a:rPr lang="nn-NO" dirty="0"/>
              <a:t/>
            </a:r>
            <a:br>
              <a:rPr lang="nn-NO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7773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4806418"/>
          </a:xfrm>
        </p:spPr>
        <p:txBody>
          <a:bodyPr/>
          <a:lstStyle/>
          <a:p>
            <a:r>
              <a:rPr lang="bg-BG" dirty="0"/>
              <a:t>Пример 6: Пропуснато ;</a:t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en-US" dirty="0" err="1"/>
              <a:t>int</a:t>
            </a:r>
            <a:r>
              <a:rPr lang="en-US" dirty="0"/>
              <a:t> a = 5</a:t>
            </a:r>
            <a:br>
              <a:rPr lang="en-US" dirty="0"/>
            </a:br>
            <a:r>
              <a:rPr lang="en-US" dirty="0" err="1"/>
              <a:t>int</a:t>
            </a:r>
            <a:r>
              <a:rPr lang="en-US" dirty="0"/>
              <a:t> b = 10;</a:t>
            </a:r>
            <a:br>
              <a:rPr lang="en-US" dirty="0"/>
            </a:br>
            <a:r>
              <a:rPr lang="en-US" dirty="0" err="1"/>
              <a:t>Console.WriteLine</a:t>
            </a:r>
            <a:r>
              <a:rPr lang="en-US" dirty="0"/>
              <a:t>(a + b);</a:t>
            </a:r>
            <a:br>
              <a:rPr lang="en-US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179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5068811"/>
          </a:xfrm>
        </p:spPr>
        <p:txBody>
          <a:bodyPr>
            <a:normAutofit fontScale="90000"/>
          </a:bodyPr>
          <a:lstStyle/>
          <a:p>
            <a:r>
              <a:rPr lang="bg-BG" dirty="0"/>
              <a:t>Пример 7: Деление на нула</a:t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en-US" dirty="0" err="1"/>
              <a:t>int</a:t>
            </a:r>
            <a:r>
              <a:rPr lang="en-US" dirty="0"/>
              <a:t> a = 10;</a:t>
            </a:r>
            <a:br>
              <a:rPr lang="en-US" dirty="0"/>
            </a:br>
            <a:r>
              <a:rPr lang="en-US" dirty="0" err="1"/>
              <a:t>int</a:t>
            </a:r>
            <a:r>
              <a:rPr lang="en-US" dirty="0"/>
              <a:t> b = 0;</a:t>
            </a:r>
            <a:br>
              <a:rPr lang="en-US" dirty="0"/>
            </a:br>
            <a:r>
              <a:rPr lang="en-US" dirty="0" err="1"/>
              <a:t>int</a:t>
            </a:r>
            <a:r>
              <a:rPr lang="en-US" dirty="0"/>
              <a:t> c = a / b;</a:t>
            </a:r>
            <a:br>
              <a:rPr lang="en-US" dirty="0"/>
            </a:br>
            <a:r>
              <a:rPr lang="en-US" dirty="0" err="1"/>
              <a:t>Console.WriteLine</a:t>
            </a:r>
            <a:r>
              <a:rPr lang="en-US" dirty="0"/>
              <a:t>(c);</a:t>
            </a:r>
            <a:br>
              <a:rPr lang="en-US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9424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5013151"/>
          </a:xfrm>
        </p:spPr>
        <p:txBody>
          <a:bodyPr>
            <a:norm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a = 10;</a:t>
            </a:r>
            <a:br>
              <a:rPr lang="en-US" sz="2400" dirty="0"/>
            </a:br>
            <a:r>
              <a:rPr lang="en-US" sz="2400" dirty="0" err="1"/>
              <a:t>int</a:t>
            </a:r>
            <a:r>
              <a:rPr lang="en-US" sz="2400" dirty="0"/>
              <a:t> b = 0;</a:t>
            </a:r>
            <a:br>
              <a:rPr lang="en-US" sz="2400" dirty="0"/>
            </a:br>
            <a:r>
              <a:rPr lang="en-US" sz="2400" dirty="0"/>
              <a:t>if (b != 0)</a:t>
            </a:r>
            <a:br>
              <a:rPr lang="en-US" sz="2400" dirty="0"/>
            </a:br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    </a:t>
            </a:r>
            <a:r>
              <a:rPr lang="en-US" sz="2400" dirty="0" err="1"/>
              <a:t>int</a:t>
            </a:r>
            <a:r>
              <a:rPr lang="en-US" sz="2400" dirty="0"/>
              <a:t> c = a / b;</a:t>
            </a:r>
            <a:br>
              <a:rPr lang="en-US" sz="2400" dirty="0"/>
            </a:br>
            <a:r>
              <a:rPr lang="en-US" sz="2400" dirty="0"/>
              <a:t>    </a:t>
            </a:r>
            <a:r>
              <a:rPr lang="en-US" sz="2400" dirty="0" err="1"/>
              <a:t>Console.WriteLine</a:t>
            </a:r>
            <a:r>
              <a:rPr lang="en-US" sz="2400" dirty="0"/>
              <a:t>(c);</a:t>
            </a:r>
            <a:br>
              <a:rPr lang="en-US" sz="2400" dirty="0"/>
            </a:br>
            <a:r>
              <a:rPr lang="en-US" sz="2400" dirty="0"/>
              <a:t>}</a:t>
            </a:r>
            <a:br>
              <a:rPr lang="en-US" sz="2400" dirty="0"/>
            </a:br>
            <a:r>
              <a:rPr lang="en-US" sz="2400" dirty="0"/>
              <a:t>else</a:t>
            </a:r>
            <a:br>
              <a:rPr lang="en-US" sz="2400" dirty="0"/>
            </a:br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    </a:t>
            </a:r>
            <a:r>
              <a:rPr lang="en-US" sz="2400" dirty="0" err="1"/>
              <a:t>Console.WriteLine</a:t>
            </a:r>
            <a:r>
              <a:rPr lang="en-US" sz="2400" dirty="0"/>
              <a:t>("</a:t>
            </a:r>
            <a:r>
              <a:rPr lang="bg-BG" sz="2400" dirty="0"/>
              <a:t>Грешка: деление на нула!");</a:t>
            </a:r>
            <a:br>
              <a:rPr lang="bg-BG" sz="2400" dirty="0"/>
            </a:br>
            <a:r>
              <a:rPr lang="bg-BG" sz="2400" dirty="0"/>
              <a:t>}</a:t>
            </a:r>
            <a:br>
              <a:rPr lang="bg-BG" sz="2400" dirty="0"/>
            </a:b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95116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4949541"/>
          </a:xfrm>
        </p:spPr>
        <p:txBody>
          <a:bodyPr>
            <a:no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a = 10;</a:t>
            </a:r>
            <a:br>
              <a:rPr lang="en-US" sz="2800" dirty="0"/>
            </a:br>
            <a:r>
              <a:rPr lang="en-US" sz="2800" dirty="0" err="1"/>
              <a:t>int</a:t>
            </a:r>
            <a:r>
              <a:rPr lang="en-US" sz="2800" dirty="0"/>
              <a:t> b = 0;</a:t>
            </a:r>
            <a:br>
              <a:rPr lang="en-US" sz="2800" dirty="0"/>
            </a:br>
            <a:r>
              <a:rPr lang="en-US" sz="2800" dirty="0"/>
              <a:t>if (b != 0)</a:t>
            </a:r>
            <a:br>
              <a:rPr lang="en-US" sz="2800" dirty="0"/>
            </a:br>
            <a:r>
              <a:rPr lang="en-US" sz="2800" dirty="0"/>
              <a:t>{</a:t>
            </a:r>
            <a:br>
              <a:rPr lang="en-US" sz="2800" dirty="0"/>
            </a:br>
            <a:r>
              <a:rPr lang="en-US" sz="2800" dirty="0"/>
              <a:t>    </a:t>
            </a:r>
            <a:r>
              <a:rPr lang="en-US" sz="2800" dirty="0" err="1"/>
              <a:t>int</a:t>
            </a:r>
            <a:r>
              <a:rPr lang="en-US" sz="2800" dirty="0"/>
              <a:t> c = a / b;</a:t>
            </a:r>
            <a:br>
              <a:rPr lang="en-US" sz="2800" dirty="0"/>
            </a:br>
            <a:r>
              <a:rPr lang="en-US" sz="2800" dirty="0"/>
              <a:t>    </a:t>
            </a:r>
            <a:r>
              <a:rPr lang="en-US" sz="2800" dirty="0" err="1"/>
              <a:t>Console.WriteLine</a:t>
            </a:r>
            <a:r>
              <a:rPr lang="en-US" sz="2800" dirty="0"/>
              <a:t>(c);</a:t>
            </a:r>
            <a:br>
              <a:rPr lang="en-US" sz="2800" dirty="0"/>
            </a:br>
            <a:r>
              <a:rPr lang="en-US" sz="2800" dirty="0"/>
              <a:t>}</a:t>
            </a:r>
            <a:br>
              <a:rPr lang="en-US" sz="2800" dirty="0"/>
            </a:br>
            <a:r>
              <a:rPr lang="en-US" sz="2800" dirty="0"/>
              <a:t>else</a:t>
            </a:r>
            <a:br>
              <a:rPr lang="en-US" sz="2800" dirty="0"/>
            </a:br>
            <a:r>
              <a:rPr lang="en-US" sz="2800" dirty="0"/>
              <a:t>{</a:t>
            </a:r>
            <a:br>
              <a:rPr lang="en-US" sz="2800" dirty="0"/>
            </a:br>
            <a:r>
              <a:rPr lang="en-US" sz="2800" dirty="0"/>
              <a:t>    </a:t>
            </a:r>
            <a:r>
              <a:rPr lang="en-US" sz="2800" dirty="0" err="1"/>
              <a:t>Console.WriteLine</a:t>
            </a:r>
            <a:r>
              <a:rPr lang="en-US" sz="2800" dirty="0"/>
              <a:t>("</a:t>
            </a:r>
            <a:r>
              <a:rPr lang="bg-BG" sz="2800" dirty="0"/>
              <a:t>Грешка: деление на нула!");</a:t>
            </a:r>
            <a:br>
              <a:rPr lang="bg-BG" sz="2800" dirty="0"/>
            </a:br>
            <a:r>
              <a:rPr lang="bg-BG" sz="2800" dirty="0"/>
              <a:t>}</a:t>
            </a:r>
            <a:br>
              <a:rPr lang="bg-BG" sz="2800" dirty="0"/>
            </a:b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154778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4496317"/>
          </a:xfrm>
        </p:spPr>
        <p:txBody>
          <a:bodyPr>
            <a:normAutofit fontScale="90000"/>
          </a:bodyPr>
          <a:lstStyle/>
          <a:p>
            <a:r>
              <a:rPr lang="bg-BG" dirty="0"/>
              <a:t>Пример 8: Неправилен достъп до елемент от масив</a:t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bg-BG" dirty="0"/>
              <a:t/>
            </a:r>
            <a:br>
              <a:rPr lang="bg-BG" dirty="0"/>
            </a:br>
            <a:r>
              <a:rPr lang="en-US" dirty="0" err="1"/>
              <a:t>int</a:t>
            </a:r>
            <a:r>
              <a:rPr lang="en-US" dirty="0"/>
              <a:t>[] numbers = { 1, 2, 3 };</a:t>
            </a:r>
            <a:br>
              <a:rPr lang="en-US" dirty="0"/>
            </a:br>
            <a:r>
              <a:rPr lang="en-US" dirty="0" err="1"/>
              <a:t>Console.WriteLine</a:t>
            </a:r>
            <a:r>
              <a:rPr lang="en-US" dirty="0"/>
              <a:t>(numbers[3]);</a:t>
            </a:r>
            <a:br>
              <a:rPr lang="en-US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7253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4917736"/>
          </a:xfrm>
        </p:spPr>
        <p:txBody>
          <a:bodyPr/>
          <a:lstStyle/>
          <a:p>
            <a:r>
              <a:rPr lang="ru-RU" dirty="0"/>
              <a:t>Грешка: индексите в масивите започват от 0, така че numbers[3] е извън обхват</a:t>
            </a:r>
            <a:r>
              <a:rPr lang="ru-RU" dirty="0" smtClean="0"/>
              <a:t>.</a:t>
            </a:r>
            <a:br>
              <a:rPr lang="ru-RU" dirty="0" smtClean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0963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982663"/>
            <a:ext cx="9601200" cy="4997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8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Console.WriteLine(numbers[2]);</a:t>
            </a:r>
            <a:endParaRPr kumimoji="0" lang="bg-BG" alt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8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bg-BG" altLang="bg-BG" sz="18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bg-BG" alt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8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endParaRPr kumimoji="0" lang="bg-BG" alt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8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bg-BG" altLang="bg-BG" sz="18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bg-BG" alt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8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Console.WriteLine(numbers[numbers.Length - 1]);</a:t>
            </a:r>
            <a:endParaRPr kumimoji="0" lang="bg-BG" alt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17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4790515"/>
          </a:xfrm>
        </p:spPr>
        <p:txBody>
          <a:bodyPr>
            <a:noAutofit/>
          </a:bodyPr>
          <a:lstStyle/>
          <a:p>
            <a:r>
              <a:rPr lang="bg-BG" sz="3600" dirty="0"/>
              <a:t>Пример 9: Невалиден тип при </a:t>
            </a:r>
            <a:r>
              <a:rPr lang="bg-BG" sz="3600" dirty="0" smtClean="0"/>
              <a:t>сравнение</a:t>
            </a:r>
            <a:r>
              <a:rPr lang="bg-BG" sz="3600" dirty="0"/>
              <a:t/>
            </a:r>
            <a:br>
              <a:rPr lang="bg-BG" sz="3600" dirty="0"/>
            </a:br>
            <a:r>
              <a:rPr lang="en-US" sz="3600" dirty="0" err="1"/>
              <a:t>int</a:t>
            </a:r>
            <a:r>
              <a:rPr lang="en-US" sz="3600" dirty="0"/>
              <a:t> age = 17;</a:t>
            </a:r>
            <a:br>
              <a:rPr lang="en-US" sz="3600" dirty="0"/>
            </a:br>
            <a:r>
              <a:rPr lang="en-US" sz="3600" dirty="0"/>
              <a:t>string </a:t>
            </a:r>
            <a:r>
              <a:rPr lang="en-US" sz="3600" dirty="0" err="1"/>
              <a:t>minAge</a:t>
            </a:r>
            <a:r>
              <a:rPr lang="en-US" sz="3600" dirty="0"/>
              <a:t> = "18";</a:t>
            </a:r>
            <a:br>
              <a:rPr lang="en-US" sz="3600" dirty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if (age &gt;= </a:t>
            </a:r>
            <a:r>
              <a:rPr lang="en-US" sz="3600" dirty="0" err="1"/>
              <a:t>minAge</a:t>
            </a:r>
            <a:r>
              <a:rPr lang="en-US" sz="3600" dirty="0"/>
              <a:t>)</a:t>
            </a:r>
            <a:br>
              <a:rPr lang="en-US" sz="3600" dirty="0"/>
            </a:br>
            <a:r>
              <a:rPr lang="en-US" sz="3600" dirty="0"/>
              <a:t>{</a:t>
            </a:r>
            <a:br>
              <a:rPr lang="en-US" sz="3600" dirty="0"/>
            </a:br>
            <a:r>
              <a:rPr lang="en-US" sz="3600" dirty="0"/>
              <a:t>    </a:t>
            </a:r>
            <a:r>
              <a:rPr lang="en-US" sz="3600" dirty="0" err="1"/>
              <a:t>Console.WriteLine</a:t>
            </a:r>
            <a:r>
              <a:rPr lang="en-US" sz="3600" dirty="0"/>
              <a:t>("</a:t>
            </a:r>
            <a:r>
              <a:rPr lang="bg-BG" sz="3600" dirty="0"/>
              <a:t>Достъп разрешен");</a:t>
            </a:r>
            <a:br>
              <a:rPr lang="bg-BG" sz="3600" dirty="0"/>
            </a:br>
            <a:r>
              <a:rPr lang="bg-BG" sz="3600" dirty="0" smtClean="0"/>
              <a:t>}</a:t>
            </a:r>
            <a:r>
              <a:rPr lang="bg-BG" sz="3600" dirty="0"/>
              <a:t/>
            </a:r>
            <a:br>
              <a:rPr lang="bg-BG" sz="3600" dirty="0"/>
            </a:br>
            <a:endParaRPr lang="bg-BG" sz="3600" dirty="0"/>
          </a:p>
        </p:txBody>
      </p:sp>
    </p:spTree>
    <p:extLst>
      <p:ext uri="{BB962C8B-B14F-4D97-AF65-F5344CB8AC3E}">
        <p14:creationId xmlns:p14="http://schemas.microsoft.com/office/powerpoint/2010/main" val="347996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2096165"/>
            <a:ext cx="8669553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Пример 10: Неправилно име на променлива</a:t>
            </a:r>
            <a:endParaRPr kumimoji="0" lang="bg-BG" altLang="bg-BG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/>
            </a:r>
            <a:b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</a:br>
            <a:endParaRPr kumimoji="0" lang="bg-BG" altLang="bg-BG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int NumberOfStudents = 20;</a:t>
            </a:r>
            <a:endParaRPr kumimoji="0" lang="bg-BG" altLang="bg-BG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Console.WriteLine(numberofstudents);</a:t>
            </a:r>
            <a:endParaRPr kumimoji="0" lang="bg-BG" altLang="bg-BG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3286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258</TotalTime>
  <Words>462</Words>
  <Application>Microsoft Office PowerPoint</Application>
  <PresentationFormat>Widescreen</PresentationFormat>
  <Paragraphs>85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Comfortaa</vt:lpstr>
      <vt:lpstr>Garamond</vt:lpstr>
      <vt:lpstr>Organic</vt:lpstr>
      <vt:lpstr>Увод в концепцията за дебъгване: откриване и отстраняване на проблеми </vt:lpstr>
      <vt:lpstr>Съдържание</vt:lpstr>
      <vt:lpstr>Какво представлява дебъгването?</vt:lpstr>
      <vt:lpstr>Дебъгване и тестване</vt:lpstr>
      <vt:lpstr>Важността на Дебъгването</vt:lpstr>
      <vt:lpstr>Философия на дебъгването</vt:lpstr>
      <vt:lpstr>Пример за дърво на откриване и поправяне на грешки</vt:lpstr>
      <vt:lpstr>Обощение</vt:lpstr>
      <vt:lpstr>int age = 18; if (age = 18) {     Console.WriteLine("Пълнолетен"); } else {     Console.WriteLine("Непълнолетен"); }</vt:lpstr>
      <vt:lpstr>Пример 2:  Console.WriteLine; Console.ReadKey();  </vt:lpstr>
      <vt:lpstr>Пример 3: Грешен тип данни   string number = "10"; int result = number + 5; Console.WriteLine(result); </vt:lpstr>
      <vt:lpstr>Пример 4: Логическа грешка int x = 10; int y = 5;  if (x &lt; y) {     Console.WriteLine("x е по-голямо"); } else {     Console.WriteLine("y е по-голямо"); } </vt:lpstr>
      <vt:lpstr>Пример 5: Грешка в цикъла  int i = 0; while (i &lt; 5) {     Console.WriteLine("i = " + i); i++; } </vt:lpstr>
      <vt:lpstr>Пример 6: Пропуснато ;  int a = 5 int b = 10; Console.WriteLine(a + b); </vt:lpstr>
      <vt:lpstr>Пример 7: Деление на нула   int a = 10; int b = 0; int c = a / b; Console.WriteLine(c); </vt:lpstr>
      <vt:lpstr>int a = 10; int b = 0; if (b != 0) {     int c = a / b;     Console.WriteLine(c); } else {     Console.WriteLine("Грешка: деление на нула!"); } </vt:lpstr>
      <vt:lpstr>int a = 10; int b = 0; if (b != 0) {     int c = a / b;     Console.WriteLine(c); } else {     Console.WriteLine("Грешка: деление на нула!"); } </vt:lpstr>
      <vt:lpstr>Пример 8: Неправилен достъп до елемент от масив   int[] numbers = { 1, 2, 3 }; Console.WriteLine(numbers[3]); </vt:lpstr>
      <vt:lpstr>Грешка: индексите в масивите започват от 0, така че numbers[3] е извън обхват. </vt:lpstr>
      <vt:lpstr>Console.WriteLine(numbers[2]);   или   Console.WriteLine(numbers[numbers.Length - 1]);</vt:lpstr>
      <vt:lpstr>Пример 9: Невалиден тип при сравнение int age = 17; string minAge = "18";  if (age &gt;= minAge) {     Console.WriteLine("Достъп разрешен"); } </vt:lpstr>
      <vt:lpstr>Пример 10: Неправилно име на променлива   int NumberOfStudents = 20; Console.WriteLine(numberofstudents);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18</cp:revision>
  <dcterms:created xsi:type="dcterms:W3CDTF">2022-08-09T09:25:46Z</dcterms:created>
  <dcterms:modified xsi:type="dcterms:W3CDTF">2025-10-17T11:39:08Z</dcterms:modified>
</cp:coreProperties>
</file>