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Увод в дебъгването – Инспектиране на данни, нишки и стек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11 клас • Профилирана подготовка по информатика • C#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Какво е Debugging (дебъгване)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Debugging е процесът на откриване и отстраняване на грешки (bugs) в програмата.</a:t>
            </a:r>
          </a:p>
          <a:p>
            <a:r>
              <a:t>• Терминът идва от реален случай – молец в компютъра Mark II, открит от Грейс Хопър през 1947 г.</a:t>
            </a:r>
          </a:p>
          <a:p>
            <a:r>
              <a:t>• Debugger е инструмент, който позволява наблюдение и контрол на изпълнението на кода.</a:t>
            </a:r>
          </a:p>
          <a:p/>
          <a:p>
            <a:r>
              <a:t>Типове грешки:</a:t>
            </a:r>
          </a:p>
          <a:p>
            <a:r>
              <a:t>• Syntax Error – грешна структура на кода.</a:t>
            </a:r>
          </a:p>
          <a:p>
            <a:r>
              <a:t>• Logical Error – кодът е правилен синтактично, но дава грешен резултат.</a:t>
            </a:r>
          </a:p>
          <a:p>
            <a:r>
              <a:t>• Runtime Error – грешка по време на изпълнение (напр. деление на нула).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Инспектиране на данни (Data Inspection)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Основата на дебъгването е проверка на информацията в паметта.</a:t>
            </a:r>
          </a:p>
          <a:p>
            <a:r>
              <a:t>• Какво е локална променлива (local variable)?</a:t>
            </a:r>
          </a:p>
          <a:p>
            <a:r>
              <a:t>• Какво означава in memory (в паметта)?</a:t>
            </a:r>
          </a:p>
          <a:p>
            <a:r>
              <a:t>• Как се движи потокът на кода (code flow)?</a:t>
            </a:r>
          </a:p>
          <a:p/>
          <a:p>
            <a:r>
              <a:t>Пример (C#):</a:t>
            </a:r>
          </a:p>
          <a:p>
            <a:r>
              <a:t>int x = 10;</a:t>
            </a:r>
          </a:p>
          <a:p>
            <a:r>
              <a:t>int y = 0;</a:t>
            </a:r>
          </a:p>
          <a:p>
            <a:r>
              <a:t>int result = x / y; // Runtime грешка</a:t>
            </a:r>
          </a:p>
          <a:p>
            <a:r>
              <a:t>→ При дебъгване наблюдаваме стойностите на x и y чрез Watch и Locals.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 Window (Прозорец за наблюдение)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Позволява следене на избрани променливи и изрази.</a:t>
            </a:r>
          </a:p>
          <a:p>
            <a:r>
              <a:t>• Добавяне чрез десен бутон → Add to Watch.</a:t>
            </a:r>
          </a:p>
          <a:p>
            <a:r>
              <a:t>• Може да се редактират стойности по време на пауза.</a:t>
            </a:r>
          </a:p>
          <a:p>
            <a:r>
              <a:t>• Полезен при проследяване на динамично променящи се данни.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Autos и Locals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Autos – показва променливите в текущия и предишния ред от кода.</a:t>
            </a:r>
          </a:p>
          <a:p>
            <a:r>
              <a:t>Locals – показва всички променливи в текущия метод.</a:t>
            </a:r>
          </a:p>
          <a:p>
            <a:r>
              <a:t>Използва се за бърз анализ на състоянието на програмата.</a:t>
            </a:r>
          </a:p>
          <a:p/>
          <a:p>
            <a:r>
              <a:t>Пример: Debug → Windows → Autos / Locals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и 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Memory Window показва съдържанието на паметта за обекти или променливи.</a:t>
            </a:r>
          </a:p>
          <a:p>
            <a:r>
              <a:t>• Registers Window показва състоянието на процесорните регистри.</a:t>
            </a:r>
          </a:p>
          <a:p>
            <a:r>
              <a:t>• Използват се за по-задълбочено отстраняване на грешки (ниско ниво).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Tips (Съвети за данни)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Задръж курсора върху променлива, за да видиш текущата стойност.</a:t>
            </a:r>
          </a:p>
          <a:p>
            <a:r>
              <a:t>• Може да се 'забожда' (pin), за да остане на екрана.</a:t>
            </a:r>
          </a:p>
          <a:p>
            <a:r>
              <a:t>• Позволява добавяне на коментари и визуален преглед на обекти.</a:t>
            </a:r>
          </a:p>
          <a:p>
            <a:r>
              <a:t>• Поддържа drag &amp; drop на данни.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Window (Прозорец за моментално изпълнение)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Позволява изпълнение на изрази по време на дебъгване.</a:t>
            </a:r>
          </a:p>
          <a:p>
            <a:r>
              <a:t>• Може да се използва за:</a:t>
            </a:r>
          </a:p>
          <a:p>
            <a:r>
              <a:t>  - Показване на стойност: variableName</a:t>
            </a:r>
          </a:p>
          <a:p>
            <a:r>
              <a:t>  - Присвояване: variableName = 10</a:t>
            </a:r>
          </a:p>
          <a:p>
            <a:r>
              <a:t>  - Извикване на метод: object.Method()</a:t>
            </a:r>
          </a:p>
          <a:p>
            <a:r>
              <a:t>• Поддържа IntelliSense и дава незабавен резултат.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Threads (нишки)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Thread е независим поток на изпълнение.</a:t>
            </a:r>
          </a:p>
          <a:p>
            <a:r>
              <a:t>• Позволява паралелна работа на програмата.</a:t>
            </a:r>
          </a:p>
          <a:p/>
          <a:p>
            <a:r>
              <a:t>Пример (C#):</a:t>
            </a:r>
          </a:p>
          <a:p>
            <a:r>
              <a:t>using System.Threading;</a:t>
            </a:r>
          </a:p>
          <a:p/>
          <a:p>
            <a:r>
              <a:t>Thread t = new Thread(() =&gt; Console.WriteLine("Работа в нишка"));</a:t>
            </a:r>
          </a:p>
          <a:p>
            <a:r>
              <a:t>t.Start();</a:t>
            </a:r>
          </a:p>
          <a:p>
            <a:r>
              <a:t>Console.WriteLine("Главна нишка");</a:t>
            </a:r>
          </a:p>
          <a:p/>
          <a:p>
            <a:r>
              <a:t>• Наблюдение: Debug → Windows → Threads.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(стек) и Call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Стекът пази информация за извикванията на методи (LIFO принцип – Last In, First Out).</a:t>
            </a:r>
          </a:p>
          <a:p>
            <a:r>
              <a:t>• Помага да се открие източникът на грешката.</a:t>
            </a:r>
          </a:p>
          <a:p/>
          <a:p>
            <a:r>
              <a:t>Пример:</a:t>
            </a:r>
          </a:p>
          <a:p>
            <a:r>
              <a:t>static void A() { B(); }</a:t>
            </a:r>
          </a:p>
          <a:p>
            <a:r>
              <a:t>static void B() { C(); }</a:t>
            </a:r>
          </a:p>
          <a:p>
            <a:r>
              <a:t>static void C() { throw new Exception("Error!"); }</a:t>
            </a:r>
          </a:p>
          <a:p/>
          <a:p>
            <a:r>
              <a:t>Call Stack: C() → B() → A() → Main()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Обобщение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Debugging = откриване и отстраняване на грешки.</a:t>
            </a:r>
          </a:p>
          <a:p>
            <a:r>
              <a:t>• Основни инструменти: Breakpoints, Watch, Locals, Immediate, Call Stack.</a:t>
            </a:r>
          </a:p>
          <a:p>
            <a:r>
              <a:t>• Ключови понятия: Thread (нишка), Stack (стек), Variable state (състояние на променливите).</a:t>
            </a:r>
          </a:p>
          <a:p>
            <a:r>
              <a:t>• Цел: създаване на стабилна, ефективна и коректна програма.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Домашна задача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Намери и поправи трите грешки в кода с помощта на дебъгера:</a:t>
            </a:r>
          </a:p>
          <a:p/>
          <a:p>
            <a:r>
              <a:t>int Divide(int a, int b) {</a:t>
            </a:r>
          </a:p>
          <a:p>
            <a:r>
              <a:t>    return a / b;</a:t>
            </a:r>
          </a:p>
          <a:p>
            <a:r>
              <a:t>}</a:t>
            </a:r>
          </a:p>
          <a:p/>
          <a:p>
            <a:r>
              <a:t>int x = int.Parse(Console.ReadLine());</a:t>
            </a:r>
          </a:p>
          <a:p>
            <a:r>
              <a:t>int y = int.Parse(Console.ReadLine());</a:t>
            </a:r>
          </a:p>
          <a:p/>
          <a:p>
            <a:r>
              <a:t>Console.WriteLine(Divide(y, x)); // Намери грешките</a:t>
            </a:r>
          </a:p>
          <a:p/>
          <a:p>
            <a:r>
              <a:t>Използвай Watch и Call Stack, за да обясниш всяка корекция.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Въпроси за самопроверка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Какво означава Debugging?</a:t>
            </a:r>
          </a:p>
          <a:p>
            <a:r>
              <a:t>2. Каква е разликата между Autos и Locals?</a:t>
            </a:r>
          </a:p>
          <a:p>
            <a:r>
              <a:t>3. Какво показва прозорецът Call Stack?</a:t>
            </a:r>
          </a:p>
          <a:p>
            <a:r>
              <a:t>4. Какво е Thread и защо се използва?</a:t>
            </a:r>
          </a:p>
          <a:p>
            <a:r>
              <a:t>5. Какъв е принципът на работа на стека (LIFO)?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