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12"/>
  </p:notesMasterIdLst>
  <p:sldIdLst>
    <p:sldId id="258" r:id="rId2"/>
    <p:sldId id="629" r:id="rId3"/>
    <p:sldId id="633" r:id="rId4"/>
    <p:sldId id="626" r:id="rId5"/>
    <p:sldId id="627" r:id="rId6"/>
    <p:sldId id="628" r:id="rId7"/>
    <p:sldId id="630" r:id="rId8"/>
    <p:sldId id="631" r:id="rId9"/>
    <p:sldId id="632" r:id="rId10"/>
    <p:sldId id="572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ъведение" id="{B53E63A6-15B2-40C3-A9DC-5006FD089CC5}">
          <p14:sldIdLst>
            <p14:sldId id="258"/>
          </p14:sldIdLst>
        </p14:section>
        <p14:section name="Съдържание" id="{0B0C01F3-1F60-4ADB-AC1E-9589654EAEF3}">
          <p14:sldIdLst>
            <p14:sldId id="629"/>
            <p14:sldId id="633"/>
            <p14:sldId id="626"/>
            <p14:sldId id="627"/>
            <p14:sldId id="628"/>
            <p14:sldId id="630"/>
            <p14:sldId id="631"/>
            <p14:sldId id="632"/>
          </p14:sldIdLst>
        </p14:section>
        <p14:section name="Заключение" id="{9315BEE7-605C-4839-996A-A4EEA70921D9}">
          <p14:sldIdLst>
            <p14:sldId id="5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7A420D4-D913-4CE2-8CCB-35A5F3D64BD5}" v="63" dt="2023-02-22T11:12:28.61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84" autoAdjust="0"/>
    <p:restoredTop sz="94660"/>
  </p:normalViewPr>
  <p:slideViewPr>
    <p:cSldViewPr snapToGrid="0">
      <p:cViewPr>
        <p:scale>
          <a:sx n="75" d="100"/>
          <a:sy n="75" d="100"/>
        </p:scale>
        <p:origin x="699" y="39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Димитър Минчев" userId="6da192e4-d32c-454b-8615-bbadf07b6639" providerId="ADAL" clId="{508A51F5-6E34-4A9B-8787-8C29D4F40D1D}"/>
    <pc:docChg chg="addSld modSld">
      <pc:chgData name="Димитър Минчев" userId="6da192e4-d32c-454b-8615-bbadf07b6639" providerId="ADAL" clId="{508A51F5-6E34-4A9B-8787-8C29D4F40D1D}" dt="2022-08-10T06:34:56.108" v="0"/>
      <pc:docMkLst>
        <pc:docMk/>
      </pc:docMkLst>
      <pc:sldChg chg="add">
        <pc:chgData name="Димитър Минчев" userId="6da192e4-d32c-454b-8615-bbadf07b6639" providerId="ADAL" clId="{508A51F5-6E34-4A9B-8787-8C29D4F40D1D}" dt="2022-08-10T06:34:56.108" v="0"/>
        <pc:sldMkLst>
          <pc:docMk/>
          <pc:sldMk cId="2002111910" sldId="439"/>
        </pc:sldMkLst>
      </pc:sldChg>
    </pc:docChg>
  </pc:docChgLst>
  <pc:docChgLst>
    <pc:chgData name="БСУ" userId="bdbaa275-9249-41b1-8d15-242f632c67bf" providerId="ADAL" clId="{E8EBBEA8-749B-4042-B043-5A6FD507A9B3}"/>
    <pc:docChg chg="modSld sldOrd modSection">
      <pc:chgData name="БСУ" userId="bdbaa275-9249-41b1-8d15-242f632c67bf" providerId="ADAL" clId="{E8EBBEA8-749B-4042-B043-5A6FD507A9B3}" dt="2023-02-17T11:21:52.587" v="1"/>
      <pc:docMkLst>
        <pc:docMk/>
      </pc:docMkLst>
      <pc:sldChg chg="ord">
        <pc:chgData name="БСУ" userId="bdbaa275-9249-41b1-8d15-242f632c67bf" providerId="ADAL" clId="{E8EBBEA8-749B-4042-B043-5A6FD507A9B3}" dt="2023-02-17T11:21:52.587" v="1"/>
        <pc:sldMkLst>
          <pc:docMk/>
          <pc:sldMk cId="2385751420" sldId="571"/>
        </pc:sldMkLst>
      </pc:sldChg>
    </pc:docChg>
  </pc:docChgLst>
  <pc:docChgLst>
    <pc:chgData name="Димитър Минчев" userId="6da192e4-d32c-454b-8615-bbadf07b6639" providerId="ADAL" clId="{77A420D4-D913-4CE2-8CCB-35A5F3D64BD5}"/>
    <pc:docChg chg="undo custSel addSld delSld modSld modSection">
      <pc:chgData name="Димитър Минчев" userId="6da192e4-d32c-454b-8615-bbadf07b6639" providerId="ADAL" clId="{77A420D4-D913-4CE2-8CCB-35A5F3D64BD5}" dt="2023-02-22T11:13:31.155" v="184" actId="14100"/>
      <pc:docMkLst>
        <pc:docMk/>
      </pc:docMkLst>
      <pc:sldChg chg="modSp mod">
        <pc:chgData name="Димитър Минчев" userId="6da192e4-d32c-454b-8615-bbadf07b6639" providerId="ADAL" clId="{77A420D4-D913-4CE2-8CCB-35A5F3D64BD5}" dt="2023-02-22T11:03:09.992" v="24" actId="20577"/>
        <pc:sldMkLst>
          <pc:docMk/>
          <pc:sldMk cId="2386959723" sldId="258"/>
        </pc:sldMkLst>
        <pc:spChg chg="mod">
          <ac:chgData name="Димитър Минчев" userId="6da192e4-d32c-454b-8615-bbadf07b6639" providerId="ADAL" clId="{77A420D4-D913-4CE2-8CCB-35A5F3D64BD5}" dt="2023-02-22T11:03:04.111" v="3" actId="27636"/>
          <ac:spMkLst>
            <pc:docMk/>
            <pc:sldMk cId="2386959723" sldId="258"/>
            <ac:spMk id="4" creationId="{31A11B2B-6DC7-2642-A5E2-7E3177B71883}"/>
          </ac:spMkLst>
        </pc:spChg>
        <pc:spChg chg="mod">
          <ac:chgData name="Димитър Минчев" userId="6da192e4-d32c-454b-8615-bbadf07b6639" providerId="ADAL" clId="{77A420D4-D913-4CE2-8CCB-35A5F3D64BD5}" dt="2023-02-22T11:03:09.992" v="24" actId="20577"/>
          <ac:spMkLst>
            <pc:docMk/>
            <pc:sldMk cId="2386959723" sldId="258"/>
            <ac:spMk id="5" creationId="{FD72CEAD-2598-2D6F-7FF9-AF95330D8A09}"/>
          </ac:spMkLst>
        </pc:spChg>
      </pc:sldChg>
      <pc:sldChg chg="del">
        <pc:chgData name="Димитър Минчев" userId="6da192e4-d32c-454b-8615-bbadf07b6639" providerId="ADAL" clId="{77A420D4-D913-4CE2-8CCB-35A5F3D64BD5}" dt="2023-02-22T11:03:20.234" v="25" actId="47"/>
        <pc:sldMkLst>
          <pc:docMk/>
          <pc:sldMk cId="2385751420" sldId="571"/>
        </pc:sldMkLst>
      </pc:sldChg>
      <pc:sldChg chg="modSp add del mod">
        <pc:chgData name="Димитър Минчев" userId="6da192e4-d32c-454b-8615-bbadf07b6639" providerId="ADAL" clId="{77A420D4-D913-4CE2-8CCB-35A5F3D64BD5}" dt="2023-02-22T11:04:51.328" v="55" actId="47"/>
        <pc:sldMkLst>
          <pc:docMk/>
          <pc:sldMk cId="3589877432" sldId="625"/>
        </pc:sldMkLst>
        <pc:picChg chg="mod">
          <ac:chgData name="Димитър Минчев" userId="6da192e4-d32c-454b-8615-bbadf07b6639" providerId="ADAL" clId="{77A420D4-D913-4CE2-8CCB-35A5F3D64BD5}" dt="2023-02-22T11:04:46.623" v="54" actId="1076"/>
          <ac:picMkLst>
            <pc:docMk/>
            <pc:sldMk cId="3589877432" sldId="625"/>
            <ac:picMk id="4" creationId="{00000000-0000-0000-0000-000000000000}"/>
          </ac:picMkLst>
        </pc:picChg>
      </pc:sldChg>
      <pc:sldChg chg="delSp modSp add mod modAnim">
        <pc:chgData name="Димитър Минчев" userId="6da192e4-d32c-454b-8615-bbadf07b6639" providerId="ADAL" clId="{77A420D4-D913-4CE2-8CCB-35A5F3D64BD5}" dt="2023-02-22T11:05:52.810" v="72"/>
        <pc:sldMkLst>
          <pc:docMk/>
          <pc:sldMk cId="1072048706" sldId="626"/>
        </pc:sldMkLst>
        <pc:spChg chg="mod">
          <ac:chgData name="Димитър Минчев" userId="6da192e4-d32c-454b-8615-bbadf07b6639" providerId="ADAL" clId="{77A420D4-D913-4CE2-8CCB-35A5F3D64BD5}" dt="2023-02-22T11:05:21.246" v="65" actId="13822"/>
          <ac:spMkLst>
            <pc:docMk/>
            <pc:sldMk cId="1072048706" sldId="626"/>
            <ac:spMk id="2" creationId="{00000000-0000-0000-0000-000000000000}"/>
          </ac:spMkLst>
        </pc:spChg>
        <pc:spChg chg="mod">
          <ac:chgData name="Димитър Минчев" userId="6da192e4-d32c-454b-8615-bbadf07b6639" providerId="ADAL" clId="{77A420D4-D913-4CE2-8CCB-35A5F3D64BD5}" dt="2023-02-22T11:05:47.366" v="70" actId="20577"/>
          <ac:spMkLst>
            <pc:docMk/>
            <pc:sldMk cId="1072048706" sldId="626"/>
            <ac:spMk id="3" creationId="{00000000-0000-0000-0000-000000000000}"/>
          </ac:spMkLst>
        </pc:spChg>
        <pc:spChg chg="del mod">
          <ac:chgData name="Димитър Минчев" userId="6da192e4-d32c-454b-8615-bbadf07b6639" providerId="ADAL" clId="{77A420D4-D913-4CE2-8CCB-35A5F3D64BD5}" dt="2023-02-22T11:05:48.732" v="71" actId="478"/>
          <ac:spMkLst>
            <pc:docMk/>
            <pc:sldMk cId="1072048706" sldId="626"/>
            <ac:spMk id="6" creationId="{4CA9CD34-88E0-40E1-8796-FF2B8E6DE363}"/>
          </ac:spMkLst>
        </pc:spChg>
        <pc:spChg chg="mod">
          <ac:chgData name="Димитър Минчев" userId="6da192e4-d32c-454b-8615-bbadf07b6639" providerId="ADAL" clId="{77A420D4-D913-4CE2-8CCB-35A5F3D64BD5}" dt="2023-02-22T11:05:37.860" v="68" actId="207"/>
          <ac:spMkLst>
            <pc:docMk/>
            <pc:sldMk cId="1072048706" sldId="626"/>
            <ac:spMk id="8" creationId="{00000000-0000-0000-0000-000000000000}"/>
          </ac:spMkLst>
        </pc:spChg>
      </pc:sldChg>
      <pc:sldChg chg="delSp modSp add mod modAnim">
        <pc:chgData name="Димитър Минчев" userId="6da192e4-d32c-454b-8615-bbadf07b6639" providerId="ADAL" clId="{77A420D4-D913-4CE2-8CCB-35A5F3D64BD5}" dt="2023-02-22T11:08:49.802" v="110" actId="14100"/>
        <pc:sldMkLst>
          <pc:docMk/>
          <pc:sldMk cId="1220770129" sldId="627"/>
        </pc:sldMkLst>
        <pc:spChg chg="mod">
          <ac:chgData name="Димитър Минчев" userId="6da192e4-d32c-454b-8615-bbadf07b6639" providerId="ADAL" clId="{77A420D4-D913-4CE2-8CCB-35A5F3D64BD5}" dt="2023-02-22T11:06:52.786" v="87" actId="1076"/>
          <ac:spMkLst>
            <pc:docMk/>
            <pc:sldMk cId="1220770129" sldId="627"/>
            <ac:spMk id="2" creationId="{00000000-0000-0000-0000-000000000000}"/>
          </ac:spMkLst>
        </pc:spChg>
        <pc:spChg chg="mod">
          <ac:chgData name="Димитър Минчев" userId="6da192e4-d32c-454b-8615-bbadf07b6639" providerId="ADAL" clId="{77A420D4-D913-4CE2-8CCB-35A5F3D64BD5}" dt="2023-02-22T11:06:58.394" v="88" actId="14100"/>
          <ac:spMkLst>
            <pc:docMk/>
            <pc:sldMk cId="1220770129" sldId="627"/>
            <ac:spMk id="5" creationId="{00000000-0000-0000-0000-000000000000}"/>
          </ac:spMkLst>
        </pc:spChg>
        <pc:spChg chg="mod">
          <ac:chgData name="Димитър Минчев" userId="6da192e4-d32c-454b-8615-bbadf07b6639" providerId="ADAL" clId="{77A420D4-D913-4CE2-8CCB-35A5F3D64BD5}" dt="2023-02-22T11:08:49.802" v="110" actId="14100"/>
          <ac:spMkLst>
            <pc:docMk/>
            <pc:sldMk cId="1220770129" sldId="627"/>
            <ac:spMk id="7" creationId="{00000000-0000-0000-0000-000000000000}"/>
          </ac:spMkLst>
        </pc:spChg>
        <pc:spChg chg="del mod">
          <ac:chgData name="Димитър Минчев" userId="6da192e4-d32c-454b-8615-bbadf07b6639" providerId="ADAL" clId="{77A420D4-D913-4CE2-8CCB-35A5F3D64BD5}" dt="2023-02-22T11:06:48.818" v="86" actId="478"/>
          <ac:spMkLst>
            <pc:docMk/>
            <pc:sldMk cId="1220770129" sldId="627"/>
            <ac:spMk id="8" creationId="{1FD1A848-EA89-40FB-8181-1481FBF7FE52}"/>
          </ac:spMkLst>
        </pc:spChg>
        <pc:spChg chg="mod">
          <ac:chgData name="Димитър Минчев" userId="6da192e4-d32c-454b-8615-bbadf07b6639" providerId="ADAL" clId="{77A420D4-D913-4CE2-8CCB-35A5F3D64BD5}" dt="2023-02-22T11:08:49.802" v="110" actId="14100"/>
          <ac:spMkLst>
            <pc:docMk/>
            <pc:sldMk cId="1220770129" sldId="627"/>
            <ac:spMk id="11" creationId="{00000000-0000-0000-0000-000000000000}"/>
          </ac:spMkLst>
        </pc:spChg>
      </pc:sldChg>
      <pc:sldChg chg="delSp modSp add mod modAnim">
        <pc:chgData name="Димитър Минчев" userId="6da192e4-d32c-454b-8615-bbadf07b6639" providerId="ADAL" clId="{77A420D4-D913-4CE2-8CCB-35A5F3D64BD5}" dt="2023-02-22T11:08:34.450" v="109"/>
        <pc:sldMkLst>
          <pc:docMk/>
          <pc:sldMk cId="341290742" sldId="628"/>
        </pc:sldMkLst>
        <pc:spChg chg="mod">
          <ac:chgData name="Димитър Минчев" userId="6da192e4-d32c-454b-8615-bbadf07b6639" providerId="ADAL" clId="{77A420D4-D913-4CE2-8CCB-35A5F3D64BD5}" dt="2023-02-22T11:08:27.532" v="108" actId="1076"/>
          <ac:spMkLst>
            <pc:docMk/>
            <pc:sldMk cId="341290742" sldId="628"/>
            <ac:spMk id="2" creationId="{00000000-0000-0000-0000-000000000000}"/>
          </ac:spMkLst>
        </pc:spChg>
        <pc:spChg chg="mod">
          <ac:chgData name="Димитър Минчев" userId="6da192e4-d32c-454b-8615-bbadf07b6639" providerId="ADAL" clId="{77A420D4-D913-4CE2-8CCB-35A5F3D64BD5}" dt="2023-02-22T11:08:27.532" v="108" actId="1076"/>
          <ac:spMkLst>
            <pc:docMk/>
            <pc:sldMk cId="341290742" sldId="628"/>
            <ac:spMk id="3" creationId="{00000000-0000-0000-0000-000000000000}"/>
          </ac:spMkLst>
        </pc:spChg>
        <pc:spChg chg="mod">
          <ac:chgData name="Димитър Минчев" userId="6da192e4-d32c-454b-8615-bbadf07b6639" providerId="ADAL" clId="{77A420D4-D913-4CE2-8CCB-35A5F3D64BD5}" dt="2023-02-22T11:08:27.532" v="108" actId="1076"/>
          <ac:spMkLst>
            <pc:docMk/>
            <pc:sldMk cId="341290742" sldId="628"/>
            <ac:spMk id="5" creationId="{00000000-0000-0000-0000-000000000000}"/>
          </ac:spMkLst>
        </pc:spChg>
        <pc:spChg chg="mod">
          <ac:chgData name="Димитър Минчев" userId="6da192e4-d32c-454b-8615-bbadf07b6639" providerId="ADAL" clId="{77A420D4-D913-4CE2-8CCB-35A5F3D64BD5}" dt="2023-02-22T11:08:27.532" v="108" actId="1076"/>
          <ac:spMkLst>
            <pc:docMk/>
            <pc:sldMk cId="341290742" sldId="628"/>
            <ac:spMk id="6" creationId="{00000000-0000-0000-0000-000000000000}"/>
          </ac:spMkLst>
        </pc:spChg>
        <pc:spChg chg="del mod">
          <ac:chgData name="Димитър Минчев" userId="6da192e4-d32c-454b-8615-bbadf07b6639" providerId="ADAL" clId="{77A420D4-D913-4CE2-8CCB-35A5F3D64BD5}" dt="2023-02-22T11:08:23.782" v="107" actId="478"/>
          <ac:spMkLst>
            <pc:docMk/>
            <pc:sldMk cId="341290742" sldId="628"/>
            <ac:spMk id="7" creationId="{8B5AE778-748B-430F-88CA-EBE55E85AB09}"/>
          </ac:spMkLst>
        </pc:spChg>
      </pc:sldChg>
      <pc:sldChg chg="modSp add mod">
        <pc:chgData name="Димитър Минчев" userId="6da192e4-d32c-454b-8615-bbadf07b6639" providerId="ADAL" clId="{77A420D4-D913-4CE2-8CCB-35A5F3D64BD5}" dt="2023-02-22T11:04:15.224" v="50"/>
        <pc:sldMkLst>
          <pc:docMk/>
          <pc:sldMk cId="3138891952" sldId="629"/>
        </pc:sldMkLst>
        <pc:spChg chg="mod">
          <ac:chgData name="Димитър Минчев" userId="6da192e4-d32c-454b-8615-bbadf07b6639" providerId="ADAL" clId="{77A420D4-D913-4CE2-8CCB-35A5F3D64BD5}" dt="2023-02-22T11:04:00.513" v="45" actId="1076"/>
          <ac:spMkLst>
            <pc:docMk/>
            <pc:sldMk cId="3138891952" sldId="629"/>
            <ac:spMk id="2" creationId="{00000000-0000-0000-0000-000000000000}"/>
          </ac:spMkLst>
        </pc:spChg>
        <pc:spChg chg="mod">
          <ac:chgData name="Димитър Минчев" userId="6da192e4-d32c-454b-8615-bbadf07b6639" providerId="ADAL" clId="{77A420D4-D913-4CE2-8CCB-35A5F3D64BD5}" dt="2023-02-22T11:04:00.513" v="45" actId="1076"/>
          <ac:spMkLst>
            <pc:docMk/>
            <pc:sldMk cId="3138891952" sldId="629"/>
            <ac:spMk id="3" creationId="{00000000-0000-0000-0000-000000000000}"/>
          </ac:spMkLst>
        </pc:spChg>
        <pc:picChg chg="mod">
          <ac:chgData name="Димитър Минчев" userId="6da192e4-d32c-454b-8615-bbadf07b6639" providerId="ADAL" clId="{77A420D4-D913-4CE2-8CCB-35A5F3D64BD5}" dt="2023-02-22T11:04:15.224" v="50"/>
          <ac:picMkLst>
            <pc:docMk/>
            <pc:sldMk cId="3138891952" sldId="629"/>
            <ac:picMk id="6" creationId="{00000000-0000-0000-0000-000000000000}"/>
          </ac:picMkLst>
        </pc:picChg>
      </pc:sldChg>
      <pc:sldChg chg="delSp modSp add mod modAnim">
        <pc:chgData name="Димитър Минчев" userId="6da192e4-d32c-454b-8615-bbadf07b6639" providerId="ADAL" clId="{77A420D4-D913-4CE2-8CCB-35A5F3D64BD5}" dt="2023-02-22T11:12:52.062" v="176" actId="14100"/>
        <pc:sldMkLst>
          <pc:docMk/>
          <pc:sldMk cId="1335876531" sldId="630"/>
        </pc:sldMkLst>
        <pc:spChg chg="mod">
          <ac:chgData name="Димитър Минчев" userId="6da192e4-d32c-454b-8615-bbadf07b6639" providerId="ADAL" clId="{77A420D4-D913-4CE2-8CCB-35A5F3D64BD5}" dt="2023-02-22T11:09:01.379" v="111" actId="2711"/>
          <ac:spMkLst>
            <pc:docMk/>
            <pc:sldMk cId="1335876531" sldId="630"/>
            <ac:spMk id="2" creationId="{00000000-0000-0000-0000-000000000000}"/>
          </ac:spMkLst>
        </pc:spChg>
        <pc:spChg chg="mod">
          <ac:chgData name="Димитър Минчев" userId="6da192e4-d32c-454b-8615-bbadf07b6639" providerId="ADAL" clId="{77A420D4-D913-4CE2-8CCB-35A5F3D64BD5}" dt="2023-02-22T11:10:14.741" v="135" actId="113"/>
          <ac:spMkLst>
            <pc:docMk/>
            <pc:sldMk cId="1335876531" sldId="630"/>
            <ac:spMk id="6" creationId="{00000000-0000-0000-0000-000000000000}"/>
          </ac:spMkLst>
        </pc:spChg>
        <pc:spChg chg="mod">
          <ac:chgData name="Димитър Минчев" userId="6da192e4-d32c-454b-8615-bbadf07b6639" providerId="ADAL" clId="{77A420D4-D913-4CE2-8CCB-35A5F3D64BD5}" dt="2023-02-22T11:12:38.676" v="172" actId="14100"/>
          <ac:spMkLst>
            <pc:docMk/>
            <pc:sldMk cId="1335876531" sldId="630"/>
            <ac:spMk id="7" creationId="{00000000-0000-0000-0000-000000000000}"/>
          </ac:spMkLst>
        </pc:spChg>
        <pc:spChg chg="mod">
          <ac:chgData name="Димитър Минчев" userId="6da192e4-d32c-454b-8615-bbadf07b6639" providerId="ADAL" clId="{77A420D4-D913-4CE2-8CCB-35A5F3D64BD5}" dt="2023-02-22T11:10:08.186" v="133" actId="14100"/>
          <ac:spMkLst>
            <pc:docMk/>
            <pc:sldMk cId="1335876531" sldId="630"/>
            <ac:spMk id="10" creationId="{00000000-0000-0000-0000-000000000000}"/>
          </ac:spMkLst>
        </pc:spChg>
        <pc:spChg chg="mod">
          <ac:chgData name="Димитър Минчев" userId="6da192e4-d32c-454b-8615-bbadf07b6639" providerId="ADAL" clId="{77A420D4-D913-4CE2-8CCB-35A5F3D64BD5}" dt="2023-02-22T11:12:52.062" v="176" actId="14100"/>
          <ac:spMkLst>
            <pc:docMk/>
            <pc:sldMk cId="1335876531" sldId="630"/>
            <ac:spMk id="11" creationId="{00000000-0000-0000-0000-000000000000}"/>
          </ac:spMkLst>
        </pc:spChg>
        <pc:spChg chg="mod">
          <ac:chgData name="Димитър Минчев" userId="6da192e4-d32c-454b-8615-bbadf07b6639" providerId="ADAL" clId="{77A420D4-D913-4CE2-8CCB-35A5F3D64BD5}" dt="2023-02-22T11:09:50.018" v="126" actId="14100"/>
          <ac:spMkLst>
            <pc:docMk/>
            <pc:sldMk cId="1335876531" sldId="630"/>
            <ac:spMk id="12" creationId="{00000000-0000-0000-0000-000000000000}"/>
          </ac:spMkLst>
        </pc:spChg>
        <pc:spChg chg="del mod">
          <ac:chgData name="Димитър Минчев" userId="6da192e4-d32c-454b-8615-bbadf07b6639" providerId="ADAL" clId="{77A420D4-D913-4CE2-8CCB-35A5F3D64BD5}" dt="2023-02-22T11:09:33.729" v="121" actId="478"/>
          <ac:spMkLst>
            <pc:docMk/>
            <pc:sldMk cId="1335876531" sldId="630"/>
            <ac:spMk id="13" creationId="{65CC7C44-AB60-4A3C-A5F0-5CC1D6391D8B}"/>
          </ac:spMkLst>
        </pc:spChg>
      </pc:sldChg>
      <pc:sldChg chg="delSp modSp add mod modAnim">
        <pc:chgData name="Димитър Минчев" userId="6da192e4-d32c-454b-8615-bbadf07b6639" providerId="ADAL" clId="{77A420D4-D913-4CE2-8CCB-35A5F3D64BD5}" dt="2023-02-22T11:13:16.611" v="181" actId="14100"/>
        <pc:sldMkLst>
          <pc:docMk/>
          <pc:sldMk cId="2698606698" sldId="631"/>
        </pc:sldMkLst>
        <pc:spChg chg="mod">
          <ac:chgData name="Димитър Минчев" userId="6da192e4-d32c-454b-8615-bbadf07b6639" providerId="ADAL" clId="{77A420D4-D913-4CE2-8CCB-35A5F3D64BD5}" dt="2023-02-22T11:10:46.929" v="142" actId="404"/>
          <ac:spMkLst>
            <pc:docMk/>
            <pc:sldMk cId="2698606698" sldId="631"/>
            <ac:spMk id="6" creationId="{00000000-0000-0000-0000-000000000000}"/>
          </ac:spMkLst>
        </pc:spChg>
        <pc:spChg chg="mod">
          <ac:chgData name="Димитър Минчев" userId="6da192e4-d32c-454b-8615-bbadf07b6639" providerId="ADAL" clId="{77A420D4-D913-4CE2-8CCB-35A5F3D64BD5}" dt="2023-02-22T11:10:43.454" v="140" actId="404"/>
          <ac:spMkLst>
            <pc:docMk/>
            <pc:sldMk cId="2698606698" sldId="631"/>
            <ac:spMk id="7" creationId="{00000000-0000-0000-0000-000000000000}"/>
          </ac:spMkLst>
        </pc:spChg>
        <pc:spChg chg="mod">
          <ac:chgData name="Димитър Минчев" userId="6da192e4-d32c-454b-8615-bbadf07b6639" providerId="ADAL" clId="{77A420D4-D913-4CE2-8CCB-35A5F3D64BD5}" dt="2023-02-22T11:12:23.071" v="168" actId="207"/>
          <ac:spMkLst>
            <pc:docMk/>
            <pc:sldMk cId="2698606698" sldId="631"/>
            <ac:spMk id="8" creationId="{00000000-0000-0000-0000-000000000000}"/>
          </ac:spMkLst>
        </pc:spChg>
        <pc:spChg chg="del mod">
          <ac:chgData name="Димитър Минчев" userId="6da192e4-d32c-454b-8615-bbadf07b6639" providerId="ADAL" clId="{77A420D4-D913-4CE2-8CCB-35A5F3D64BD5}" dt="2023-02-22T11:11:07.581" v="149" actId="478"/>
          <ac:spMkLst>
            <pc:docMk/>
            <pc:sldMk cId="2698606698" sldId="631"/>
            <ac:spMk id="9" creationId="{42059FEC-EAF6-4A3D-A568-36AEFDA6B5A5}"/>
          </ac:spMkLst>
        </pc:spChg>
        <pc:spChg chg="mod">
          <ac:chgData name="Димитър Минчев" userId="6da192e4-d32c-454b-8615-bbadf07b6639" providerId="ADAL" clId="{77A420D4-D913-4CE2-8CCB-35A5F3D64BD5}" dt="2023-02-22T11:13:13.305" v="180" actId="14100"/>
          <ac:spMkLst>
            <pc:docMk/>
            <pc:sldMk cId="2698606698" sldId="631"/>
            <ac:spMk id="11" creationId="{00000000-0000-0000-0000-000000000000}"/>
          </ac:spMkLst>
        </pc:spChg>
        <pc:spChg chg="mod">
          <ac:chgData name="Димитър Минчев" userId="6da192e4-d32c-454b-8615-bbadf07b6639" providerId="ADAL" clId="{77A420D4-D913-4CE2-8CCB-35A5F3D64BD5}" dt="2023-02-22T11:13:16.611" v="181" actId="14100"/>
          <ac:spMkLst>
            <pc:docMk/>
            <pc:sldMk cId="2698606698" sldId="631"/>
            <ac:spMk id="12" creationId="{00000000-0000-0000-0000-000000000000}"/>
          </ac:spMkLst>
        </pc:spChg>
      </pc:sldChg>
      <pc:sldChg chg="delSp modSp add mod modAnim">
        <pc:chgData name="Димитър Минчев" userId="6da192e4-d32c-454b-8615-bbadf07b6639" providerId="ADAL" clId="{77A420D4-D913-4CE2-8CCB-35A5F3D64BD5}" dt="2023-02-22T11:13:31.155" v="184" actId="14100"/>
        <pc:sldMkLst>
          <pc:docMk/>
          <pc:sldMk cId="2598918390" sldId="632"/>
        </pc:sldMkLst>
        <pc:spChg chg="mod">
          <ac:chgData name="Димитър Минчев" userId="6da192e4-d32c-454b-8615-bbadf07b6639" providerId="ADAL" clId="{77A420D4-D913-4CE2-8CCB-35A5F3D64BD5}" dt="2023-02-22T11:11:41.355" v="157" actId="404"/>
          <ac:spMkLst>
            <pc:docMk/>
            <pc:sldMk cId="2598918390" sldId="632"/>
            <ac:spMk id="2" creationId="{00000000-0000-0000-0000-000000000000}"/>
          </ac:spMkLst>
        </pc:spChg>
        <pc:spChg chg="mod">
          <ac:chgData name="Димитър Минчев" userId="6da192e4-d32c-454b-8615-bbadf07b6639" providerId="ADAL" clId="{77A420D4-D913-4CE2-8CCB-35A5F3D64BD5}" dt="2023-02-22T11:11:38.650" v="156" actId="404"/>
          <ac:spMkLst>
            <pc:docMk/>
            <pc:sldMk cId="2598918390" sldId="632"/>
            <ac:spMk id="3" creationId="{00000000-0000-0000-0000-000000000000}"/>
          </ac:spMkLst>
        </pc:spChg>
        <pc:spChg chg="mod">
          <ac:chgData name="Димитър Минчев" userId="6da192e4-d32c-454b-8615-bbadf07b6639" providerId="ADAL" clId="{77A420D4-D913-4CE2-8CCB-35A5F3D64BD5}" dt="2023-02-22T11:12:10.438" v="165" actId="1076"/>
          <ac:spMkLst>
            <pc:docMk/>
            <pc:sldMk cId="2598918390" sldId="632"/>
            <ac:spMk id="5" creationId="{00000000-0000-0000-0000-000000000000}"/>
          </ac:spMkLst>
        </pc:spChg>
        <pc:spChg chg="mod">
          <ac:chgData name="Димитър Минчев" userId="6da192e4-d32c-454b-8615-bbadf07b6639" providerId="ADAL" clId="{77A420D4-D913-4CE2-8CCB-35A5F3D64BD5}" dt="2023-02-22T11:12:10.438" v="165" actId="1076"/>
          <ac:spMkLst>
            <pc:docMk/>
            <pc:sldMk cId="2598918390" sldId="632"/>
            <ac:spMk id="7" creationId="{00000000-0000-0000-0000-000000000000}"/>
          </ac:spMkLst>
        </pc:spChg>
        <pc:spChg chg="mod">
          <ac:chgData name="Димитър Минчев" userId="6da192e4-d32c-454b-8615-bbadf07b6639" providerId="ADAL" clId="{77A420D4-D913-4CE2-8CCB-35A5F3D64BD5}" dt="2023-02-22T11:13:31.155" v="184" actId="14100"/>
          <ac:spMkLst>
            <pc:docMk/>
            <pc:sldMk cId="2598918390" sldId="632"/>
            <ac:spMk id="8" creationId="{00000000-0000-0000-0000-000000000000}"/>
          </ac:spMkLst>
        </pc:spChg>
        <pc:spChg chg="del mod">
          <ac:chgData name="Димитър Минчев" userId="6da192e4-d32c-454b-8615-bbadf07b6639" providerId="ADAL" clId="{77A420D4-D913-4CE2-8CCB-35A5F3D64BD5}" dt="2023-02-22T11:12:11.723" v="166" actId="478"/>
          <ac:spMkLst>
            <pc:docMk/>
            <pc:sldMk cId="2598918390" sldId="632"/>
            <ac:spMk id="9" creationId="{D574B0CA-6DD3-4A7A-9B8D-843BCE4509FE}"/>
          </ac:spMkLst>
        </pc:spChg>
      </pc:sldChg>
      <pc:sldChg chg="delSp modSp add mod">
        <pc:chgData name="Димитър Минчев" userId="6da192e4-d32c-454b-8615-bbadf07b6639" providerId="ADAL" clId="{77A420D4-D913-4CE2-8CCB-35A5F3D64BD5}" dt="2023-02-22T11:04:42.866" v="53" actId="478"/>
        <pc:sldMkLst>
          <pc:docMk/>
          <pc:sldMk cId="2325833139" sldId="633"/>
        </pc:sldMkLst>
        <pc:spChg chg="mod">
          <ac:chgData name="Димитър Минчев" userId="6da192e4-d32c-454b-8615-bbadf07b6639" providerId="ADAL" clId="{77A420D4-D913-4CE2-8CCB-35A5F3D64BD5}" dt="2023-02-22T11:04:27.461" v="51" actId="2711"/>
          <ac:spMkLst>
            <pc:docMk/>
            <pc:sldMk cId="2325833139" sldId="633"/>
            <ac:spMk id="2" creationId="{00000000-0000-0000-0000-000000000000}"/>
          </ac:spMkLst>
        </pc:spChg>
        <pc:spChg chg="mod">
          <ac:chgData name="Димитър Минчев" userId="6da192e4-d32c-454b-8615-bbadf07b6639" providerId="ADAL" clId="{77A420D4-D913-4CE2-8CCB-35A5F3D64BD5}" dt="2023-02-22T11:04:39.012" v="52" actId="207"/>
          <ac:spMkLst>
            <pc:docMk/>
            <pc:sldMk cId="2325833139" sldId="633"/>
            <ac:spMk id="3" creationId="{00000000-0000-0000-0000-000000000000}"/>
          </ac:spMkLst>
        </pc:spChg>
        <pc:spChg chg="del mod">
          <ac:chgData name="Димитър Минчев" userId="6da192e4-d32c-454b-8615-bbadf07b6639" providerId="ADAL" clId="{77A420D4-D913-4CE2-8CCB-35A5F3D64BD5}" dt="2023-02-22T11:04:42.866" v="53" actId="478"/>
          <ac:spMkLst>
            <pc:docMk/>
            <pc:sldMk cId="2325833139" sldId="633"/>
            <ac:spMk id="5" creationId="{0FFDE249-66D3-4F43-8815-B7230E395C9B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A0D3FF-81AC-477B-919E-75762E6B2153}" type="datetimeFigureOut">
              <a:rPr lang="bg-BG" smtClean="0"/>
              <a:t>22.2.2023 г.</a:t>
            </a:fld>
            <a:endParaRPr lang="bg-B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bg-B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88142EC-5991-4235-A99B-961F17902D60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8379402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foundation/" TargetMode="External"/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://creativecommons.org/licenses/by-nc-sa/4.0/" TargetMode="External"/></Relationships>
</file>

<file path=ppt/notesSlides/_rels/notes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foundation/" TargetMode="External"/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://creativecommons.org/licenses/by-nc-sa/4.0/" TargetMode="Externa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B4F6EA-423E-42DF-9292-215E7D886C4E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5" name="Footer Placeholder">
            <a:extLst>
              <a:ext uri="{FF2B5EF4-FFF2-40B4-BE49-F238E27FC236}">
                <a16:creationId xmlns:a16="http://schemas.microsoft.com/office/drawing/2014/main" id="{9646C40A-95DA-40DA-A6F4-384B2305E87F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-1" y="8747999"/>
            <a:ext cx="6308999" cy="3944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000"/>
            </a:lvl1pPr>
          </a:lstStyle>
          <a:p>
            <a:r>
              <a:rPr lang="en-US" dirty="0"/>
              <a:t>Created by the </a:t>
            </a:r>
            <a:r>
              <a:rPr lang="en-US" b="1" dirty="0"/>
              <a:t>Software University Foundation</a:t>
            </a:r>
            <a:r>
              <a:rPr lang="en-US" dirty="0"/>
              <a:t> – </a:t>
            </a:r>
            <a:r>
              <a:rPr lang="en-US" u="sng" dirty="0">
                <a:hlinkClick r:id="rId3"/>
              </a:rPr>
              <a:t>https://softuni.foundation</a:t>
            </a:r>
            <a:endParaRPr lang="en-US" dirty="0"/>
          </a:p>
          <a:p>
            <a:r>
              <a:rPr lang="en-US" dirty="0"/>
              <a:t>This work is licensed under the </a:t>
            </a:r>
            <a:r>
              <a:rPr lang="en-US" u="sng" noProof="1">
                <a:hlinkClick r:id="rId4"/>
              </a:rPr>
              <a:t>Creative Commons Attribution-NonCommercial-ShareAlike</a:t>
            </a:r>
            <a:r>
              <a:rPr lang="en-US" noProof="1"/>
              <a:t> </a:t>
            </a:r>
            <a:r>
              <a:rPr lang="en-US" dirty="0"/>
              <a:t>license.</a:t>
            </a:r>
          </a:p>
        </p:txBody>
      </p:sp>
    </p:spTree>
    <p:extLst>
      <p:ext uri="{BB962C8B-B14F-4D97-AF65-F5344CB8AC3E}">
        <p14:creationId xmlns:p14="http://schemas.microsoft.com/office/powerpoint/2010/main" val="7435535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B4F6EA-423E-42DF-9292-215E7D886C4E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5" name="Footer Placeholder">
            <a:extLst>
              <a:ext uri="{FF2B5EF4-FFF2-40B4-BE49-F238E27FC236}">
                <a16:creationId xmlns:a16="http://schemas.microsoft.com/office/drawing/2014/main" id="{3E798AC7-1CB2-4457-82F7-0AF70231B228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-1" y="8747999"/>
            <a:ext cx="6308999" cy="3944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000"/>
            </a:lvl1pPr>
          </a:lstStyle>
          <a:p>
            <a:r>
              <a:rPr lang="en-US" dirty="0"/>
              <a:t>Created by the </a:t>
            </a:r>
            <a:r>
              <a:rPr lang="en-US" b="1" dirty="0"/>
              <a:t>Software University Foundation</a:t>
            </a:r>
            <a:r>
              <a:rPr lang="en-US" dirty="0"/>
              <a:t> – </a:t>
            </a:r>
            <a:r>
              <a:rPr lang="en-US" u="sng" dirty="0">
                <a:hlinkClick r:id="rId3"/>
              </a:rPr>
              <a:t>https://softuni.foundation</a:t>
            </a:r>
            <a:endParaRPr lang="en-US" dirty="0"/>
          </a:p>
          <a:p>
            <a:r>
              <a:rPr lang="en-US" dirty="0"/>
              <a:t>This work is licensed under the </a:t>
            </a:r>
            <a:r>
              <a:rPr lang="en-US" u="sng" noProof="1">
                <a:hlinkClick r:id="rId4"/>
              </a:rPr>
              <a:t>Creative Commons Attribution-NonCommercial-ShareAlike</a:t>
            </a:r>
            <a:r>
              <a:rPr lang="en-US" noProof="1"/>
              <a:t> </a:t>
            </a:r>
            <a:r>
              <a:rPr lang="en-US" dirty="0"/>
              <a:t>license.</a:t>
            </a:r>
          </a:p>
        </p:txBody>
      </p:sp>
    </p:spTree>
    <p:extLst>
      <p:ext uri="{BB962C8B-B14F-4D97-AF65-F5344CB8AC3E}">
        <p14:creationId xmlns:p14="http://schemas.microsoft.com/office/powerpoint/2010/main" val="18204829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22.2.2023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1714363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22.2.2023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0344373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22.2.2023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0405435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22.2.2023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3297588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22.2.2023 г.</a:t>
            </a:fld>
            <a:endParaRPr lang="bg-BG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9611489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22.2.2023 г.</a:t>
            </a:fld>
            <a:endParaRPr lang="bg-BG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9860217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22.2.2023 г.</a:t>
            </a:fld>
            <a:endParaRPr lang="bg-BG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2638390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22.2.2023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2237087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22.2.2023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6970530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22.2.2023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5280070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22.2.2023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2698032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069AEA-C8BE-4DD6-B9AB-21EA40DF5D87}" type="datetimeFigureOut">
              <a:rPr lang="bg-BG" smtClean="0"/>
              <a:t>22.2.2023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0525428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www.mon.bg/" TargetMode="Externa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hyperlink" Target="https://creativecommons.org/licenses/by-nc-sa/4.0" TargetMode="External"/><Relationship Id="rId4" Type="http://schemas.openxmlformats.org/officeDocument/2006/relationships/hyperlink" Target="https://www.mon.bg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1A11B2B-6DC7-2642-A5E2-7E3177B718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924336"/>
            <a:ext cx="9144000" cy="2387600"/>
          </a:xfrm>
        </p:spPr>
        <p:txBody>
          <a:bodyPr>
            <a:normAutofit/>
          </a:bodyPr>
          <a:lstStyle/>
          <a:p>
            <a:r>
              <a:rPr lang="en-US" dirty="0">
                <a:latin typeface="Comfortaa" pitchFamily="2" charset="0"/>
              </a:rPr>
              <a:t>CRUD </a:t>
            </a:r>
            <a:r>
              <a:rPr lang="bg-BG" dirty="0">
                <a:latin typeface="Comfortaa" pitchFamily="2" charset="0"/>
              </a:rPr>
              <a:t>операции чрез </a:t>
            </a:r>
            <a:r>
              <a:rPr lang="en-US" dirty="0">
                <a:latin typeface="Comfortaa" pitchFamily="2" charset="0"/>
              </a:rPr>
              <a:t>ORM</a:t>
            </a:r>
            <a:endParaRPr lang="bg-BG" dirty="0">
              <a:latin typeface="Comfortaa" pitchFamily="2" charset="0"/>
            </a:endParaRP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FD72CEAD-2598-2D6F-7FF9-AF95330D8A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404011"/>
            <a:ext cx="9144000" cy="1655762"/>
          </a:xfrm>
        </p:spPr>
        <p:txBody>
          <a:bodyPr/>
          <a:lstStyle/>
          <a:p>
            <a:r>
              <a:rPr lang="ru-RU" dirty="0">
                <a:latin typeface="Comfortaa" pitchFamily="2" charset="0"/>
              </a:rPr>
              <a:t>Разработка на софтуер</a:t>
            </a:r>
            <a:endParaRPr lang="bg-BG" dirty="0">
              <a:latin typeface="Comfortaa" pitchFamily="2" charset="0"/>
            </a:endParaRPr>
          </a:p>
        </p:txBody>
      </p:sp>
      <p:pic>
        <p:nvPicPr>
          <p:cNvPr id="6" name="Picture 3" descr="Icon&#10;&#10;Description automatically generated with medium confidence">
            <a:extLst>
              <a:ext uri="{FF2B5EF4-FFF2-40B4-BE49-F238E27FC236}">
                <a16:creationId xmlns:a16="http://schemas.microsoft.com/office/drawing/2014/main" id="{09547CF4-B25A-F864-DA65-5C7F1F83C4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4352" y="83713"/>
            <a:ext cx="1575455" cy="157545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>
            <a:extLst>
              <a:ext uri="{FF2B5EF4-FFF2-40B4-BE49-F238E27FC236}">
                <a16:creationId xmlns:a16="http://schemas.microsoft.com/office/drawing/2014/main" id="{A303128A-0EF3-84BD-F9ED-2E6316CD08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4792" y="83713"/>
            <a:ext cx="1699472" cy="14146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4EB993A-D432-5177-9922-4D00100F74D8}"/>
              </a:ext>
            </a:extLst>
          </p:cNvPr>
          <p:cNvSpPr txBox="1"/>
          <p:nvPr/>
        </p:nvSpPr>
        <p:spPr>
          <a:xfrm>
            <a:off x="1734047" y="365284"/>
            <a:ext cx="472944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bg-B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Национална програма </a:t>
            </a:r>
            <a:endParaRPr lang="bg-BG" dirty="0">
              <a:solidFill>
                <a:schemeClr val="tx1"/>
              </a:solidFill>
              <a:effectLst/>
              <a:latin typeface="Comfortaa" pitchFamily="2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"</a:t>
            </a:r>
            <a:r>
              <a:rPr lang="bg-B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Обучение за ИТ умения и кариера</a:t>
            </a:r>
            <a:r>
              <a:rPr lang="en-US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"</a:t>
            </a:r>
            <a:endParaRPr lang="bg-BG" dirty="0">
              <a:solidFill>
                <a:schemeClr val="tx1"/>
              </a:solidFill>
              <a:effectLst/>
              <a:latin typeface="Comfortaa" pitchFamily="2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  <a:tabLst>
                <a:tab pos="2865755" algn="ctr"/>
                <a:tab pos="5731510" algn="r"/>
              </a:tabLst>
            </a:pPr>
            <a:r>
              <a:rPr lang="bg-BG" u="sng" dirty="0"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https://it-kariera.mon.bg</a:t>
            </a:r>
            <a:endParaRPr lang="bg-BG" dirty="0">
              <a:solidFill>
                <a:schemeClr val="tx1"/>
              </a:solidFill>
              <a:effectLst/>
              <a:latin typeface="Comfortaa" pitchFamily="2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522BFFF-21D1-37C4-D08A-94EDDBB11DD9}"/>
              </a:ext>
            </a:extLst>
          </p:cNvPr>
          <p:cNvSpPr txBox="1"/>
          <p:nvPr/>
        </p:nvSpPr>
        <p:spPr>
          <a:xfrm>
            <a:off x="6373448" y="365284"/>
            <a:ext cx="401710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bg-B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Министерството на образованието и науката</a:t>
            </a:r>
            <a:endParaRPr lang="bg-BG" dirty="0">
              <a:solidFill>
                <a:schemeClr val="tx1"/>
              </a:solidFill>
              <a:effectLst/>
              <a:latin typeface="Comfortaa" pitchFamily="2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marL="0" marR="0" algn="r">
              <a:spcBef>
                <a:spcPts val="0"/>
              </a:spcBef>
              <a:spcAft>
                <a:spcPts val="0"/>
              </a:spcAft>
              <a:tabLst>
                <a:tab pos="2865755" algn="ctr"/>
                <a:tab pos="5731510" algn="r"/>
              </a:tabLst>
            </a:pPr>
            <a:r>
              <a:rPr lang="en-US" u="sn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</a:t>
            </a:r>
            <a:r>
              <a:rPr lang="bg-BG" u="sn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.</a:t>
            </a:r>
            <a:r>
              <a:rPr lang="en-US" u="sn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mon.bg</a:t>
            </a:r>
            <a:endParaRPr lang="bg-BG" dirty="0">
              <a:latin typeface="Comforta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869597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21420" y="3651339"/>
            <a:ext cx="9144000" cy="1632897"/>
          </a:xfrm>
        </p:spPr>
        <p:txBody>
          <a:bodyPr/>
          <a:lstStyle/>
          <a:p>
            <a:r>
              <a:rPr lang="en-US" dirty="0">
                <a:latin typeface="Comfortaa" pitchFamily="2" charset="0"/>
              </a:rPr>
              <a:t>CRUD </a:t>
            </a:r>
            <a:r>
              <a:rPr lang="bg-BG" dirty="0">
                <a:latin typeface="Comfortaa" pitchFamily="2" charset="0"/>
              </a:rPr>
              <a:t>операции</a:t>
            </a:r>
            <a:endParaRPr lang="en-US" dirty="0">
              <a:latin typeface="Comfortaa" pitchFamily="2" charset="0"/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8358" y="379227"/>
            <a:ext cx="8890124" cy="3573145"/>
          </a:xfrm>
          <a:prstGeom prst="rect">
            <a:avLst/>
          </a:prstGeom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21420" y="5439198"/>
            <a:ext cx="9144000" cy="1132388"/>
          </a:xfrm>
        </p:spPr>
        <p:txBody>
          <a:bodyPr/>
          <a:lstStyle/>
          <a:p>
            <a:r>
              <a:rPr lang="bg-BG" dirty="0">
                <a:latin typeface="Comfortaa" pitchFamily="2" charset="0"/>
              </a:rPr>
              <a:t>Посредством </a:t>
            </a:r>
            <a:r>
              <a:rPr lang="en-US" dirty="0" err="1">
                <a:latin typeface="Comfortaa" pitchFamily="2" charset="0"/>
              </a:rPr>
              <a:t>MiniORM</a:t>
            </a:r>
            <a:endParaRPr lang="en-US" dirty="0">
              <a:latin typeface="Comfortaa" pitchFamily="2" charset="0"/>
            </a:endParaRPr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A7B4653D-AEB2-4E6A-8894-5A367756E7E2}"/>
              </a:ext>
            </a:extLst>
          </p:cNvPr>
          <p:cNvSpPr txBox="1">
            <a:spLocks/>
          </p:cNvSpPr>
          <p:nvPr/>
        </p:nvSpPr>
        <p:spPr>
          <a:xfrm>
            <a:off x="11568000" y="6525003"/>
            <a:ext cx="428822" cy="196477"/>
          </a:xfrm>
          <a:prstGeom prst="rect">
            <a:avLst/>
          </a:prstGeom>
        </p:spPr>
        <p:txBody>
          <a:bodyPr vert="horz" lIns="36000" tIns="36000" rIns="36000" bIns="36000" rtlCol="0" anchor="ctr"/>
          <a:lstStyle>
            <a:defPPr>
              <a:defRPr lang="en-US"/>
            </a:defPPr>
            <a:lvl1pPr marL="0" algn="r" defTabSz="1218987" rtl="0" eaLnBrk="1" latinLnBrk="0" hangingPunct="1">
              <a:defRPr sz="1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09493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8987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480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7973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467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6960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6453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5947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C014DD1E-5D91-48A3-AD6D-45FBA980D106}" type="slidenum">
              <a:rPr lang="en-US">
                <a:solidFill>
                  <a:prstClr val="white">
                    <a:tint val="75000"/>
                  </a:prstClr>
                </a:solidFill>
              </a:rPr>
              <a:pPr/>
              <a:t>2</a:t>
            </a:fld>
            <a:endParaRPr lang="en-US" dirty="0">
              <a:solidFill>
                <a:prstClr val="white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388919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 b="1" noProof="1">
                <a:solidFill>
                  <a:srgbClr val="00B0F0"/>
                </a:solidFill>
                <a:latin typeface="Comfortaa" pitchFamily="2" charset="0"/>
                <a:cs typeface="Consolas" pitchFamily="49" charset="0"/>
              </a:rPr>
              <a:t>C</a:t>
            </a:r>
            <a:r>
              <a:rPr lang="en-US" noProof="1">
                <a:latin typeface="Comfortaa" pitchFamily="2" charset="0"/>
              </a:rPr>
              <a:t>RUD – </a:t>
            </a:r>
            <a:r>
              <a:rPr lang="bg-BG" dirty="0">
                <a:latin typeface="Comfortaa" pitchFamily="2" charset="0"/>
              </a:rPr>
              <a:t>Създаване /</a:t>
            </a:r>
            <a:r>
              <a:rPr lang="en-US" b="1" noProof="1">
                <a:solidFill>
                  <a:srgbClr val="00B0F0"/>
                </a:solidFill>
                <a:latin typeface="Comfortaa" pitchFamily="2" charset="0"/>
                <a:cs typeface="Consolas" pitchFamily="49" charset="0"/>
              </a:rPr>
              <a:t>Create</a:t>
            </a:r>
            <a:r>
              <a:rPr lang="bg-BG" dirty="0">
                <a:latin typeface="Comfortaa" pitchFamily="2" charset="0"/>
              </a:rPr>
              <a:t>/</a:t>
            </a:r>
            <a:r>
              <a:rPr lang="en-US" dirty="0">
                <a:latin typeface="Comfortaa" pitchFamily="2" charset="0"/>
              </a:rPr>
              <a:t> - </a:t>
            </a:r>
            <a:r>
              <a:rPr lang="bg-BG" dirty="0">
                <a:latin typeface="Comfortaa" pitchFamily="2" charset="0"/>
              </a:rPr>
              <a:t>пример: добавяне на нов запис в таблицата</a:t>
            </a:r>
            <a:endParaRPr lang="en-US" b="1" noProof="1">
              <a:solidFill>
                <a:schemeClr val="tx2">
                  <a:lumMod val="75000"/>
                </a:schemeClr>
              </a:solidFill>
              <a:latin typeface="Comfortaa" pitchFamily="2" charset="0"/>
              <a:cs typeface="Consolas" pitchFamily="49" charset="0"/>
            </a:endParaRPr>
          </a:p>
          <a:p>
            <a:pPr>
              <a:lnSpc>
                <a:spcPct val="100000"/>
              </a:lnSpc>
            </a:pPr>
            <a:r>
              <a:rPr lang="en-US" noProof="1">
                <a:latin typeface="Comfortaa" pitchFamily="2" charset="0"/>
              </a:rPr>
              <a:t>C</a:t>
            </a:r>
            <a:r>
              <a:rPr lang="en-US" b="1" noProof="1">
                <a:solidFill>
                  <a:srgbClr val="00B0F0"/>
                </a:solidFill>
                <a:latin typeface="Comfortaa" pitchFamily="2" charset="0"/>
                <a:cs typeface="Consolas" pitchFamily="49" charset="0"/>
              </a:rPr>
              <a:t>R</a:t>
            </a:r>
            <a:r>
              <a:rPr lang="en-US" noProof="1">
                <a:latin typeface="Comfortaa" pitchFamily="2" charset="0"/>
              </a:rPr>
              <a:t>UD – </a:t>
            </a:r>
            <a:r>
              <a:rPr lang="bg-BG" dirty="0">
                <a:latin typeface="Comfortaa" pitchFamily="2" charset="0"/>
              </a:rPr>
              <a:t>Прочитане /</a:t>
            </a:r>
            <a:r>
              <a:rPr lang="en-US" b="1" noProof="1">
                <a:solidFill>
                  <a:srgbClr val="00B0F0"/>
                </a:solidFill>
                <a:latin typeface="Comfortaa" pitchFamily="2" charset="0"/>
                <a:cs typeface="Consolas" pitchFamily="49" charset="0"/>
              </a:rPr>
              <a:t>Read</a:t>
            </a:r>
            <a:r>
              <a:rPr lang="bg-BG" dirty="0">
                <a:latin typeface="Comfortaa" pitchFamily="2" charset="0"/>
              </a:rPr>
              <a:t>/ - пример: прочитане на запис от таблицата</a:t>
            </a:r>
            <a:endParaRPr lang="en-US" b="1" noProof="1">
              <a:solidFill>
                <a:schemeClr val="tx2">
                  <a:lumMod val="75000"/>
                </a:schemeClr>
              </a:solidFill>
              <a:latin typeface="Comfortaa" pitchFamily="2" charset="0"/>
              <a:cs typeface="Consolas" pitchFamily="49" charset="0"/>
            </a:endParaRPr>
          </a:p>
          <a:p>
            <a:pPr>
              <a:lnSpc>
                <a:spcPct val="100000"/>
              </a:lnSpc>
            </a:pPr>
            <a:r>
              <a:rPr lang="en-US" noProof="1">
                <a:latin typeface="Comfortaa" pitchFamily="2" charset="0"/>
              </a:rPr>
              <a:t>CR</a:t>
            </a:r>
            <a:r>
              <a:rPr lang="en-US" b="1" noProof="1">
                <a:solidFill>
                  <a:srgbClr val="00B0F0"/>
                </a:solidFill>
                <a:latin typeface="Comfortaa" pitchFamily="2" charset="0"/>
                <a:cs typeface="Consolas" pitchFamily="49" charset="0"/>
              </a:rPr>
              <a:t>U</a:t>
            </a:r>
            <a:r>
              <a:rPr lang="en-US" noProof="1">
                <a:latin typeface="Comfortaa" pitchFamily="2" charset="0"/>
              </a:rPr>
              <a:t>D – </a:t>
            </a:r>
            <a:r>
              <a:rPr lang="bg-BG" dirty="0">
                <a:latin typeface="Comfortaa" pitchFamily="2" charset="0"/>
              </a:rPr>
              <a:t>Променяне /</a:t>
            </a:r>
            <a:r>
              <a:rPr lang="en-US" b="1" noProof="1">
                <a:solidFill>
                  <a:srgbClr val="00B0F0"/>
                </a:solidFill>
                <a:latin typeface="Comfortaa" pitchFamily="2" charset="0"/>
                <a:cs typeface="Consolas" pitchFamily="49" charset="0"/>
              </a:rPr>
              <a:t>Update</a:t>
            </a:r>
            <a:r>
              <a:rPr lang="bg-BG" dirty="0">
                <a:latin typeface="Comfortaa" pitchFamily="2" charset="0"/>
              </a:rPr>
              <a:t>/ - пример: промяна на един или няколко елемента от запис в таблицата</a:t>
            </a:r>
            <a:endParaRPr lang="en-US" b="1" noProof="1">
              <a:solidFill>
                <a:schemeClr val="tx2">
                  <a:lumMod val="75000"/>
                </a:schemeClr>
              </a:solidFill>
              <a:latin typeface="Comfortaa" pitchFamily="2" charset="0"/>
              <a:cs typeface="Consolas" pitchFamily="49" charset="0"/>
            </a:endParaRPr>
          </a:p>
          <a:p>
            <a:pPr>
              <a:lnSpc>
                <a:spcPct val="100000"/>
              </a:lnSpc>
            </a:pPr>
            <a:r>
              <a:rPr lang="en-US" noProof="1">
                <a:latin typeface="Comfortaa" pitchFamily="2" charset="0"/>
              </a:rPr>
              <a:t>CRU</a:t>
            </a:r>
            <a:r>
              <a:rPr lang="en-US" b="1" noProof="1">
                <a:solidFill>
                  <a:srgbClr val="00B0F0"/>
                </a:solidFill>
                <a:latin typeface="Comfortaa" pitchFamily="2" charset="0"/>
                <a:cs typeface="Consolas" pitchFamily="49" charset="0"/>
              </a:rPr>
              <a:t>D</a:t>
            </a:r>
            <a:r>
              <a:rPr lang="en-US" noProof="1">
                <a:latin typeface="Comfortaa" pitchFamily="2" charset="0"/>
              </a:rPr>
              <a:t> – </a:t>
            </a:r>
            <a:r>
              <a:rPr lang="bg-BG" dirty="0">
                <a:latin typeface="Comfortaa" pitchFamily="2" charset="0"/>
              </a:rPr>
              <a:t>Изтриване /</a:t>
            </a:r>
            <a:r>
              <a:rPr lang="en-US" b="1" noProof="1">
                <a:solidFill>
                  <a:srgbClr val="00B0F0"/>
                </a:solidFill>
                <a:latin typeface="Comfortaa" pitchFamily="2" charset="0"/>
                <a:cs typeface="Consolas" pitchFamily="49" charset="0"/>
              </a:rPr>
              <a:t>Delete</a:t>
            </a:r>
            <a:r>
              <a:rPr lang="bg-BG" dirty="0">
                <a:latin typeface="Comfortaa" pitchFamily="2" charset="0"/>
              </a:rPr>
              <a:t>/ - пример: изтриване на запис в таблицата</a:t>
            </a:r>
            <a:endParaRPr lang="en-US" b="1" noProof="1">
              <a:solidFill>
                <a:schemeClr val="tx2">
                  <a:lumMod val="75000"/>
                </a:schemeClr>
              </a:solidFill>
              <a:latin typeface="Comfortaa" pitchFamily="2" charset="0"/>
              <a:cs typeface="Consolas" pitchFamily="49" charset="0"/>
            </a:endParaRPr>
          </a:p>
          <a:p>
            <a:pPr>
              <a:lnSpc>
                <a:spcPct val="100000"/>
              </a:lnSpc>
            </a:pPr>
            <a:endParaRPr lang="en-US" b="1" noProof="1">
              <a:solidFill>
                <a:schemeClr val="tx2">
                  <a:lumMod val="75000"/>
                </a:schemeClr>
              </a:solidFill>
              <a:latin typeface="Comfortaa" pitchFamily="2" charset="0"/>
              <a:cs typeface="Consolas" pitchFamily="49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>
                <a:latin typeface="Comfortaa" pitchFamily="2" charset="0"/>
              </a:rPr>
              <a:t>Какво са </a:t>
            </a:r>
            <a:r>
              <a:rPr lang="en-US" dirty="0">
                <a:latin typeface="Comfortaa" pitchFamily="2" charset="0"/>
              </a:rPr>
              <a:t>CRUD</a:t>
            </a:r>
            <a:r>
              <a:rPr lang="bg-BG" dirty="0">
                <a:latin typeface="Comfortaa" pitchFamily="2" charset="0"/>
              </a:rPr>
              <a:t> операциите</a:t>
            </a:r>
            <a:r>
              <a:rPr lang="en-US" dirty="0">
                <a:latin typeface="Comfortaa" pitchFamily="2" charset="0"/>
              </a:rPr>
              <a:t>?</a:t>
            </a:r>
            <a:endParaRPr lang="bg-BG" dirty="0">
              <a:latin typeface="Comforta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258331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bg-BG" dirty="0">
                <a:latin typeface="Comfortaa" pitchFamily="2" charset="0"/>
              </a:rPr>
              <a:t>Създайте инстанция на </a:t>
            </a:r>
            <a:r>
              <a:rPr lang="en-US" b="1" noProof="1">
                <a:solidFill>
                  <a:srgbClr val="00B0F0"/>
                </a:solidFill>
                <a:latin typeface="Comfortaa" pitchFamily="2" charset="0"/>
              </a:rPr>
              <a:t>DbContext</a:t>
            </a:r>
            <a:r>
              <a:rPr lang="en-US" dirty="0">
                <a:latin typeface="Comfortaa" pitchFamily="2" charset="0"/>
              </a:rPr>
              <a:t>:</a:t>
            </a:r>
          </a:p>
          <a:p>
            <a:pPr>
              <a:lnSpc>
                <a:spcPct val="100000"/>
              </a:lnSpc>
            </a:pPr>
            <a:endParaRPr lang="en-US" dirty="0">
              <a:solidFill>
                <a:schemeClr val="accent5">
                  <a:lumMod val="20000"/>
                  <a:lumOff val="80000"/>
                </a:schemeClr>
              </a:solidFill>
              <a:latin typeface="Comfortaa" pitchFamily="2" charset="0"/>
            </a:endParaRPr>
          </a:p>
          <a:p>
            <a:pPr lvl="1">
              <a:lnSpc>
                <a:spcPct val="100000"/>
              </a:lnSpc>
            </a:pPr>
            <a:endParaRPr lang="en-US" dirty="0">
              <a:solidFill>
                <a:schemeClr val="accent5">
                  <a:lumMod val="20000"/>
                  <a:lumOff val="80000"/>
                </a:schemeClr>
              </a:solidFill>
              <a:latin typeface="Comfortaa" pitchFamily="2" charset="0"/>
            </a:endParaRPr>
          </a:p>
          <a:p>
            <a:pPr>
              <a:lnSpc>
                <a:spcPct val="100000"/>
              </a:lnSpc>
            </a:pPr>
            <a:r>
              <a:rPr lang="bg-BG" dirty="0">
                <a:latin typeface="Comfortaa" pitchFamily="2" charset="0"/>
              </a:rPr>
              <a:t>В конструктора вие може да подадете низ за връзка към БД</a:t>
            </a:r>
            <a:endParaRPr lang="en-US" dirty="0">
              <a:latin typeface="Comfortaa" pitchFamily="2" charset="0"/>
            </a:endParaRPr>
          </a:p>
          <a:p>
            <a:pPr>
              <a:lnSpc>
                <a:spcPct val="100000"/>
              </a:lnSpc>
            </a:pPr>
            <a:r>
              <a:rPr lang="en-US" b="1" dirty="0" err="1">
                <a:solidFill>
                  <a:srgbClr val="00B0F0"/>
                </a:solidFill>
                <a:latin typeface="Comfortaa" pitchFamily="2" charset="0"/>
              </a:rPr>
              <a:t>DbContext</a:t>
            </a:r>
            <a:r>
              <a:rPr lang="en-US" dirty="0">
                <a:latin typeface="Comfortaa" pitchFamily="2" charset="0"/>
              </a:rPr>
              <a:t> </a:t>
            </a:r>
            <a:r>
              <a:rPr lang="bg-BG" dirty="0">
                <a:latin typeface="Comfortaa" pitchFamily="2" charset="0"/>
              </a:rPr>
              <a:t>свойства</a:t>
            </a:r>
            <a:r>
              <a:rPr lang="en-US" dirty="0">
                <a:latin typeface="Comfortaa" pitchFamily="2" charset="0"/>
              </a:rPr>
              <a:t>:</a:t>
            </a:r>
          </a:p>
          <a:p>
            <a:pPr lvl="1">
              <a:lnSpc>
                <a:spcPct val="100000"/>
              </a:lnSpc>
              <a:spcBef>
                <a:spcPts val="400"/>
              </a:spcBef>
            </a:pPr>
            <a:r>
              <a:rPr lang="bg-BG" dirty="0">
                <a:latin typeface="Comfortaa" pitchFamily="2" charset="0"/>
              </a:rPr>
              <a:t>Всички класове на данни</a:t>
            </a:r>
            <a:r>
              <a:rPr lang="en-US" dirty="0">
                <a:latin typeface="Comfortaa" pitchFamily="2" charset="0"/>
              </a:rPr>
              <a:t> (</a:t>
            </a:r>
            <a:r>
              <a:rPr lang="bg-BG" dirty="0">
                <a:latin typeface="Comfortaa" pitchFamily="2" charset="0"/>
              </a:rPr>
              <a:t>таблици</a:t>
            </a:r>
            <a:r>
              <a:rPr lang="en-US" dirty="0">
                <a:latin typeface="Comfortaa" pitchFamily="2" charset="0"/>
              </a:rPr>
              <a:t>) </a:t>
            </a:r>
            <a:r>
              <a:rPr lang="bg-BG" dirty="0">
                <a:latin typeface="Comfortaa" pitchFamily="2" charset="0"/>
              </a:rPr>
              <a:t>са налични като свойства</a:t>
            </a:r>
            <a:endParaRPr lang="en-US" dirty="0">
              <a:latin typeface="Comfortaa" pitchFamily="2" charset="0"/>
            </a:endParaRPr>
          </a:p>
          <a:p>
            <a:pPr lvl="2">
              <a:lnSpc>
                <a:spcPct val="100000"/>
              </a:lnSpc>
              <a:spcBef>
                <a:spcPts val="400"/>
              </a:spcBef>
            </a:pPr>
            <a:r>
              <a:rPr lang="bg-BG" dirty="0">
                <a:latin typeface="Comfortaa" pitchFamily="2" charset="0"/>
              </a:rPr>
              <a:t>Например:</a:t>
            </a:r>
            <a:r>
              <a:rPr lang="en-US" dirty="0">
                <a:latin typeface="Comfortaa" pitchFamily="2" charset="0"/>
              </a:rPr>
              <a:t> </a:t>
            </a:r>
            <a:r>
              <a:rPr lang="en-US" b="1" noProof="1">
                <a:solidFill>
                  <a:srgbClr val="00B0F0"/>
                </a:solidFill>
                <a:latin typeface="Comfortaa" pitchFamily="2" charset="0"/>
                <a:cs typeface="Consolas" pitchFamily="49" charset="0"/>
              </a:rPr>
              <a:t>DbSet&lt;Employee&gt;</a:t>
            </a:r>
            <a:r>
              <a:rPr lang="en-US" b="1" noProof="1">
                <a:solidFill>
                  <a:srgbClr val="00B0F0"/>
                </a:solidFill>
                <a:latin typeface="Comfortaa" pitchFamily="2" charset="0"/>
              </a:rPr>
              <a:t> </a:t>
            </a:r>
            <a:r>
              <a:rPr lang="en-US" b="1" noProof="1">
                <a:solidFill>
                  <a:srgbClr val="00B0F0"/>
                </a:solidFill>
                <a:latin typeface="Comfortaa" pitchFamily="2" charset="0"/>
                <a:cs typeface="Consolas" pitchFamily="49" charset="0"/>
              </a:rPr>
              <a:t>Employees</a:t>
            </a:r>
            <a:r>
              <a:rPr lang="en-US" b="1" noProof="1">
                <a:solidFill>
                  <a:srgbClr val="00B0F0"/>
                </a:solidFill>
                <a:latin typeface="Comfortaa" pitchFamily="2" charset="0"/>
              </a:rPr>
              <a:t> </a:t>
            </a:r>
            <a:r>
              <a:rPr lang="en-US" b="1" noProof="1">
                <a:solidFill>
                  <a:srgbClr val="00B0F0"/>
                </a:solidFill>
                <a:latin typeface="Comfortaa" pitchFamily="2" charset="0"/>
                <a:cs typeface="Consolas" pitchFamily="49" charset="0"/>
              </a:rPr>
              <a:t>{</a:t>
            </a:r>
            <a:r>
              <a:rPr lang="en-US" b="1" noProof="1">
                <a:solidFill>
                  <a:srgbClr val="00B0F0"/>
                </a:solidFill>
                <a:latin typeface="Comfortaa" pitchFamily="2" charset="0"/>
              </a:rPr>
              <a:t> </a:t>
            </a:r>
            <a:r>
              <a:rPr lang="en-US" b="1" noProof="1">
                <a:solidFill>
                  <a:srgbClr val="00B0F0"/>
                </a:solidFill>
                <a:latin typeface="Comfortaa" pitchFamily="2" charset="0"/>
                <a:cs typeface="Consolas" pitchFamily="49" charset="0"/>
              </a:rPr>
              <a:t>get; }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>
                <a:latin typeface="Comfortaa" pitchFamily="2" charset="0"/>
              </a:rPr>
              <a:t>Използване на </a:t>
            </a:r>
            <a:r>
              <a:rPr lang="en-US" dirty="0" err="1">
                <a:latin typeface="Comfortaa" pitchFamily="2" charset="0"/>
              </a:rPr>
              <a:t>DbContext</a:t>
            </a:r>
            <a:r>
              <a:rPr lang="en-US" dirty="0">
                <a:latin typeface="Comfortaa" pitchFamily="2" charset="0"/>
              </a:rPr>
              <a:t> </a:t>
            </a:r>
            <a:r>
              <a:rPr lang="bg-BG" dirty="0">
                <a:latin typeface="Comfortaa" pitchFamily="2" charset="0"/>
              </a:rPr>
              <a:t>класа</a:t>
            </a:r>
          </a:p>
        </p:txBody>
      </p:sp>
      <p:sp>
        <p:nvSpPr>
          <p:cNvPr id="8" name="Text Placeholder 4"/>
          <p:cNvSpPr txBox="1">
            <a:spLocks/>
          </p:cNvSpPr>
          <p:nvPr/>
        </p:nvSpPr>
        <p:spPr>
          <a:xfrm>
            <a:off x="1065212" y="2562726"/>
            <a:ext cx="10061576" cy="461665"/>
          </a:xfrm>
          <a:prstGeom prst="rect">
            <a:avLst/>
          </a:prstGeom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4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var context = new ItCareerDbContext(connectionString);</a:t>
            </a:r>
          </a:p>
        </p:txBody>
      </p:sp>
    </p:spTree>
    <p:extLst>
      <p:ext uri="{BB962C8B-B14F-4D97-AF65-F5344CB8AC3E}">
        <p14:creationId xmlns:p14="http://schemas.microsoft.com/office/powerpoint/2010/main" val="10720487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943289" y="1537266"/>
            <a:ext cx="9448940" cy="3412106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bg-BG" sz="2000" dirty="0">
                <a:latin typeface="Comfortaa" pitchFamily="2" charset="0"/>
              </a:rPr>
              <a:t>Изпълнение на</a:t>
            </a:r>
            <a:r>
              <a:rPr lang="en-US" sz="2000" dirty="0">
                <a:latin typeface="Comfortaa" pitchFamily="2" charset="0"/>
              </a:rPr>
              <a:t> </a:t>
            </a:r>
            <a:r>
              <a:rPr lang="en-US" sz="2000" b="1" dirty="0">
                <a:solidFill>
                  <a:schemeClr val="tx2">
                    <a:lumMod val="75000"/>
                  </a:schemeClr>
                </a:solidFill>
                <a:latin typeface="Comfortaa" pitchFamily="2" charset="0"/>
              </a:rPr>
              <a:t>LINQ-</a:t>
            </a:r>
            <a:r>
              <a:rPr lang="bg-BG" sz="2000" b="1" dirty="0">
                <a:solidFill>
                  <a:schemeClr val="tx2">
                    <a:lumMod val="75000"/>
                  </a:schemeClr>
                </a:solidFill>
                <a:latin typeface="Comfortaa" pitchFamily="2" charset="0"/>
              </a:rPr>
              <a:t>към</a:t>
            </a:r>
            <a:r>
              <a:rPr lang="en-US" sz="2000" b="1" dirty="0">
                <a:solidFill>
                  <a:schemeClr val="tx2">
                    <a:lumMod val="75000"/>
                  </a:schemeClr>
                </a:solidFill>
                <a:latin typeface="Comfortaa" pitchFamily="2" charset="0"/>
              </a:rPr>
              <a:t>-</a:t>
            </a:r>
            <a:r>
              <a:rPr lang="bg-BG" sz="2000" b="1" dirty="0">
                <a:solidFill>
                  <a:schemeClr val="tx2">
                    <a:lumMod val="75000"/>
                  </a:schemeClr>
                </a:solidFill>
                <a:latin typeface="Comfortaa" pitchFamily="2" charset="0"/>
              </a:rPr>
              <a:t>Данни</a:t>
            </a:r>
            <a:r>
              <a:rPr lang="en-US" sz="2000" dirty="0">
                <a:latin typeface="Comfortaa" pitchFamily="2" charset="0"/>
              </a:rPr>
              <a:t> </a:t>
            </a:r>
            <a:r>
              <a:rPr lang="bg-BG" sz="2000" dirty="0">
                <a:latin typeface="Comfortaa" pitchFamily="2" charset="0"/>
              </a:rPr>
              <a:t>заявка чрез клас от данни</a:t>
            </a:r>
            <a:r>
              <a:rPr lang="en-US" sz="2000" dirty="0">
                <a:latin typeface="Comfortaa" pitchFamily="2" charset="0"/>
              </a:rPr>
              <a:t>:</a:t>
            </a:r>
          </a:p>
          <a:p>
            <a:pPr>
              <a:lnSpc>
                <a:spcPct val="100000"/>
              </a:lnSpc>
            </a:pPr>
            <a:endParaRPr lang="en-US" sz="2000" dirty="0">
              <a:solidFill>
                <a:schemeClr val="accent5">
                  <a:lumMod val="20000"/>
                  <a:lumOff val="80000"/>
                </a:schemeClr>
              </a:solidFill>
              <a:latin typeface="Comfortaa" pitchFamily="2" charset="0"/>
            </a:endParaRPr>
          </a:p>
          <a:p>
            <a:pPr>
              <a:lnSpc>
                <a:spcPct val="100000"/>
              </a:lnSpc>
            </a:pPr>
            <a:endParaRPr lang="en-US" sz="2000" dirty="0">
              <a:solidFill>
                <a:schemeClr val="accent5">
                  <a:lumMod val="20000"/>
                  <a:lumOff val="80000"/>
                </a:schemeClr>
              </a:solidFill>
              <a:latin typeface="Comfortaa" pitchFamily="2" charset="0"/>
            </a:endParaRPr>
          </a:p>
          <a:p>
            <a:pPr>
              <a:lnSpc>
                <a:spcPct val="100000"/>
              </a:lnSpc>
            </a:pPr>
            <a:endParaRPr lang="en-US" sz="2000" dirty="0">
              <a:solidFill>
                <a:schemeClr val="accent5">
                  <a:lumMod val="20000"/>
                  <a:lumOff val="80000"/>
                </a:schemeClr>
              </a:solidFill>
              <a:latin typeface="Comfortaa" pitchFamily="2" charset="0"/>
            </a:endParaRPr>
          </a:p>
          <a:p>
            <a:pPr>
              <a:lnSpc>
                <a:spcPct val="100000"/>
              </a:lnSpc>
            </a:pPr>
            <a:endParaRPr lang="en-US" sz="2000" dirty="0">
              <a:solidFill>
                <a:schemeClr val="accent5">
                  <a:lumMod val="20000"/>
                  <a:lumOff val="80000"/>
                </a:schemeClr>
              </a:solidFill>
              <a:latin typeface="Comfortaa" pitchFamily="2" charset="0"/>
            </a:endParaRPr>
          </a:p>
          <a:p>
            <a:pPr>
              <a:lnSpc>
                <a:spcPct val="100000"/>
              </a:lnSpc>
            </a:pPr>
            <a:endParaRPr lang="en-US" sz="2000" dirty="0">
              <a:solidFill>
                <a:schemeClr val="accent5">
                  <a:lumMod val="20000"/>
                  <a:lumOff val="80000"/>
                </a:schemeClr>
              </a:solidFill>
              <a:latin typeface="Comfortaa" pitchFamily="2" charset="0"/>
            </a:endParaRPr>
          </a:p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chemeClr val="tx2">
                    <a:lumMod val="75000"/>
                  </a:schemeClr>
                </a:solidFill>
                <a:latin typeface="Comfortaa" pitchFamily="2" charset="0"/>
              </a:rPr>
              <a:t>Employees</a:t>
            </a:r>
            <a:r>
              <a:rPr lang="en-US" sz="2000" dirty="0">
                <a:latin typeface="Comfortaa" pitchFamily="2" charset="0"/>
              </a:rPr>
              <a:t> </a:t>
            </a:r>
            <a:r>
              <a:rPr lang="bg-BG" sz="2000" dirty="0">
                <a:latin typeface="Comfortaa" pitchFamily="2" charset="0"/>
              </a:rPr>
              <a:t>свойство в </a:t>
            </a:r>
            <a:r>
              <a:rPr lang="en-US" sz="2000" b="1" noProof="1">
                <a:solidFill>
                  <a:schemeClr val="tx2">
                    <a:lumMod val="75000"/>
                  </a:schemeClr>
                </a:solidFill>
                <a:latin typeface="Comfortaa" pitchFamily="2" charset="0"/>
                <a:cs typeface="Consolas" pitchFamily="49" charset="0"/>
              </a:rPr>
              <a:t>DbContext</a:t>
            </a:r>
            <a:r>
              <a:rPr lang="en-US" sz="2000" dirty="0">
                <a:latin typeface="Comfortaa" pitchFamily="2" charset="0"/>
              </a:rPr>
              <a:t>: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0474" y="211702"/>
            <a:ext cx="8953005" cy="1325563"/>
          </a:xfrm>
        </p:spPr>
        <p:txBody>
          <a:bodyPr>
            <a:normAutofit/>
          </a:bodyPr>
          <a:lstStyle/>
          <a:p>
            <a:r>
              <a:rPr lang="bg-BG" sz="3600" dirty="0">
                <a:latin typeface="Comfortaa" pitchFamily="2" charset="0"/>
              </a:rPr>
              <a:t>Прочитане на информацията чрез</a:t>
            </a:r>
            <a:r>
              <a:rPr lang="en-US" sz="3600" dirty="0">
                <a:latin typeface="Comfortaa" pitchFamily="2" charset="0"/>
              </a:rPr>
              <a:t> LINQ </a:t>
            </a:r>
            <a:r>
              <a:rPr lang="bg-BG" sz="3600" dirty="0">
                <a:latin typeface="Comfortaa" pitchFamily="2" charset="0"/>
              </a:rPr>
              <a:t>заявка</a:t>
            </a:r>
          </a:p>
        </p:txBody>
      </p:sp>
      <p:sp>
        <p:nvSpPr>
          <p:cNvPr id="7" name="Text Placeholder 5"/>
          <p:cNvSpPr txBox="1">
            <a:spLocks/>
          </p:cNvSpPr>
          <p:nvPr/>
        </p:nvSpPr>
        <p:spPr>
          <a:xfrm>
            <a:off x="1308669" y="4647530"/>
            <a:ext cx="9083559" cy="1920526"/>
          </a:xfrm>
          <a:prstGeom prst="rect">
            <a:avLst/>
          </a:prstGeom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>
            <a:defPPr>
              <a:defRPr lang="en-US"/>
            </a:defPPr>
            <a:lvl1pPr lvl="0" eaLnBrk="0" hangingPunct="0">
              <a:spcBef>
                <a:spcPts val="0"/>
              </a:spcBef>
              <a:buClr>
                <a:schemeClr val="accent5">
                  <a:lumMod val="40000"/>
                  <a:lumOff val="60000"/>
                </a:schemeClr>
              </a:buClr>
              <a:buSzPct val="70000"/>
              <a:defRPr sz="2000" b="1">
                <a:solidFill>
                  <a:srgbClr val="8CF4F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defRPr>
            </a:lvl1pPr>
          </a:lstStyle>
          <a:p>
            <a:pPr>
              <a:lnSpc>
                <a:spcPct val="90000"/>
              </a:lnSpc>
            </a:pPr>
            <a:r>
              <a:rPr lang="en-US" sz="2200" noProof="1">
                <a:solidFill>
                  <a:schemeClr val="bg1"/>
                </a:solidFill>
                <a:effectLst/>
              </a:rPr>
              <a:t>public class ItCareerDbContext : DbContext</a:t>
            </a:r>
          </a:p>
          <a:p>
            <a:pPr>
              <a:lnSpc>
                <a:spcPct val="90000"/>
              </a:lnSpc>
            </a:pPr>
            <a:r>
              <a:rPr lang="en-US" sz="2200" noProof="1">
                <a:solidFill>
                  <a:schemeClr val="bg1"/>
                </a:solidFill>
                <a:effectLst/>
              </a:rPr>
              <a:t>{</a:t>
            </a:r>
          </a:p>
          <a:p>
            <a:pPr>
              <a:lnSpc>
                <a:spcPct val="90000"/>
              </a:lnSpc>
            </a:pPr>
            <a:r>
              <a:rPr lang="en-US" sz="2200" noProof="1">
                <a:solidFill>
                  <a:schemeClr val="bg1"/>
                </a:solidFill>
                <a:effectLst/>
              </a:rPr>
              <a:t>  </a:t>
            </a:r>
            <a:r>
              <a:rPr lang="en-US" sz="2200" noProof="1">
                <a:solidFill>
                  <a:srgbClr val="00B0F0"/>
                </a:solidFill>
                <a:effectLst/>
              </a:rPr>
              <a:t>public DbSet&lt;Employee&gt; Employees { get; }</a:t>
            </a:r>
          </a:p>
          <a:p>
            <a:pPr>
              <a:lnSpc>
                <a:spcPct val="90000"/>
              </a:lnSpc>
            </a:pPr>
            <a:r>
              <a:rPr lang="en-US" sz="2200" noProof="1">
                <a:solidFill>
                  <a:schemeClr val="bg1"/>
                </a:solidFill>
                <a:effectLst/>
              </a:rPr>
              <a:t>  public DbSet&lt;Project&gt; Projects { get; }</a:t>
            </a:r>
          </a:p>
          <a:p>
            <a:pPr>
              <a:lnSpc>
                <a:spcPct val="90000"/>
              </a:lnSpc>
            </a:pPr>
            <a:r>
              <a:rPr lang="en-US" sz="2200" noProof="1">
                <a:solidFill>
                  <a:schemeClr val="bg1"/>
                </a:solidFill>
                <a:effectLst/>
              </a:rPr>
              <a:t>  public DbSet&lt;Department&gt; Departments { get; }</a:t>
            </a:r>
          </a:p>
          <a:p>
            <a:pPr>
              <a:lnSpc>
                <a:spcPct val="90000"/>
              </a:lnSpc>
            </a:pPr>
            <a:r>
              <a:rPr lang="en-US" sz="2200" noProof="1">
                <a:solidFill>
                  <a:schemeClr val="bg1"/>
                </a:solidFill>
                <a:effectLst/>
              </a:rPr>
              <a:t>}</a:t>
            </a:r>
          </a:p>
        </p:txBody>
      </p:sp>
      <p:sp>
        <p:nvSpPr>
          <p:cNvPr id="11" name="Text Placeholder 5"/>
          <p:cNvSpPr txBox="1">
            <a:spLocks/>
          </p:cNvSpPr>
          <p:nvPr/>
        </p:nvSpPr>
        <p:spPr>
          <a:xfrm>
            <a:off x="1308669" y="2064223"/>
            <a:ext cx="9083559" cy="1920526"/>
          </a:xfrm>
          <a:prstGeom prst="rect">
            <a:avLst/>
          </a:prstGeom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eaLnBrk="0" hangingPunct="0">
              <a:lnSpc>
                <a:spcPct val="90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2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var context = new ItCareerDbContext(connectionString)</a:t>
            </a:r>
          </a:p>
          <a:p>
            <a:pPr eaLnBrk="0" hangingPunct="0">
              <a:lnSpc>
                <a:spcPct val="90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endParaRPr lang="en-US" sz="2200" b="1" noProof="1">
              <a:solidFill>
                <a:schemeClr val="bg1"/>
              </a:solidFill>
              <a:latin typeface="Consolas" pitchFamily="49" charset="0"/>
              <a:cs typeface="Consolas" pitchFamily="49" charset="0"/>
            </a:endParaRPr>
          </a:p>
          <a:p>
            <a:pPr eaLnBrk="0" hangingPunct="0">
              <a:lnSpc>
                <a:spcPct val="90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2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var employees = context.Employees</a:t>
            </a:r>
          </a:p>
          <a:p>
            <a:pPr eaLnBrk="0" hangingPunct="0">
              <a:lnSpc>
                <a:spcPct val="90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2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.Where(e =&gt; e.JobTitle == "Design Engineer")</a:t>
            </a:r>
          </a:p>
          <a:p>
            <a:pPr eaLnBrk="0" hangingPunct="0">
              <a:lnSpc>
                <a:spcPct val="90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2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.ToArray();</a:t>
            </a:r>
          </a:p>
          <a:p>
            <a:pPr eaLnBrk="0" hangingPunct="0">
              <a:lnSpc>
                <a:spcPct val="90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endParaRPr lang="en-US" sz="2200" b="1" noProof="1">
              <a:solidFill>
                <a:schemeClr val="bg1"/>
              </a:solidFill>
              <a:latin typeface="Consolas" pitchFamily="49" charset="0"/>
              <a:cs typeface="Consolas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207701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23686" y="1944917"/>
            <a:ext cx="10728212" cy="4401456"/>
          </a:xfrm>
        </p:spPr>
        <p:txBody>
          <a:bodyPr>
            <a:normAutofit/>
          </a:bodyPr>
          <a:lstStyle/>
          <a:p>
            <a:r>
              <a:rPr lang="bg-BG" sz="2400" dirty="0">
                <a:latin typeface="Comfortaa" pitchFamily="2" charset="0"/>
              </a:rPr>
              <a:t>Можем и да ползваме</a:t>
            </a:r>
            <a:r>
              <a:rPr lang="bg-BG" sz="2400" dirty="0">
                <a:solidFill>
                  <a:schemeClr val="tx2">
                    <a:lumMod val="75000"/>
                  </a:schemeClr>
                </a:solidFill>
                <a:latin typeface="Comfortaa" pitchFamily="2" charset="0"/>
              </a:rPr>
              <a:t> разширяващите методи</a:t>
            </a:r>
            <a:r>
              <a:rPr lang="en-US" sz="2400" dirty="0">
                <a:solidFill>
                  <a:schemeClr val="tx2">
                    <a:lumMod val="75000"/>
                  </a:schemeClr>
                </a:solidFill>
                <a:latin typeface="Comfortaa" pitchFamily="2" charset="0"/>
              </a:rPr>
              <a:t> </a:t>
            </a:r>
            <a:r>
              <a:rPr lang="bg-BG" sz="2400" dirty="0">
                <a:latin typeface="Comfortaa" pitchFamily="2" charset="0"/>
              </a:rPr>
              <a:t>за заявка</a:t>
            </a:r>
            <a:endParaRPr lang="en-US" sz="2400" dirty="0">
              <a:latin typeface="Comfortaa" pitchFamily="2" charset="0"/>
            </a:endParaRPr>
          </a:p>
          <a:p>
            <a:endParaRPr lang="bg-BG" sz="2400" dirty="0">
              <a:latin typeface="Comfortaa" pitchFamily="2" charset="0"/>
            </a:endParaRPr>
          </a:p>
          <a:p>
            <a:endParaRPr lang="en-US" sz="2400" dirty="0">
              <a:latin typeface="Comfortaa" pitchFamily="2" charset="0"/>
            </a:endParaRPr>
          </a:p>
          <a:p>
            <a:endParaRPr lang="en-US" sz="2400" dirty="0">
              <a:latin typeface="Comfortaa" pitchFamily="2" charset="0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</a:pPr>
            <a:endParaRPr lang="en-US" sz="2400" dirty="0">
              <a:latin typeface="Comfortaa" pitchFamily="2" charset="0"/>
            </a:endParaRPr>
          </a:p>
          <a:p>
            <a:pPr>
              <a:spcBef>
                <a:spcPts val="3000"/>
              </a:spcBef>
            </a:pPr>
            <a:r>
              <a:rPr lang="bg-BG" sz="2400" dirty="0">
                <a:latin typeface="Comfortaa" pitchFamily="2" charset="0"/>
              </a:rPr>
              <a:t>Намиране на елемент по </a:t>
            </a:r>
            <a:r>
              <a:rPr lang="en-US" sz="2400" b="1" dirty="0">
                <a:solidFill>
                  <a:schemeClr val="tx2">
                    <a:lumMod val="75000"/>
                  </a:schemeClr>
                </a:solidFill>
                <a:latin typeface="Comfortaa" pitchFamily="2" charset="0"/>
                <a:cs typeface="Consolas" panose="020B0609020204030204" pitchFamily="49" charset="0"/>
              </a:rPr>
              <a:t>ID</a:t>
            </a:r>
          </a:p>
          <a:p>
            <a:endParaRPr lang="en-US" sz="2400" dirty="0">
              <a:latin typeface="Comfortaa" pitchFamily="2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3686" y="539297"/>
            <a:ext cx="10515600" cy="1325563"/>
          </a:xfrm>
        </p:spPr>
        <p:txBody>
          <a:bodyPr>
            <a:normAutofit/>
          </a:bodyPr>
          <a:lstStyle/>
          <a:p>
            <a:r>
              <a:rPr lang="bg-BG" dirty="0">
                <a:latin typeface="Comfortaa" pitchFamily="2" charset="0"/>
              </a:rPr>
              <a:t>Прочитане на информация с </a:t>
            </a:r>
            <a:r>
              <a:rPr lang="en-US" dirty="0">
                <a:latin typeface="Comfortaa" pitchFamily="2" charset="0"/>
              </a:rPr>
              <a:t>LINQ </a:t>
            </a:r>
            <a:r>
              <a:rPr lang="bg-BG" dirty="0">
                <a:latin typeface="Comfortaa" pitchFamily="2" charset="0"/>
              </a:rPr>
              <a:t>заявка</a:t>
            </a:r>
            <a:endParaRPr lang="en-US" dirty="0">
              <a:latin typeface="Comfortaa" pitchFamily="2" charset="0"/>
            </a:endParaRPr>
          </a:p>
        </p:txBody>
      </p:sp>
      <p:sp>
        <p:nvSpPr>
          <p:cNvPr id="5" name="Text Placeholder 5"/>
          <p:cNvSpPr txBox="1">
            <a:spLocks/>
          </p:cNvSpPr>
          <p:nvPr/>
        </p:nvSpPr>
        <p:spPr>
          <a:xfrm>
            <a:off x="1178538" y="4996301"/>
            <a:ext cx="9591062" cy="1089529"/>
          </a:xfrm>
          <a:prstGeom prst="rect">
            <a:avLst/>
          </a:prstGeom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eaLnBrk="0" hangingPunct="0">
              <a:lnSpc>
                <a:spcPct val="90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4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var context = new SoftUniEntities()</a:t>
            </a:r>
          </a:p>
          <a:p>
            <a:pPr eaLnBrk="0" hangingPunct="0">
              <a:lnSpc>
                <a:spcPct val="90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4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var project = context.Projects.Single(e =&gt; e.Id == 2);</a:t>
            </a:r>
          </a:p>
          <a:p>
            <a:pPr eaLnBrk="0" hangingPunct="0">
              <a:lnSpc>
                <a:spcPct val="90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4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Console.WriteLine(project.Name);</a:t>
            </a:r>
          </a:p>
        </p:txBody>
      </p:sp>
      <p:sp>
        <p:nvSpPr>
          <p:cNvPr id="6" name="Text Placeholder 5"/>
          <p:cNvSpPr txBox="1">
            <a:spLocks/>
          </p:cNvSpPr>
          <p:nvPr/>
        </p:nvSpPr>
        <p:spPr>
          <a:xfrm>
            <a:off x="1178538" y="2499846"/>
            <a:ext cx="9591062" cy="1754326"/>
          </a:xfrm>
          <a:prstGeom prst="rect">
            <a:avLst/>
          </a:prstGeom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eaLnBrk="0" hangingPunct="0">
              <a:lnSpc>
                <a:spcPct val="90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4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var context = new SoftUniDbContext(connectionString)</a:t>
            </a:r>
          </a:p>
          <a:p>
            <a:pPr eaLnBrk="0" hangingPunct="0">
              <a:lnSpc>
                <a:spcPct val="90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4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var employees = context.Employees</a:t>
            </a:r>
          </a:p>
          <a:p>
            <a:pPr eaLnBrk="0" hangingPunct="0">
              <a:lnSpc>
                <a:spcPct val="90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4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.Where(c =&gt; c.JobTitle == "Design Engineering")</a:t>
            </a:r>
          </a:p>
          <a:p>
            <a:pPr eaLnBrk="0" hangingPunct="0">
              <a:lnSpc>
                <a:spcPct val="90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4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.Select(c =&gt; c.FirstName)</a:t>
            </a:r>
          </a:p>
          <a:p>
            <a:pPr eaLnBrk="0" hangingPunct="0">
              <a:lnSpc>
                <a:spcPct val="90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4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.ToList();</a:t>
            </a:r>
          </a:p>
        </p:txBody>
      </p:sp>
    </p:spTree>
    <p:extLst>
      <p:ext uri="{BB962C8B-B14F-4D97-AF65-F5344CB8AC3E}">
        <p14:creationId xmlns:p14="http://schemas.microsoft.com/office/powerpoint/2010/main" val="3412907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/>
          <p:cNvSpPr>
            <a:spLocks noGrp="1"/>
          </p:cNvSpPr>
          <p:nvPr>
            <p:ph idx="1"/>
          </p:nvPr>
        </p:nvSpPr>
        <p:spPr>
          <a:xfrm>
            <a:off x="838200" y="1528307"/>
            <a:ext cx="10515600" cy="4351338"/>
          </a:xfrm>
        </p:spPr>
        <p:txBody>
          <a:bodyPr>
            <a:normAutofit/>
          </a:bodyPr>
          <a:lstStyle/>
          <a:p>
            <a:r>
              <a:rPr lang="bg-BG" noProof="1">
                <a:latin typeface="Comfortaa" pitchFamily="2" charset="0"/>
              </a:rPr>
              <a:t>За да създадете нов запис в таблицата в БД, ползвайте метод</a:t>
            </a:r>
            <a:r>
              <a:rPr lang="en-US" noProof="1">
                <a:latin typeface="Comfortaa" pitchFamily="2" charset="0"/>
              </a:rPr>
              <a:t> </a:t>
            </a:r>
            <a:r>
              <a:rPr lang="en-US" b="1" noProof="1">
                <a:solidFill>
                  <a:srgbClr val="00B0F0"/>
                </a:solidFill>
                <a:latin typeface="Comfortaa" pitchFamily="2" charset="0"/>
                <a:cs typeface="Consolas" panose="020B0609020204030204" pitchFamily="49" charset="0"/>
              </a:rPr>
              <a:t>Add</a:t>
            </a:r>
            <a:r>
              <a:rPr lang="en-US" b="1" noProof="1">
                <a:solidFill>
                  <a:schemeClr val="tx2">
                    <a:lumMod val="75000"/>
                  </a:schemeClr>
                </a:solidFill>
                <a:latin typeface="Comfortaa" pitchFamily="2" charset="0"/>
                <a:cs typeface="Consolas" panose="020B0609020204030204" pitchFamily="49" charset="0"/>
              </a:rPr>
              <a:t>(…)</a:t>
            </a:r>
            <a:r>
              <a:rPr lang="bg-BG" noProof="1">
                <a:latin typeface="Comfortaa" pitchFamily="2" charset="0"/>
              </a:rPr>
              <a:t> на съответния</a:t>
            </a:r>
            <a:r>
              <a:rPr lang="en-US" dirty="0">
                <a:latin typeface="Comfortaa" pitchFamily="2" charset="0"/>
              </a:rPr>
              <a:t> </a:t>
            </a:r>
            <a:r>
              <a:rPr lang="en-US" b="1" noProof="1">
                <a:solidFill>
                  <a:srgbClr val="00B0F0"/>
                </a:solidFill>
                <a:latin typeface="Comfortaa" pitchFamily="2" charset="0"/>
              </a:rPr>
              <a:t>DbSet</a:t>
            </a:r>
            <a:r>
              <a:rPr lang="en-US" noProof="1">
                <a:latin typeface="Comfortaa" pitchFamily="2" charset="0"/>
              </a:rPr>
              <a:t>: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bg-BG" dirty="0">
                <a:latin typeface="Comfortaa" pitchFamily="2" charset="0"/>
              </a:rPr>
              <a:t>Създаване на нови данни</a:t>
            </a:r>
          </a:p>
        </p:txBody>
      </p:sp>
      <p:sp>
        <p:nvSpPr>
          <p:cNvPr id="7" name="Text Placeholder 5"/>
          <p:cNvSpPr txBox="1">
            <a:spLocks/>
          </p:cNvSpPr>
          <p:nvPr/>
        </p:nvSpPr>
        <p:spPr>
          <a:xfrm>
            <a:off x="1179738" y="2613343"/>
            <a:ext cx="9259662" cy="3539430"/>
          </a:xfrm>
          <a:prstGeom prst="rect">
            <a:avLst/>
          </a:prstGeom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8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var project = new Project()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8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{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8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Name = "Judge System"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8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};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endParaRPr lang="en-US" sz="2800" b="1" noProof="1">
              <a:solidFill>
                <a:schemeClr val="bg1"/>
              </a:solidFill>
              <a:latin typeface="Consolas" pitchFamily="49" charset="0"/>
              <a:cs typeface="Consolas" pitchFamily="49" charset="0"/>
            </a:endParaRP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8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context.Projects.</a:t>
            </a:r>
            <a:r>
              <a:rPr lang="en-US" sz="2800" b="1" noProof="1">
                <a:solidFill>
                  <a:srgbClr val="00B0F0"/>
                </a:solidFill>
                <a:latin typeface="Consolas" pitchFamily="49" charset="0"/>
                <a:cs typeface="Consolas" pitchFamily="49" charset="0"/>
              </a:rPr>
              <a:t>Add</a:t>
            </a:r>
            <a:r>
              <a:rPr lang="en-US" sz="28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(project);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endParaRPr lang="en-US" sz="2800" b="1" noProof="1">
              <a:solidFill>
                <a:schemeClr val="bg1"/>
              </a:solidFill>
              <a:latin typeface="Consolas" pitchFamily="49" charset="0"/>
              <a:cs typeface="Consolas" pitchFamily="49" charset="0"/>
            </a:endParaRP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8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context.</a:t>
            </a:r>
            <a:r>
              <a:rPr lang="en-US" sz="2800" b="1" noProof="1">
                <a:solidFill>
                  <a:srgbClr val="00B0F0"/>
                </a:solidFill>
                <a:latin typeface="Consolas" pitchFamily="49" charset="0"/>
                <a:cs typeface="Consolas" pitchFamily="49" charset="0"/>
              </a:rPr>
              <a:t>SaveChanges</a:t>
            </a:r>
            <a:r>
              <a:rPr lang="en-US" sz="28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();</a:t>
            </a:r>
          </a:p>
        </p:txBody>
      </p:sp>
      <p:sp>
        <p:nvSpPr>
          <p:cNvPr id="9" name="Content Placeholder 5"/>
          <p:cNvSpPr txBox="1">
            <a:spLocks/>
          </p:cNvSpPr>
          <p:nvPr/>
        </p:nvSpPr>
        <p:spPr>
          <a:xfrm>
            <a:off x="1752600" y="5524500"/>
            <a:ext cx="8686800" cy="1104900"/>
          </a:xfrm>
          <a:prstGeom prst="rect">
            <a:avLst/>
          </a:prstGeom>
        </p:spPr>
        <p:txBody>
          <a:bodyPr/>
          <a:lstStyle>
            <a:lvl1pPr marL="282575" indent="-282575" algn="l" rtl="0" eaLnBrk="1" fontAlgn="base" hangingPunct="1">
              <a:lnSpc>
                <a:spcPts val="3800"/>
              </a:lnSpc>
              <a:spcBef>
                <a:spcPts val="600"/>
              </a:spcBef>
              <a:spcAft>
                <a:spcPts val="600"/>
              </a:spcAft>
              <a:buClr>
                <a:schemeClr val="accent5">
                  <a:lumMod val="40000"/>
                  <a:lumOff val="60000"/>
                </a:schemeClr>
              </a:buClr>
              <a:buSzPct val="70000"/>
              <a:buFont typeface="Wingdings 2" pitchFamily="18" charset="2"/>
              <a:buChar char=""/>
              <a:tabLst>
                <a:tab pos="282575" algn="l"/>
              </a:tabLst>
              <a:defRPr sz="3200" b="1" kern="1200">
                <a:solidFill>
                  <a:srgbClr val="EBFFD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  <a:ea typeface="+mn-ea"/>
                <a:cs typeface="+mn-cs"/>
              </a:defRPr>
            </a:lvl1pPr>
            <a:lvl2pPr marL="630238" indent="-273050" algn="l" rtl="0" eaLnBrk="1" fontAlgn="base" hangingPunct="1">
              <a:lnSpc>
                <a:spcPts val="3800"/>
              </a:lnSpc>
              <a:spcBef>
                <a:spcPts val="600"/>
              </a:spcBef>
              <a:spcAft>
                <a:spcPts val="600"/>
              </a:spcAft>
              <a:buClr>
                <a:srgbClr val="8FD600"/>
              </a:buClr>
              <a:buFont typeface="Wingdings 2" pitchFamily="18" charset="2"/>
              <a:buChar char=""/>
              <a:defRPr sz="3000" b="1" kern="1200">
                <a:solidFill>
                  <a:schemeClr val="tx1">
                    <a:lumMod val="40000"/>
                    <a:lumOff val="6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  <a:ea typeface="+mn-ea"/>
                <a:cs typeface="+mn-cs"/>
              </a:defRPr>
            </a:lvl2pPr>
            <a:lvl3pPr marL="922338" indent="-273050" algn="l" rtl="0" eaLnBrk="1" fontAlgn="base" hangingPunct="1">
              <a:lnSpc>
                <a:spcPts val="3800"/>
              </a:lnSpc>
              <a:spcBef>
                <a:spcPts val="600"/>
              </a:spcBef>
              <a:spcAft>
                <a:spcPts val="600"/>
              </a:spcAft>
              <a:buClr>
                <a:srgbClr val="FFAD9F"/>
              </a:buClr>
              <a:buFont typeface="Wingdings 2" pitchFamily="18" charset="2"/>
              <a:buChar char=""/>
              <a:defRPr sz="2800" b="1" kern="1200">
                <a:solidFill>
                  <a:srgbClr val="F5FFC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  <a:ea typeface="+mn-ea"/>
                <a:cs typeface="+mn-cs"/>
              </a:defRPr>
            </a:lvl3pPr>
            <a:lvl4pPr marL="1187450" indent="-228600" algn="l" rtl="0" eaLnBrk="1" fontAlgn="base" hangingPunct="1">
              <a:lnSpc>
                <a:spcPts val="3800"/>
              </a:lnSpc>
              <a:spcBef>
                <a:spcPts val="600"/>
              </a:spcBef>
              <a:spcAft>
                <a:spcPts val="600"/>
              </a:spcAft>
              <a:buClr>
                <a:srgbClr val="FACF82"/>
              </a:buClr>
              <a:buFont typeface="Wingdings 2" pitchFamily="18" charset="2"/>
              <a:buChar char=""/>
              <a:defRPr sz="2600" b="1" kern="1200">
                <a:solidFill>
                  <a:schemeClr val="tx1">
                    <a:lumMod val="40000"/>
                    <a:lumOff val="6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  <a:ea typeface="+mn-ea"/>
                <a:cs typeface="+mn-cs"/>
              </a:defRPr>
            </a:lvl4pPr>
            <a:lvl5pPr marL="1425575" indent="-228600" algn="l" rtl="0" eaLnBrk="1" fontAlgn="base" hangingPunct="1">
              <a:lnSpc>
                <a:spcPts val="3800"/>
              </a:lnSpc>
              <a:spcBef>
                <a:spcPts val="600"/>
              </a:spcBef>
              <a:spcAft>
                <a:spcPts val="600"/>
              </a:spcAft>
              <a:buClr>
                <a:srgbClr val="46A6BD"/>
              </a:buClr>
              <a:buFont typeface="Wingdings 2" pitchFamily="18" charset="2"/>
              <a:buChar char=""/>
              <a:defRPr sz="2400" b="1" kern="1200">
                <a:solidFill>
                  <a:schemeClr val="tx1">
                    <a:lumMod val="40000"/>
                    <a:lumOff val="6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  <a:ea typeface="+mn-ea"/>
                <a:cs typeface="+mn-cs"/>
              </a:defRPr>
            </a:lvl5pPr>
            <a:lvl6pPr marL="1673352" indent="-22860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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911096" indent="-228600" algn="l" rtl="0" eaLnBrk="1" latinLnBrk="0" hangingPunct="1">
              <a:spcBef>
                <a:spcPct val="20000"/>
              </a:spcBef>
              <a:buClr>
                <a:schemeClr val="tx2"/>
              </a:buClr>
              <a:buFont typeface="Wingdings 2"/>
              <a:buChar char="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21408" indent="-182880" algn="l" rtl="0" eaLnBrk="1" latinLnBrk="0" hangingPunct="1">
              <a:spcBef>
                <a:spcPct val="20000"/>
              </a:spcBef>
              <a:buClr>
                <a:schemeClr val="tx2"/>
              </a:buClr>
              <a:buFont typeface="Wingdings 2"/>
              <a:buChar char="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322576" indent="-182880" algn="l" rtl="0" eaLnBrk="1" latinLnBrk="0" hangingPunct="1">
              <a:spcBef>
                <a:spcPct val="20000"/>
              </a:spcBef>
              <a:buClr>
                <a:schemeClr val="tx2"/>
              </a:buClr>
              <a:buFont typeface="Wingdings 2"/>
              <a:buChar char="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endParaRPr lang="bg-BG" dirty="0"/>
          </a:p>
        </p:txBody>
      </p:sp>
      <p:sp>
        <p:nvSpPr>
          <p:cNvPr id="10" name="AutoShape 7"/>
          <p:cNvSpPr>
            <a:spLocks noChangeArrowheads="1"/>
          </p:cNvSpPr>
          <p:nvPr/>
        </p:nvSpPr>
        <p:spPr bwMode="auto">
          <a:xfrm>
            <a:off x="6850821" y="5446327"/>
            <a:ext cx="4434035" cy="535755"/>
          </a:xfrm>
          <a:prstGeom prst="wedgeRoundRectCallout">
            <a:avLst>
              <a:gd name="adj1" fmla="val -76949"/>
              <a:gd name="adj2" fmla="val 37306"/>
              <a:gd name="adj3" fmla="val 16667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eaLnBrk="0" hangingPunct="0">
              <a:lnSpc>
                <a:spcPts val="3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bg-BG" sz="2000" noProof="1">
                <a:solidFill>
                  <a:schemeClr val="bg1"/>
                </a:solidFill>
                <a:latin typeface="Comfortaa" pitchFamily="2" charset="0"/>
                <a:cs typeface="Consolas" pitchFamily="49" charset="0"/>
              </a:rPr>
              <a:t>Изпълняваме </a:t>
            </a:r>
            <a:r>
              <a:rPr lang="en-US" sz="2000" noProof="1">
                <a:solidFill>
                  <a:schemeClr val="bg1"/>
                </a:solidFill>
                <a:latin typeface="Comfortaa" pitchFamily="2" charset="0"/>
                <a:cs typeface="Consolas" pitchFamily="49" charset="0"/>
              </a:rPr>
              <a:t>SQL </a:t>
            </a:r>
            <a:r>
              <a:rPr lang="bg-BG" sz="2000" noProof="1">
                <a:solidFill>
                  <a:schemeClr val="bg1"/>
                </a:solidFill>
                <a:latin typeface="Comfortaa" pitchFamily="2" charset="0"/>
                <a:cs typeface="Consolas" pitchFamily="49" charset="0"/>
              </a:rPr>
              <a:t>заявките</a:t>
            </a:r>
            <a:endParaRPr lang="en-US" sz="2000" noProof="1">
              <a:solidFill>
                <a:schemeClr val="bg1"/>
              </a:solidFill>
              <a:latin typeface="Comfortaa" pitchFamily="2" charset="0"/>
              <a:cs typeface="Consolas" pitchFamily="49" charset="0"/>
            </a:endParaRPr>
          </a:p>
        </p:txBody>
      </p:sp>
      <p:sp>
        <p:nvSpPr>
          <p:cNvPr id="11" name="AutoShape 7"/>
          <p:cNvSpPr>
            <a:spLocks noChangeArrowheads="1"/>
          </p:cNvSpPr>
          <p:nvPr/>
        </p:nvSpPr>
        <p:spPr bwMode="auto">
          <a:xfrm>
            <a:off x="6850821" y="2896395"/>
            <a:ext cx="4502979" cy="652348"/>
          </a:xfrm>
          <a:prstGeom prst="wedgeRoundRectCallout">
            <a:avLst>
              <a:gd name="adj1" fmla="val -55335"/>
              <a:gd name="adj2" fmla="val -54770"/>
              <a:gd name="adj3" fmla="val 16667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eaLnBrk="0" hangingPunct="0">
              <a:lnSpc>
                <a:spcPts val="3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bg-BG" sz="2000" noProof="1">
                <a:solidFill>
                  <a:schemeClr val="bg1"/>
                </a:solidFill>
                <a:latin typeface="Comfortaa" pitchFamily="2" charset="0"/>
                <a:cs typeface="Consolas" pitchFamily="49" charset="0"/>
              </a:rPr>
              <a:t>Създаваме нов</a:t>
            </a:r>
            <a:r>
              <a:rPr lang="en-US" sz="2000" noProof="1">
                <a:solidFill>
                  <a:schemeClr val="bg1"/>
                </a:solidFill>
                <a:latin typeface="Comfortaa" pitchFamily="2" charset="0"/>
                <a:cs typeface="Consolas" pitchFamily="49" charset="0"/>
              </a:rPr>
              <a:t> </a:t>
            </a:r>
            <a:r>
              <a:rPr lang="en-US" sz="2000" b="1" noProof="1">
                <a:solidFill>
                  <a:schemeClr val="bg1"/>
                </a:solidFill>
                <a:latin typeface="Comfortaa" pitchFamily="2" charset="0"/>
                <a:cs typeface="Consolas" pitchFamily="49" charset="0"/>
              </a:rPr>
              <a:t>Project</a:t>
            </a:r>
            <a:r>
              <a:rPr lang="en-US" sz="2000" noProof="1">
                <a:solidFill>
                  <a:schemeClr val="bg1"/>
                </a:solidFill>
                <a:latin typeface="Comfortaa" pitchFamily="2" charset="0"/>
                <a:cs typeface="Consolas" pitchFamily="49" charset="0"/>
              </a:rPr>
              <a:t> </a:t>
            </a:r>
            <a:r>
              <a:rPr lang="bg-BG" sz="2000" noProof="1">
                <a:solidFill>
                  <a:schemeClr val="bg1"/>
                </a:solidFill>
                <a:latin typeface="Comfortaa" pitchFamily="2" charset="0"/>
                <a:cs typeface="Consolas" pitchFamily="49" charset="0"/>
              </a:rPr>
              <a:t>обект</a:t>
            </a:r>
            <a:endParaRPr lang="en-US" sz="2000" noProof="1">
              <a:solidFill>
                <a:schemeClr val="bg1"/>
              </a:solidFill>
              <a:latin typeface="Comfortaa" pitchFamily="2" charset="0"/>
              <a:cs typeface="Consolas" pitchFamily="49" charset="0"/>
            </a:endParaRPr>
          </a:p>
        </p:txBody>
      </p:sp>
      <p:sp>
        <p:nvSpPr>
          <p:cNvPr id="12" name="AutoShape 7"/>
          <p:cNvSpPr>
            <a:spLocks noChangeArrowheads="1"/>
          </p:cNvSpPr>
          <p:nvPr/>
        </p:nvSpPr>
        <p:spPr bwMode="auto">
          <a:xfrm>
            <a:off x="6781800" y="3932597"/>
            <a:ext cx="4572000" cy="535755"/>
          </a:xfrm>
          <a:prstGeom prst="wedgeRoundRectCallout">
            <a:avLst>
              <a:gd name="adj1" fmla="val -41791"/>
              <a:gd name="adj2" fmla="val 115620"/>
              <a:gd name="adj3" fmla="val 16667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eaLnBrk="0" hangingPunct="0">
              <a:lnSpc>
                <a:spcPts val="3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bg-BG" sz="2000" noProof="1">
                <a:solidFill>
                  <a:schemeClr val="bg1"/>
                </a:solidFill>
                <a:latin typeface="Comfortaa" pitchFamily="2" charset="0"/>
                <a:cs typeface="Consolas" pitchFamily="49" charset="0"/>
              </a:rPr>
              <a:t>Добавяме обекта към</a:t>
            </a:r>
            <a:r>
              <a:rPr lang="en-US" sz="2000" noProof="1">
                <a:solidFill>
                  <a:schemeClr val="bg1"/>
                </a:solidFill>
                <a:latin typeface="Comfortaa" pitchFamily="2" charset="0"/>
                <a:cs typeface="Consolas" pitchFamily="49" charset="0"/>
              </a:rPr>
              <a:t> </a:t>
            </a:r>
            <a:r>
              <a:rPr lang="en-US" sz="2000" b="1" noProof="1">
                <a:solidFill>
                  <a:schemeClr val="bg1"/>
                </a:solidFill>
                <a:latin typeface="Comfortaa" pitchFamily="2" charset="0"/>
                <a:cs typeface="Consolas" pitchFamily="49" charset="0"/>
              </a:rPr>
              <a:t>DbSet</a:t>
            </a:r>
          </a:p>
        </p:txBody>
      </p:sp>
    </p:spTree>
    <p:extLst>
      <p:ext uri="{BB962C8B-B14F-4D97-AF65-F5344CB8AC3E}">
        <p14:creationId xmlns:p14="http://schemas.microsoft.com/office/powerpoint/2010/main" val="13358765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 sz="2400" b="1" noProof="1">
                <a:latin typeface="Comfortaa" pitchFamily="2" charset="0"/>
              </a:rPr>
              <a:t>DbContext</a:t>
            </a:r>
            <a:r>
              <a:rPr lang="en-US" sz="2400" dirty="0">
                <a:latin typeface="Comfortaa" pitchFamily="2" charset="0"/>
              </a:rPr>
              <a:t> </a:t>
            </a:r>
            <a:r>
              <a:rPr lang="bg-BG" sz="2400" dirty="0">
                <a:latin typeface="Comfortaa" pitchFamily="2" charset="0"/>
              </a:rPr>
              <a:t>позволява обновяване на свойствата на данните и запазването им в БД</a:t>
            </a:r>
            <a:endParaRPr lang="en-US" sz="2400" dirty="0">
              <a:latin typeface="Comfortaa" pitchFamily="2" charset="0"/>
            </a:endParaRPr>
          </a:p>
          <a:p>
            <a:pPr lvl="1">
              <a:lnSpc>
                <a:spcPct val="100000"/>
              </a:lnSpc>
            </a:pPr>
            <a:r>
              <a:rPr lang="bg-BG" sz="2000" dirty="0">
                <a:latin typeface="Comfortaa" pitchFamily="2" charset="0"/>
              </a:rPr>
              <a:t>Просто заредете данните</a:t>
            </a:r>
            <a:r>
              <a:rPr lang="en-US" sz="2000" dirty="0">
                <a:latin typeface="Comfortaa" pitchFamily="2" charset="0"/>
              </a:rPr>
              <a:t>, </a:t>
            </a:r>
            <a:r>
              <a:rPr lang="bg-BG" sz="2000" dirty="0">
                <a:latin typeface="Comfortaa" pitchFamily="2" charset="0"/>
              </a:rPr>
              <a:t>променете ги и извикайте</a:t>
            </a:r>
            <a:r>
              <a:rPr lang="en-US" sz="2000" dirty="0">
                <a:latin typeface="Comfortaa" pitchFamily="2" charset="0"/>
              </a:rPr>
              <a:t> </a:t>
            </a:r>
            <a:r>
              <a:rPr lang="en-US" sz="3200" b="1" noProof="1">
                <a:solidFill>
                  <a:srgbClr val="00B0F0"/>
                </a:solidFill>
                <a:latin typeface="Comfortaa" pitchFamily="2" charset="0"/>
              </a:rPr>
              <a:t>SaveChanges</a:t>
            </a:r>
            <a:r>
              <a:rPr lang="en-US" sz="3200" b="1" dirty="0">
                <a:latin typeface="Comfortaa" pitchFamily="2" charset="0"/>
              </a:rPr>
              <a:t>()</a:t>
            </a:r>
          </a:p>
          <a:p>
            <a:pPr>
              <a:lnSpc>
                <a:spcPct val="100000"/>
              </a:lnSpc>
            </a:pPr>
            <a:r>
              <a:rPr lang="en-US" sz="2400" b="1" dirty="0" err="1">
                <a:latin typeface="Comfortaa" pitchFamily="2" charset="0"/>
              </a:rPr>
              <a:t>DbContext</a:t>
            </a:r>
            <a:r>
              <a:rPr lang="en-US" sz="2400" dirty="0">
                <a:latin typeface="Comfortaa" pitchFamily="2" charset="0"/>
              </a:rPr>
              <a:t> </a:t>
            </a:r>
            <a:r>
              <a:rPr lang="bg-BG" sz="2400" dirty="0">
                <a:latin typeface="Comfortaa" pitchFamily="2" charset="0"/>
              </a:rPr>
              <a:t>автоматично следи промените върху данните</a:t>
            </a:r>
            <a:endParaRPr lang="en-US" sz="2400" dirty="0">
              <a:latin typeface="Comfortaa" pitchFamily="2" charset="0"/>
            </a:endParaRPr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bg-BG" sz="3600" dirty="0">
                <a:latin typeface="Comfortaa" pitchFamily="2" charset="0"/>
              </a:rPr>
              <a:t>Обновяване на съществуващи данни</a:t>
            </a:r>
          </a:p>
        </p:txBody>
      </p:sp>
      <p:sp>
        <p:nvSpPr>
          <p:cNvPr id="8" name="Text Placeholder 4"/>
          <p:cNvSpPr txBox="1">
            <a:spLocks/>
          </p:cNvSpPr>
          <p:nvPr/>
        </p:nvSpPr>
        <p:spPr>
          <a:xfrm>
            <a:off x="914401" y="4346139"/>
            <a:ext cx="10501199" cy="1692771"/>
          </a:xfrm>
          <a:prstGeom prst="rect">
            <a:avLst/>
          </a:prstGeom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6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Employees employee =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6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context.Employees.</a:t>
            </a:r>
            <a:r>
              <a:rPr lang="en-US" sz="2600" b="1" noProof="1">
                <a:solidFill>
                  <a:srgbClr val="00B0F0"/>
                </a:solidFill>
                <a:latin typeface="Consolas" pitchFamily="49" charset="0"/>
                <a:cs typeface="Consolas" pitchFamily="49" charset="0"/>
              </a:rPr>
              <a:t>First</a:t>
            </a:r>
            <a:r>
              <a:rPr lang="en-US" sz="26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();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6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employee.FirstName = "Alex";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6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context.</a:t>
            </a:r>
            <a:r>
              <a:rPr lang="en-US" sz="2600" b="1" noProof="1">
                <a:solidFill>
                  <a:srgbClr val="00B0F0"/>
                </a:solidFill>
                <a:latin typeface="Consolas" pitchFamily="49" charset="0"/>
                <a:cs typeface="Consolas" pitchFamily="49" charset="0"/>
              </a:rPr>
              <a:t>SaveChanges</a:t>
            </a:r>
            <a:r>
              <a:rPr lang="en-US" sz="26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();</a:t>
            </a:r>
          </a:p>
        </p:txBody>
      </p:sp>
      <p:sp>
        <p:nvSpPr>
          <p:cNvPr id="11" name="AutoShape 7"/>
          <p:cNvSpPr>
            <a:spLocks noChangeArrowheads="1"/>
          </p:cNvSpPr>
          <p:nvPr/>
        </p:nvSpPr>
        <p:spPr bwMode="auto">
          <a:xfrm>
            <a:off x="6629400" y="5572911"/>
            <a:ext cx="4386942" cy="886202"/>
          </a:xfrm>
          <a:prstGeom prst="wedgeRoundRectCallout">
            <a:avLst>
              <a:gd name="adj1" fmla="val -84191"/>
              <a:gd name="adj2" fmla="val -21630"/>
              <a:gd name="adj3" fmla="val 16667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eaLnBrk="0" hangingPunct="0">
              <a:lnSpc>
                <a:spcPts val="3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bg-BG" b="1" noProof="1">
                <a:solidFill>
                  <a:schemeClr val="bg1"/>
                </a:solidFill>
                <a:latin typeface="Comfortaa" pitchFamily="2" charset="0"/>
                <a:cs typeface="Consolas" pitchFamily="49" charset="0"/>
              </a:rPr>
              <a:t>Изпълнява</a:t>
            </a:r>
            <a:r>
              <a:rPr lang="en-US" b="1" noProof="1">
                <a:solidFill>
                  <a:schemeClr val="bg1"/>
                </a:solidFill>
                <a:latin typeface="Comfortaa" pitchFamily="2" charset="0"/>
                <a:cs typeface="Consolas" pitchFamily="49" charset="0"/>
              </a:rPr>
              <a:t> SQL UPDATE</a:t>
            </a:r>
          </a:p>
        </p:txBody>
      </p:sp>
      <p:sp>
        <p:nvSpPr>
          <p:cNvPr id="12" name="AutoShape 7"/>
          <p:cNvSpPr>
            <a:spLocks noChangeArrowheads="1"/>
          </p:cNvSpPr>
          <p:nvPr/>
        </p:nvSpPr>
        <p:spPr bwMode="auto">
          <a:xfrm>
            <a:off x="6629399" y="4178791"/>
            <a:ext cx="4386943" cy="914400"/>
          </a:xfrm>
          <a:prstGeom prst="wedgeRoundRectCallout">
            <a:avLst>
              <a:gd name="adj1" fmla="val -60900"/>
              <a:gd name="adj2" fmla="val 33784"/>
              <a:gd name="adj3" fmla="val 16667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eaLnBrk="0" hangingPunct="0">
              <a:lnSpc>
                <a:spcPts val="3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b="1" noProof="1">
                <a:solidFill>
                  <a:schemeClr val="bg1"/>
                </a:solidFill>
                <a:latin typeface="Comfortaa" pitchFamily="2" charset="0"/>
                <a:cs typeface="Consolas" pitchFamily="49" charset="0"/>
              </a:rPr>
              <a:t>SELECT </a:t>
            </a:r>
            <a:r>
              <a:rPr lang="bg-BG" b="1" noProof="1">
                <a:solidFill>
                  <a:schemeClr val="bg1"/>
                </a:solidFill>
                <a:latin typeface="Comfortaa" pitchFamily="2" charset="0"/>
                <a:cs typeface="Consolas" pitchFamily="49" charset="0"/>
              </a:rPr>
              <a:t>на първата поръчка</a:t>
            </a:r>
            <a:endParaRPr lang="en-US" b="1" noProof="1">
              <a:solidFill>
                <a:schemeClr val="bg1"/>
              </a:solidFill>
              <a:latin typeface="Comfortaa" pitchFamily="2" charset="0"/>
              <a:cs typeface="Consolas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986066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bg-BG" sz="2400" dirty="0">
                <a:latin typeface="Comfortaa" pitchFamily="2" charset="0"/>
              </a:rPr>
              <a:t>Изтриването се случва чрез </a:t>
            </a:r>
            <a:r>
              <a:rPr lang="en-US" sz="2400" b="1" noProof="1">
                <a:solidFill>
                  <a:schemeClr val="tx2">
                    <a:lumMod val="75000"/>
                  </a:schemeClr>
                </a:solidFill>
                <a:latin typeface="Comfortaa" pitchFamily="2" charset="0"/>
              </a:rPr>
              <a:t>Remove</a:t>
            </a:r>
            <a:r>
              <a:rPr lang="en-US" sz="2400" b="1" dirty="0">
                <a:solidFill>
                  <a:schemeClr val="tx2">
                    <a:lumMod val="75000"/>
                  </a:schemeClr>
                </a:solidFill>
                <a:latin typeface="Comfortaa" pitchFamily="2" charset="0"/>
              </a:rPr>
              <a:t>()</a:t>
            </a:r>
            <a:r>
              <a:rPr lang="en-US" sz="2400" dirty="0">
                <a:latin typeface="Comfortaa" pitchFamily="2" charset="0"/>
              </a:rPr>
              <a:t> </a:t>
            </a:r>
            <a:r>
              <a:rPr lang="bg-BG" sz="2400" dirty="0">
                <a:latin typeface="Comfortaa" pitchFamily="2" charset="0"/>
              </a:rPr>
              <a:t>изпълнен върху конкретна колекция от данни</a:t>
            </a:r>
            <a:endParaRPr lang="en-US" sz="2400" dirty="0">
              <a:latin typeface="Comfortaa" pitchFamily="2" charset="0"/>
            </a:endParaRPr>
          </a:p>
          <a:p>
            <a:pPr>
              <a:lnSpc>
                <a:spcPct val="100000"/>
              </a:lnSpc>
            </a:pPr>
            <a:r>
              <a:rPr lang="en-US" sz="2400" b="1" noProof="1">
                <a:solidFill>
                  <a:schemeClr val="tx2">
                    <a:lumMod val="75000"/>
                  </a:schemeClr>
                </a:solidFill>
                <a:latin typeface="Comfortaa" pitchFamily="2" charset="0"/>
              </a:rPr>
              <a:t>SaveChanges</a:t>
            </a:r>
            <a:r>
              <a:rPr lang="en-US" sz="2400" b="1" dirty="0">
                <a:solidFill>
                  <a:schemeClr val="tx2">
                    <a:lumMod val="75000"/>
                  </a:schemeClr>
                </a:solidFill>
                <a:latin typeface="Comfortaa" pitchFamily="2" charset="0"/>
              </a:rPr>
              <a:t>()</a:t>
            </a:r>
            <a:r>
              <a:rPr lang="en-US" sz="2400" dirty="0">
                <a:latin typeface="Comfortaa" pitchFamily="2" charset="0"/>
              </a:rPr>
              <a:t> </a:t>
            </a:r>
            <a:r>
              <a:rPr lang="bg-BG" sz="2400" dirty="0">
                <a:latin typeface="Comfortaa" pitchFamily="2" charset="0"/>
              </a:rPr>
              <a:t>метода изпълнява самото изтриване в БД</a:t>
            </a:r>
            <a:endParaRPr lang="en-US" sz="2400" dirty="0">
              <a:latin typeface="Comfortaa" pitchFamily="2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bg-BG" sz="3600" dirty="0">
                <a:latin typeface="Comfortaa" pitchFamily="2" charset="0"/>
              </a:rPr>
              <a:t>Изтриване на съществуващи данни</a:t>
            </a:r>
          </a:p>
        </p:txBody>
      </p:sp>
      <p:sp>
        <p:nvSpPr>
          <p:cNvPr id="5" name="Text Placeholder 4"/>
          <p:cNvSpPr txBox="1">
            <a:spLocks/>
          </p:cNvSpPr>
          <p:nvPr/>
        </p:nvSpPr>
        <p:spPr>
          <a:xfrm>
            <a:off x="760411" y="3811683"/>
            <a:ext cx="10366376" cy="2000548"/>
          </a:xfrm>
          <a:prstGeom prst="rect">
            <a:avLst/>
          </a:prstGeom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6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Employees employee =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6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softUniEntities.Employees.First();</a:t>
            </a:r>
          </a:p>
          <a:p>
            <a:pPr eaLnBrk="0" hangingPunct="0">
              <a:spcBef>
                <a:spcPts val="1200"/>
              </a:spcBef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6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softUniEntities.Employees.</a:t>
            </a:r>
            <a:r>
              <a:rPr lang="en-US" sz="2600" b="1" noProof="1">
                <a:solidFill>
                  <a:srgbClr val="00B0F0"/>
                </a:solidFill>
                <a:latin typeface="Consolas" pitchFamily="49" charset="0"/>
                <a:cs typeface="Consolas" pitchFamily="49" charset="0"/>
              </a:rPr>
              <a:t>Remove</a:t>
            </a:r>
            <a:r>
              <a:rPr lang="en-US" sz="26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(employee);</a:t>
            </a:r>
          </a:p>
          <a:p>
            <a:pPr eaLnBrk="0" hangingPunct="0">
              <a:spcBef>
                <a:spcPts val="1200"/>
              </a:spcBef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6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softUniEntities.</a:t>
            </a:r>
            <a:r>
              <a:rPr lang="en-US" sz="2600" b="1" noProof="1">
                <a:solidFill>
                  <a:srgbClr val="00B0F0"/>
                </a:solidFill>
                <a:latin typeface="Consolas" pitchFamily="49" charset="0"/>
                <a:cs typeface="Consolas" pitchFamily="49" charset="0"/>
              </a:rPr>
              <a:t>SaveChanges</a:t>
            </a:r>
            <a:r>
              <a:rPr lang="en-US" sz="26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();</a:t>
            </a:r>
          </a:p>
        </p:txBody>
      </p:sp>
      <p:sp>
        <p:nvSpPr>
          <p:cNvPr id="7" name="AutoShape 7"/>
          <p:cNvSpPr>
            <a:spLocks noChangeArrowheads="1"/>
          </p:cNvSpPr>
          <p:nvPr/>
        </p:nvSpPr>
        <p:spPr bwMode="auto">
          <a:xfrm>
            <a:off x="7851673" y="3312015"/>
            <a:ext cx="3714739" cy="1351991"/>
          </a:xfrm>
          <a:prstGeom prst="wedgeRoundRectCallout">
            <a:avLst>
              <a:gd name="adj1" fmla="val -59647"/>
              <a:gd name="adj2" fmla="val 55541"/>
              <a:gd name="adj3" fmla="val 16667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eaLnBrk="0" hangingPunct="0">
              <a:lnSpc>
                <a:spcPts val="3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bg-BG" sz="2000" noProof="1">
                <a:solidFill>
                  <a:schemeClr val="bg1"/>
                </a:solidFill>
                <a:latin typeface="Comfortaa" pitchFamily="2" charset="0"/>
                <a:cs typeface="Consolas" pitchFamily="49" charset="0"/>
              </a:rPr>
              <a:t>Маркира дадения ред за изтриване при следващото запазване</a:t>
            </a:r>
            <a:endParaRPr lang="en-US" sz="2000" noProof="1">
              <a:solidFill>
                <a:schemeClr val="bg1"/>
              </a:solidFill>
              <a:latin typeface="Comfortaa" pitchFamily="2" charset="0"/>
              <a:cs typeface="Consolas" pitchFamily="49" charset="0"/>
            </a:endParaRPr>
          </a:p>
        </p:txBody>
      </p:sp>
      <p:sp>
        <p:nvSpPr>
          <p:cNvPr id="8" name="AutoShape 7"/>
          <p:cNvSpPr>
            <a:spLocks noChangeArrowheads="1"/>
          </p:cNvSpPr>
          <p:nvPr/>
        </p:nvSpPr>
        <p:spPr bwMode="auto">
          <a:xfrm>
            <a:off x="7961087" y="5370459"/>
            <a:ext cx="3605326" cy="941440"/>
          </a:xfrm>
          <a:prstGeom prst="wedgeRoundRectCallout">
            <a:avLst>
              <a:gd name="adj1" fmla="val -92269"/>
              <a:gd name="adj2" fmla="val -25751"/>
              <a:gd name="adj3" fmla="val 16667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eaLnBrk="0" hangingPunct="0">
              <a:lnSpc>
                <a:spcPts val="3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bg-BG" sz="2000" noProof="1">
                <a:solidFill>
                  <a:schemeClr val="bg1"/>
                </a:solidFill>
                <a:latin typeface="Comfortaa" pitchFamily="2" charset="0"/>
                <a:cs typeface="Consolas" pitchFamily="49" charset="0"/>
              </a:rPr>
              <a:t>Изпълнява</a:t>
            </a:r>
            <a:r>
              <a:rPr lang="en-US" sz="2000" noProof="1">
                <a:solidFill>
                  <a:schemeClr val="bg1"/>
                </a:solidFill>
                <a:latin typeface="Comfortaa" pitchFamily="2" charset="0"/>
                <a:cs typeface="Consolas" pitchFamily="49" charset="0"/>
              </a:rPr>
              <a:t> SQL DELETE </a:t>
            </a:r>
            <a:r>
              <a:rPr lang="bg-BG" sz="2000" noProof="1">
                <a:solidFill>
                  <a:schemeClr val="bg1"/>
                </a:solidFill>
                <a:latin typeface="Comfortaa" pitchFamily="2" charset="0"/>
                <a:cs typeface="Consolas" pitchFamily="49" charset="0"/>
              </a:rPr>
              <a:t>командата</a:t>
            </a:r>
            <a:endParaRPr lang="en-US" sz="2000" noProof="1">
              <a:solidFill>
                <a:schemeClr val="bg1"/>
              </a:solidFill>
              <a:latin typeface="Comfortaa" pitchFamily="2" charset="0"/>
              <a:cs typeface="Consolas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89183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3" descr="Icon&#10;&#10;Description automatically generated with medium confidence">
            <a:extLst>
              <a:ext uri="{FF2B5EF4-FFF2-40B4-BE49-F238E27FC236}">
                <a16:creationId xmlns:a16="http://schemas.microsoft.com/office/drawing/2014/main" id="{09547CF4-B25A-F864-DA65-5C7F1F83C4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4352" y="83713"/>
            <a:ext cx="1575455" cy="157545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>
            <a:extLst>
              <a:ext uri="{FF2B5EF4-FFF2-40B4-BE49-F238E27FC236}">
                <a16:creationId xmlns:a16="http://schemas.microsoft.com/office/drawing/2014/main" id="{A303128A-0EF3-84BD-F9ED-2E6316CD08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4792" y="83713"/>
            <a:ext cx="1699472" cy="14146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4EB993A-D432-5177-9922-4D00100F74D8}"/>
              </a:ext>
            </a:extLst>
          </p:cNvPr>
          <p:cNvSpPr txBox="1"/>
          <p:nvPr/>
        </p:nvSpPr>
        <p:spPr>
          <a:xfrm>
            <a:off x="1734047" y="365284"/>
            <a:ext cx="472944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bg-B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Национална програма </a:t>
            </a:r>
            <a:endParaRPr lang="bg-BG" dirty="0">
              <a:solidFill>
                <a:schemeClr val="tx1"/>
              </a:solidFill>
              <a:effectLst/>
              <a:latin typeface="Comfortaa" pitchFamily="2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"</a:t>
            </a:r>
            <a:r>
              <a:rPr lang="bg-B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Обучение за ИТ умения и кариера</a:t>
            </a:r>
            <a:r>
              <a:rPr lang="en-US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"</a:t>
            </a:r>
            <a:endParaRPr lang="bg-BG" dirty="0">
              <a:solidFill>
                <a:schemeClr val="tx1"/>
              </a:solidFill>
              <a:effectLst/>
              <a:latin typeface="Comfortaa" pitchFamily="2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  <a:tabLst>
                <a:tab pos="2865755" algn="ctr"/>
                <a:tab pos="5731510" algn="r"/>
              </a:tabLst>
            </a:pPr>
            <a:r>
              <a:rPr lang="bg-BG" u="sng" dirty="0"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https://it-kariera.mon.bg</a:t>
            </a:r>
            <a:endParaRPr lang="bg-BG" dirty="0">
              <a:solidFill>
                <a:schemeClr val="tx1"/>
              </a:solidFill>
              <a:effectLst/>
              <a:latin typeface="Comfortaa" pitchFamily="2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522BFFF-21D1-37C4-D08A-94EDDBB11DD9}"/>
              </a:ext>
            </a:extLst>
          </p:cNvPr>
          <p:cNvSpPr txBox="1"/>
          <p:nvPr/>
        </p:nvSpPr>
        <p:spPr>
          <a:xfrm>
            <a:off x="6373448" y="365284"/>
            <a:ext cx="401710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bg-B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Министерството на образованието и науката</a:t>
            </a:r>
            <a:endParaRPr lang="bg-BG" dirty="0">
              <a:solidFill>
                <a:schemeClr val="tx1"/>
              </a:solidFill>
              <a:effectLst/>
              <a:latin typeface="Comfortaa" pitchFamily="2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marL="0" marR="0" algn="r">
              <a:spcBef>
                <a:spcPts val="0"/>
              </a:spcBef>
              <a:spcAft>
                <a:spcPts val="0"/>
              </a:spcAft>
              <a:tabLst>
                <a:tab pos="2865755" algn="ctr"/>
                <a:tab pos="5731510" algn="r"/>
              </a:tabLst>
            </a:pPr>
            <a:r>
              <a:rPr lang="en-US" u="sn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</a:t>
            </a:r>
            <a:r>
              <a:rPr lang="bg-BG" u="sn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.</a:t>
            </a:r>
            <a:r>
              <a:rPr lang="en-US" u="sn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mon.bg</a:t>
            </a:r>
            <a:endParaRPr lang="bg-BG" dirty="0">
              <a:latin typeface="Comfortaa" pitchFamily="2" charset="0"/>
            </a:endParaRPr>
          </a:p>
        </p:txBody>
      </p:sp>
      <p:pic>
        <p:nvPicPr>
          <p:cNvPr id="2" name="Logo CC-BY-NC-SA">
            <a:hlinkClick r:id="rId5"/>
            <a:extLst>
              <a:ext uri="{FF2B5EF4-FFF2-40B4-BE49-F238E27FC236}">
                <a16:creationId xmlns:a16="http://schemas.microsoft.com/office/drawing/2014/main" id="{39F87C09-7AAD-A59F-33F5-8BECE165CB0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87447" y="2650021"/>
            <a:ext cx="4017104" cy="1440815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DBEA407-2EEF-D82D-ADB6-D20902F79FA2}"/>
              </a:ext>
            </a:extLst>
          </p:cNvPr>
          <p:cNvSpPr txBox="1"/>
          <p:nvPr/>
        </p:nvSpPr>
        <p:spPr>
          <a:xfrm>
            <a:off x="262246" y="5452243"/>
            <a:ext cx="1166750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bg-BG" sz="1800" dirty="0">
                <a:latin typeface="Comfortaa" pitchFamily="2" charset="0"/>
              </a:rPr>
              <a:t>Документът е разработен за нуждите на Национална програма "Обучение за ИТ умения и кариера" на Министерството на образованието и науката (МОН)</a:t>
            </a:r>
            <a:r>
              <a:rPr lang="en-US" sz="1800" dirty="0">
                <a:latin typeface="Comfortaa" pitchFamily="2" charset="0"/>
              </a:rPr>
              <a:t> </a:t>
            </a:r>
            <a:r>
              <a:rPr lang="bg-BG" sz="1800" dirty="0">
                <a:latin typeface="Comfortaa" pitchFamily="2" charset="0"/>
              </a:rPr>
              <a:t>и се разпространява под свободен лиценз CC-BY-NC-SA (</a:t>
            </a:r>
            <a:r>
              <a:rPr lang="bg-BG" sz="1800" dirty="0" err="1">
                <a:latin typeface="Comfortaa" pitchFamily="2" charset="0"/>
              </a:rPr>
              <a:t>Creative</a:t>
            </a:r>
            <a:r>
              <a:rPr lang="bg-BG" sz="1800" dirty="0">
                <a:latin typeface="Comfortaa" pitchFamily="2" charset="0"/>
              </a:rPr>
              <a:t> </a:t>
            </a:r>
            <a:r>
              <a:rPr lang="bg-BG" sz="1800" dirty="0" err="1">
                <a:latin typeface="Comfortaa" pitchFamily="2" charset="0"/>
              </a:rPr>
              <a:t>Commons</a:t>
            </a:r>
            <a:r>
              <a:rPr lang="bg-BG" sz="1800" dirty="0">
                <a:latin typeface="Comfortaa" pitchFamily="2" charset="0"/>
              </a:rPr>
              <a:t> </a:t>
            </a:r>
            <a:r>
              <a:rPr lang="bg-BG" sz="1800" dirty="0" err="1">
                <a:latin typeface="Comfortaa" pitchFamily="2" charset="0"/>
              </a:rPr>
              <a:t>Attribution-Non-Commercial-Share-Alike</a:t>
            </a:r>
            <a:r>
              <a:rPr lang="bg-BG" sz="1800" dirty="0">
                <a:latin typeface="Comfortaa" pitchFamily="2" charset="0"/>
              </a:rPr>
              <a:t> 4.0 International).</a:t>
            </a:r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12413446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94</TotalTime>
  <Words>642</Words>
  <Application>Microsoft Office PowerPoint</Application>
  <PresentationFormat>Widescreen</PresentationFormat>
  <Paragraphs>102</Paragraphs>
  <Slides>10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7" baseType="lpstr">
      <vt:lpstr>Arial</vt:lpstr>
      <vt:lpstr>Calibri</vt:lpstr>
      <vt:lpstr>Calibri Light</vt:lpstr>
      <vt:lpstr>Comfortaa</vt:lpstr>
      <vt:lpstr>Consolas</vt:lpstr>
      <vt:lpstr>Wingdings 2</vt:lpstr>
      <vt:lpstr>Office Theme</vt:lpstr>
      <vt:lpstr>CRUD операции чрез ORM</vt:lpstr>
      <vt:lpstr>CRUD операции</vt:lpstr>
      <vt:lpstr>Какво са CRUD операциите?</vt:lpstr>
      <vt:lpstr>Използване на DbContext класа</vt:lpstr>
      <vt:lpstr>Прочитане на информацията чрез LINQ заявка</vt:lpstr>
      <vt:lpstr>Прочитане на информация с LINQ заявка</vt:lpstr>
      <vt:lpstr>Създаване на нови данни</vt:lpstr>
      <vt:lpstr>Обновяване на съществуващи данни</vt:lpstr>
      <vt:lpstr>Изтриване на съществуващи данни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Димитър Минчев</dc:creator>
  <cp:lastModifiedBy>Димитър Минчев</cp:lastModifiedBy>
  <cp:revision>10</cp:revision>
  <dcterms:created xsi:type="dcterms:W3CDTF">2022-08-09T09:25:46Z</dcterms:created>
  <dcterms:modified xsi:type="dcterms:W3CDTF">2023-02-22T11:13:32Z</dcterms:modified>
</cp:coreProperties>
</file>