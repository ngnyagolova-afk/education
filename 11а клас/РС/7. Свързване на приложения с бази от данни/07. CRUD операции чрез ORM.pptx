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2"/>
  </p:notesMasterIdLst>
  <p:sldIdLst>
    <p:sldId id="258" r:id="rId2"/>
    <p:sldId id="629" r:id="rId3"/>
    <p:sldId id="633" r:id="rId4"/>
    <p:sldId id="626" r:id="rId5"/>
    <p:sldId id="627" r:id="rId6"/>
    <p:sldId id="628" r:id="rId7"/>
    <p:sldId id="630" r:id="rId8"/>
    <p:sldId id="631" r:id="rId9"/>
    <p:sldId id="632" r:id="rId10"/>
    <p:sldId id="572" r:id="rId11"/>
    <p:sldId id="634" r:id="rId19"/>
    <p:sldId id="63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</p14:sldIdLst>
        </p14:section>
        <p14:section name="Съдържание" id="{0B0C01F3-1F60-4ADB-AC1E-9589654EAEF3}">
          <p14:sldIdLst>
            <p14:sldId id="629"/>
            <p14:sldId id="633"/>
            <p14:sldId id="626"/>
            <p14:sldId id="627"/>
            <p14:sldId id="628"/>
            <p14:sldId id="630"/>
            <p14:sldId id="631"/>
            <p14:sldId id="632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A420D4-D913-4CE2-8CCB-35A5F3D64BD5}" v="63" dt="2023-02-22T11:12:28.6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>
        <p:scale>
          <a:sx n="75" d="100"/>
          <a:sy n="75" d="100"/>
        </p:scale>
        <p:origin x="699" y="3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Relationship Id="rId18" Type="http://schemas.microsoft.com/office/2015/10/relationships/revisionInfo" Target="revisionInfo.xml"/><Relationship Id="rId19" Type="http://schemas.openxmlformats.org/officeDocument/2006/relationships/slide" Target="slides/slide11.xml"/><Relationship Id="rId20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  <pc:docChgLst>
    <pc:chgData name="БСУ" userId="bdbaa275-9249-41b1-8d15-242f632c67bf" providerId="ADAL" clId="{E8EBBEA8-749B-4042-B043-5A6FD507A9B3}"/>
    <pc:docChg chg="modSld sldOrd modSection">
      <pc:chgData name="БСУ" userId="bdbaa275-9249-41b1-8d15-242f632c67bf" providerId="ADAL" clId="{E8EBBEA8-749B-4042-B043-5A6FD507A9B3}" dt="2023-02-17T11:21:52.587" v="1"/>
      <pc:docMkLst>
        <pc:docMk/>
      </pc:docMkLst>
      <pc:sldChg chg="ord">
        <pc:chgData name="БСУ" userId="bdbaa275-9249-41b1-8d15-242f632c67bf" providerId="ADAL" clId="{E8EBBEA8-749B-4042-B043-5A6FD507A9B3}" dt="2023-02-17T11:21:52.587" v="1"/>
        <pc:sldMkLst>
          <pc:docMk/>
          <pc:sldMk cId="2385751420" sldId="571"/>
        </pc:sldMkLst>
      </pc:sldChg>
    </pc:docChg>
  </pc:docChgLst>
  <pc:docChgLst>
    <pc:chgData name="Димитър Минчев" userId="6da192e4-d32c-454b-8615-bbadf07b6639" providerId="ADAL" clId="{77A420D4-D913-4CE2-8CCB-35A5F3D64BD5}"/>
    <pc:docChg chg="undo custSel addSld delSld modSld modSection">
      <pc:chgData name="Димитър Минчев" userId="6da192e4-d32c-454b-8615-bbadf07b6639" providerId="ADAL" clId="{77A420D4-D913-4CE2-8CCB-35A5F3D64BD5}" dt="2023-02-22T11:13:31.155" v="184" actId="14100"/>
      <pc:docMkLst>
        <pc:docMk/>
      </pc:docMkLst>
      <pc:sldChg chg="modSp mod">
        <pc:chgData name="Димитър Минчев" userId="6da192e4-d32c-454b-8615-bbadf07b6639" providerId="ADAL" clId="{77A420D4-D913-4CE2-8CCB-35A5F3D64BD5}" dt="2023-02-22T11:03:09.992" v="24" actId="20577"/>
        <pc:sldMkLst>
          <pc:docMk/>
          <pc:sldMk cId="2386959723" sldId="258"/>
        </pc:sldMkLst>
        <pc:spChg chg="mod">
          <ac:chgData name="Димитър Минчев" userId="6da192e4-d32c-454b-8615-bbadf07b6639" providerId="ADAL" clId="{77A420D4-D913-4CE2-8CCB-35A5F3D64BD5}" dt="2023-02-22T11:03:04.111" v="3" actId="27636"/>
          <ac:spMkLst>
            <pc:docMk/>
            <pc:sldMk cId="2386959723" sldId="258"/>
            <ac:spMk id="4" creationId="{31A11B2B-6DC7-2642-A5E2-7E3177B71883}"/>
          </ac:spMkLst>
        </pc:spChg>
        <pc:spChg chg="mod">
          <ac:chgData name="Димитър Минчев" userId="6da192e4-d32c-454b-8615-bbadf07b6639" providerId="ADAL" clId="{77A420D4-D913-4CE2-8CCB-35A5F3D64BD5}" dt="2023-02-22T11:03:09.992" v="24" actId="20577"/>
          <ac:spMkLst>
            <pc:docMk/>
            <pc:sldMk cId="2386959723" sldId="258"/>
            <ac:spMk id="5" creationId="{FD72CEAD-2598-2D6F-7FF9-AF95330D8A09}"/>
          </ac:spMkLst>
        </pc:spChg>
      </pc:sldChg>
      <pc:sldChg chg="del">
        <pc:chgData name="Димитър Минчев" userId="6da192e4-d32c-454b-8615-bbadf07b6639" providerId="ADAL" clId="{77A420D4-D913-4CE2-8CCB-35A5F3D64BD5}" dt="2023-02-22T11:03:20.234" v="25" actId="47"/>
        <pc:sldMkLst>
          <pc:docMk/>
          <pc:sldMk cId="2385751420" sldId="571"/>
        </pc:sldMkLst>
      </pc:sldChg>
      <pc:sldChg chg="modSp add del mod">
        <pc:chgData name="Димитър Минчев" userId="6da192e4-d32c-454b-8615-bbadf07b6639" providerId="ADAL" clId="{77A420D4-D913-4CE2-8CCB-35A5F3D64BD5}" dt="2023-02-22T11:04:51.328" v="55" actId="47"/>
        <pc:sldMkLst>
          <pc:docMk/>
          <pc:sldMk cId="3589877432" sldId="625"/>
        </pc:sldMkLst>
        <pc:picChg chg="mod">
          <ac:chgData name="Димитър Минчев" userId="6da192e4-d32c-454b-8615-bbadf07b6639" providerId="ADAL" clId="{77A420D4-D913-4CE2-8CCB-35A5F3D64BD5}" dt="2023-02-22T11:04:46.623" v="54" actId="1076"/>
          <ac:picMkLst>
            <pc:docMk/>
            <pc:sldMk cId="3589877432" sldId="625"/>
            <ac:picMk id="4" creationId="{00000000-0000-0000-0000-000000000000}"/>
          </ac:picMkLst>
        </pc:picChg>
      </pc:sldChg>
      <pc:sldChg chg="delSp modSp add mod modAnim">
        <pc:chgData name="Димитър Минчев" userId="6da192e4-d32c-454b-8615-bbadf07b6639" providerId="ADAL" clId="{77A420D4-D913-4CE2-8CCB-35A5F3D64BD5}" dt="2023-02-22T11:05:52.810" v="72"/>
        <pc:sldMkLst>
          <pc:docMk/>
          <pc:sldMk cId="1072048706" sldId="626"/>
        </pc:sldMkLst>
        <pc:spChg chg="mod">
          <ac:chgData name="Димитър Минчев" userId="6da192e4-d32c-454b-8615-bbadf07b6639" providerId="ADAL" clId="{77A420D4-D913-4CE2-8CCB-35A5F3D64BD5}" dt="2023-02-22T11:05:21.246" v="65" actId="13822"/>
          <ac:spMkLst>
            <pc:docMk/>
            <pc:sldMk cId="1072048706" sldId="626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77A420D4-D913-4CE2-8CCB-35A5F3D64BD5}" dt="2023-02-22T11:05:47.366" v="70" actId="20577"/>
          <ac:spMkLst>
            <pc:docMk/>
            <pc:sldMk cId="1072048706" sldId="626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77A420D4-D913-4CE2-8CCB-35A5F3D64BD5}" dt="2023-02-22T11:05:48.732" v="71" actId="478"/>
          <ac:spMkLst>
            <pc:docMk/>
            <pc:sldMk cId="1072048706" sldId="626"/>
            <ac:spMk id="6" creationId="{4CA9CD34-88E0-40E1-8796-FF2B8E6DE363}"/>
          </ac:spMkLst>
        </pc:spChg>
        <pc:spChg chg="mod">
          <ac:chgData name="Димитър Минчев" userId="6da192e4-d32c-454b-8615-bbadf07b6639" providerId="ADAL" clId="{77A420D4-D913-4CE2-8CCB-35A5F3D64BD5}" dt="2023-02-22T11:05:37.860" v="68" actId="207"/>
          <ac:spMkLst>
            <pc:docMk/>
            <pc:sldMk cId="1072048706" sldId="626"/>
            <ac:spMk id="8" creationId="{00000000-0000-0000-0000-000000000000}"/>
          </ac:spMkLst>
        </pc:spChg>
      </pc:sldChg>
      <pc:sldChg chg="delSp modSp add mod modAnim">
        <pc:chgData name="Димитър Минчев" userId="6da192e4-d32c-454b-8615-bbadf07b6639" providerId="ADAL" clId="{77A420D4-D913-4CE2-8CCB-35A5F3D64BD5}" dt="2023-02-22T11:08:49.802" v="110" actId="14100"/>
        <pc:sldMkLst>
          <pc:docMk/>
          <pc:sldMk cId="1220770129" sldId="627"/>
        </pc:sldMkLst>
        <pc:spChg chg="mod">
          <ac:chgData name="Димитър Минчев" userId="6da192e4-d32c-454b-8615-bbadf07b6639" providerId="ADAL" clId="{77A420D4-D913-4CE2-8CCB-35A5F3D64BD5}" dt="2023-02-22T11:06:52.786" v="87" actId="1076"/>
          <ac:spMkLst>
            <pc:docMk/>
            <pc:sldMk cId="1220770129" sldId="627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77A420D4-D913-4CE2-8CCB-35A5F3D64BD5}" dt="2023-02-22T11:06:58.394" v="88" actId="14100"/>
          <ac:spMkLst>
            <pc:docMk/>
            <pc:sldMk cId="1220770129" sldId="627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77A420D4-D913-4CE2-8CCB-35A5F3D64BD5}" dt="2023-02-22T11:08:49.802" v="110" actId="14100"/>
          <ac:spMkLst>
            <pc:docMk/>
            <pc:sldMk cId="1220770129" sldId="627"/>
            <ac:spMk id="7" creationId="{00000000-0000-0000-0000-000000000000}"/>
          </ac:spMkLst>
        </pc:spChg>
        <pc:spChg chg="del mod">
          <ac:chgData name="Димитър Минчев" userId="6da192e4-d32c-454b-8615-bbadf07b6639" providerId="ADAL" clId="{77A420D4-D913-4CE2-8CCB-35A5F3D64BD5}" dt="2023-02-22T11:06:48.818" v="86" actId="478"/>
          <ac:spMkLst>
            <pc:docMk/>
            <pc:sldMk cId="1220770129" sldId="627"/>
            <ac:spMk id="8" creationId="{1FD1A848-EA89-40FB-8181-1481FBF7FE52}"/>
          </ac:spMkLst>
        </pc:spChg>
        <pc:spChg chg="mod">
          <ac:chgData name="Димитър Минчев" userId="6da192e4-d32c-454b-8615-bbadf07b6639" providerId="ADAL" clId="{77A420D4-D913-4CE2-8CCB-35A5F3D64BD5}" dt="2023-02-22T11:08:49.802" v="110" actId="14100"/>
          <ac:spMkLst>
            <pc:docMk/>
            <pc:sldMk cId="1220770129" sldId="627"/>
            <ac:spMk id="11" creationId="{00000000-0000-0000-0000-000000000000}"/>
          </ac:spMkLst>
        </pc:spChg>
      </pc:sldChg>
      <pc:sldChg chg="delSp modSp add mod modAnim">
        <pc:chgData name="Димитър Минчев" userId="6da192e4-d32c-454b-8615-bbadf07b6639" providerId="ADAL" clId="{77A420D4-D913-4CE2-8CCB-35A5F3D64BD5}" dt="2023-02-22T11:08:34.450" v="109"/>
        <pc:sldMkLst>
          <pc:docMk/>
          <pc:sldMk cId="341290742" sldId="628"/>
        </pc:sldMkLst>
        <pc:spChg chg="mod">
          <ac:chgData name="Димитър Минчев" userId="6da192e4-d32c-454b-8615-bbadf07b6639" providerId="ADAL" clId="{77A420D4-D913-4CE2-8CCB-35A5F3D64BD5}" dt="2023-02-22T11:08:27.532" v="108" actId="1076"/>
          <ac:spMkLst>
            <pc:docMk/>
            <pc:sldMk cId="341290742" sldId="628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77A420D4-D913-4CE2-8CCB-35A5F3D64BD5}" dt="2023-02-22T11:08:27.532" v="108" actId="1076"/>
          <ac:spMkLst>
            <pc:docMk/>
            <pc:sldMk cId="341290742" sldId="628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77A420D4-D913-4CE2-8CCB-35A5F3D64BD5}" dt="2023-02-22T11:08:27.532" v="108" actId="1076"/>
          <ac:spMkLst>
            <pc:docMk/>
            <pc:sldMk cId="341290742" sldId="628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77A420D4-D913-4CE2-8CCB-35A5F3D64BD5}" dt="2023-02-22T11:08:27.532" v="108" actId="1076"/>
          <ac:spMkLst>
            <pc:docMk/>
            <pc:sldMk cId="341290742" sldId="628"/>
            <ac:spMk id="6" creationId="{00000000-0000-0000-0000-000000000000}"/>
          </ac:spMkLst>
        </pc:spChg>
        <pc:spChg chg="del mod">
          <ac:chgData name="Димитър Минчев" userId="6da192e4-d32c-454b-8615-bbadf07b6639" providerId="ADAL" clId="{77A420D4-D913-4CE2-8CCB-35A5F3D64BD5}" dt="2023-02-22T11:08:23.782" v="107" actId="478"/>
          <ac:spMkLst>
            <pc:docMk/>
            <pc:sldMk cId="341290742" sldId="628"/>
            <ac:spMk id="7" creationId="{8B5AE778-748B-430F-88CA-EBE55E85AB09}"/>
          </ac:spMkLst>
        </pc:spChg>
      </pc:sldChg>
      <pc:sldChg chg="modSp add mod">
        <pc:chgData name="Димитър Минчев" userId="6da192e4-d32c-454b-8615-bbadf07b6639" providerId="ADAL" clId="{77A420D4-D913-4CE2-8CCB-35A5F3D64BD5}" dt="2023-02-22T11:04:15.224" v="50"/>
        <pc:sldMkLst>
          <pc:docMk/>
          <pc:sldMk cId="3138891952" sldId="629"/>
        </pc:sldMkLst>
        <pc:spChg chg="mod">
          <ac:chgData name="Димитър Минчев" userId="6da192e4-d32c-454b-8615-bbadf07b6639" providerId="ADAL" clId="{77A420D4-D913-4CE2-8CCB-35A5F3D64BD5}" dt="2023-02-22T11:04:00.513" v="45" actId="1076"/>
          <ac:spMkLst>
            <pc:docMk/>
            <pc:sldMk cId="3138891952" sldId="629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77A420D4-D913-4CE2-8CCB-35A5F3D64BD5}" dt="2023-02-22T11:04:00.513" v="45" actId="1076"/>
          <ac:spMkLst>
            <pc:docMk/>
            <pc:sldMk cId="3138891952" sldId="629"/>
            <ac:spMk id="3" creationId="{00000000-0000-0000-0000-000000000000}"/>
          </ac:spMkLst>
        </pc:spChg>
        <pc:picChg chg="mod">
          <ac:chgData name="Димитър Минчев" userId="6da192e4-d32c-454b-8615-bbadf07b6639" providerId="ADAL" clId="{77A420D4-D913-4CE2-8CCB-35A5F3D64BD5}" dt="2023-02-22T11:04:15.224" v="50"/>
          <ac:picMkLst>
            <pc:docMk/>
            <pc:sldMk cId="3138891952" sldId="629"/>
            <ac:picMk id="6" creationId="{00000000-0000-0000-0000-000000000000}"/>
          </ac:picMkLst>
        </pc:picChg>
      </pc:sldChg>
      <pc:sldChg chg="delSp modSp add mod modAnim">
        <pc:chgData name="Димитър Минчев" userId="6da192e4-d32c-454b-8615-bbadf07b6639" providerId="ADAL" clId="{77A420D4-D913-4CE2-8CCB-35A5F3D64BD5}" dt="2023-02-22T11:12:52.062" v="176" actId="14100"/>
        <pc:sldMkLst>
          <pc:docMk/>
          <pc:sldMk cId="1335876531" sldId="630"/>
        </pc:sldMkLst>
        <pc:spChg chg="mod">
          <ac:chgData name="Димитър Минчев" userId="6da192e4-d32c-454b-8615-bbadf07b6639" providerId="ADAL" clId="{77A420D4-D913-4CE2-8CCB-35A5F3D64BD5}" dt="2023-02-22T11:09:01.379" v="111" actId="2711"/>
          <ac:spMkLst>
            <pc:docMk/>
            <pc:sldMk cId="1335876531" sldId="630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77A420D4-D913-4CE2-8CCB-35A5F3D64BD5}" dt="2023-02-22T11:10:14.741" v="135" actId="113"/>
          <ac:spMkLst>
            <pc:docMk/>
            <pc:sldMk cId="1335876531" sldId="630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77A420D4-D913-4CE2-8CCB-35A5F3D64BD5}" dt="2023-02-22T11:12:38.676" v="172" actId="14100"/>
          <ac:spMkLst>
            <pc:docMk/>
            <pc:sldMk cId="1335876531" sldId="630"/>
            <ac:spMk id="7" creationId="{00000000-0000-0000-0000-000000000000}"/>
          </ac:spMkLst>
        </pc:spChg>
        <pc:spChg chg="mod">
          <ac:chgData name="Димитър Минчев" userId="6da192e4-d32c-454b-8615-bbadf07b6639" providerId="ADAL" clId="{77A420D4-D913-4CE2-8CCB-35A5F3D64BD5}" dt="2023-02-22T11:10:08.186" v="133" actId="14100"/>
          <ac:spMkLst>
            <pc:docMk/>
            <pc:sldMk cId="1335876531" sldId="630"/>
            <ac:spMk id="10" creationId="{00000000-0000-0000-0000-000000000000}"/>
          </ac:spMkLst>
        </pc:spChg>
        <pc:spChg chg="mod">
          <ac:chgData name="Димитър Минчев" userId="6da192e4-d32c-454b-8615-bbadf07b6639" providerId="ADAL" clId="{77A420D4-D913-4CE2-8CCB-35A5F3D64BD5}" dt="2023-02-22T11:12:52.062" v="176" actId="14100"/>
          <ac:spMkLst>
            <pc:docMk/>
            <pc:sldMk cId="1335876531" sldId="630"/>
            <ac:spMk id="11" creationId="{00000000-0000-0000-0000-000000000000}"/>
          </ac:spMkLst>
        </pc:spChg>
        <pc:spChg chg="mod">
          <ac:chgData name="Димитър Минчев" userId="6da192e4-d32c-454b-8615-bbadf07b6639" providerId="ADAL" clId="{77A420D4-D913-4CE2-8CCB-35A5F3D64BD5}" dt="2023-02-22T11:09:50.018" v="126" actId="14100"/>
          <ac:spMkLst>
            <pc:docMk/>
            <pc:sldMk cId="1335876531" sldId="630"/>
            <ac:spMk id="12" creationId="{00000000-0000-0000-0000-000000000000}"/>
          </ac:spMkLst>
        </pc:spChg>
        <pc:spChg chg="del mod">
          <ac:chgData name="Димитър Минчев" userId="6da192e4-d32c-454b-8615-bbadf07b6639" providerId="ADAL" clId="{77A420D4-D913-4CE2-8CCB-35A5F3D64BD5}" dt="2023-02-22T11:09:33.729" v="121" actId="478"/>
          <ac:spMkLst>
            <pc:docMk/>
            <pc:sldMk cId="1335876531" sldId="630"/>
            <ac:spMk id="13" creationId="{65CC7C44-AB60-4A3C-A5F0-5CC1D6391D8B}"/>
          </ac:spMkLst>
        </pc:spChg>
      </pc:sldChg>
      <pc:sldChg chg="delSp modSp add mod modAnim">
        <pc:chgData name="Димитър Минчев" userId="6da192e4-d32c-454b-8615-bbadf07b6639" providerId="ADAL" clId="{77A420D4-D913-4CE2-8CCB-35A5F3D64BD5}" dt="2023-02-22T11:13:16.611" v="181" actId="14100"/>
        <pc:sldMkLst>
          <pc:docMk/>
          <pc:sldMk cId="2698606698" sldId="631"/>
        </pc:sldMkLst>
        <pc:spChg chg="mod">
          <ac:chgData name="Димитър Минчев" userId="6da192e4-d32c-454b-8615-bbadf07b6639" providerId="ADAL" clId="{77A420D4-D913-4CE2-8CCB-35A5F3D64BD5}" dt="2023-02-22T11:10:46.929" v="142" actId="404"/>
          <ac:spMkLst>
            <pc:docMk/>
            <pc:sldMk cId="2698606698" sldId="631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77A420D4-D913-4CE2-8CCB-35A5F3D64BD5}" dt="2023-02-22T11:10:43.454" v="140" actId="404"/>
          <ac:spMkLst>
            <pc:docMk/>
            <pc:sldMk cId="2698606698" sldId="631"/>
            <ac:spMk id="7" creationId="{00000000-0000-0000-0000-000000000000}"/>
          </ac:spMkLst>
        </pc:spChg>
        <pc:spChg chg="mod">
          <ac:chgData name="Димитър Минчев" userId="6da192e4-d32c-454b-8615-bbadf07b6639" providerId="ADAL" clId="{77A420D4-D913-4CE2-8CCB-35A5F3D64BD5}" dt="2023-02-22T11:12:23.071" v="168" actId="207"/>
          <ac:spMkLst>
            <pc:docMk/>
            <pc:sldMk cId="2698606698" sldId="631"/>
            <ac:spMk id="8" creationId="{00000000-0000-0000-0000-000000000000}"/>
          </ac:spMkLst>
        </pc:spChg>
        <pc:spChg chg="del mod">
          <ac:chgData name="Димитър Минчев" userId="6da192e4-d32c-454b-8615-bbadf07b6639" providerId="ADAL" clId="{77A420D4-D913-4CE2-8CCB-35A5F3D64BD5}" dt="2023-02-22T11:11:07.581" v="149" actId="478"/>
          <ac:spMkLst>
            <pc:docMk/>
            <pc:sldMk cId="2698606698" sldId="631"/>
            <ac:spMk id="9" creationId="{42059FEC-EAF6-4A3D-A568-36AEFDA6B5A5}"/>
          </ac:spMkLst>
        </pc:spChg>
        <pc:spChg chg="mod">
          <ac:chgData name="Димитър Минчев" userId="6da192e4-d32c-454b-8615-bbadf07b6639" providerId="ADAL" clId="{77A420D4-D913-4CE2-8CCB-35A5F3D64BD5}" dt="2023-02-22T11:13:13.305" v="180" actId="14100"/>
          <ac:spMkLst>
            <pc:docMk/>
            <pc:sldMk cId="2698606698" sldId="631"/>
            <ac:spMk id="11" creationId="{00000000-0000-0000-0000-000000000000}"/>
          </ac:spMkLst>
        </pc:spChg>
        <pc:spChg chg="mod">
          <ac:chgData name="Димитър Минчев" userId="6da192e4-d32c-454b-8615-bbadf07b6639" providerId="ADAL" clId="{77A420D4-D913-4CE2-8CCB-35A5F3D64BD5}" dt="2023-02-22T11:13:16.611" v="181" actId="14100"/>
          <ac:spMkLst>
            <pc:docMk/>
            <pc:sldMk cId="2698606698" sldId="631"/>
            <ac:spMk id="12" creationId="{00000000-0000-0000-0000-000000000000}"/>
          </ac:spMkLst>
        </pc:spChg>
      </pc:sldChg>
      <pc:sldChg chg="delSp modSp add mod modAnim">
        <pc:chgData name="Димитър Минчев" userId="6da192e4-d32c-454b-8615-bbadf07b6639" providerId="ADAL" clId="{77A420D4-D913-4CE2-8CCB-35A5F3D64BD5}" dt="2023-02-22T11:13:31.155" v="184" actId="14100"/>
        <pc:sldMkLst>
          <pc:docMk/>
          <pc:sldMk cId="2598918390" sldId="632"/>
        </pc:sldMkLst>
        <pc:spChg chg="mod">
          <ac:chgData name="Димитър Минчев" userId="6da192e4-d32c-454b-8615-bbadf07b6639" providerId="ADAL" clId="{77A420D4-D913-4CE2-8CCB-35A5F3D64BD5}" dt="2023-02-22T11:11:41.355" v="157" actId="404"/>
          <ac:spMkLst>
            <pc:docMk/>
            <pc:sldMk cId="2598918390" sldId="632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77A420D4-D913-4CE2-8CCB-35A5F3D64BD5}" dt="2023-02-22T11:11:38.650" v="156" actId="404"/>
          <ac:spMkLst>
            <pc:docMk/>
            <pc:sldMk cId="2598918390" sldId="632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77A420D4-D913-4CE2-8CCB-35A5F3D64BD5}" dt="2023-02-22T11:12:10.438" v="165" actId="1076"/>
          <ac:spMkLst>
            <pc:docMk/>
            <pc:sldMk cId="2598918390" sldId="632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77A420D4-D913-4CE2-8CCB-35A5F3D64BD5}" dt="2023-02-22T11:12:10.438" v="165" actId="1076"/>
          <ac:spMkLst>
            <pc:docMk/>
            <pc:sldMk cId="2598918390" sldId="632"/>
            <ac:spMk id="7" creationId="{00000000-0000-0000-0000-000000000000}"/>
          </ac:spMkLst>
        </pc:spChg>
        <pc:spChg chg="mod">
          <ac:chgData name="Димитър Минчев" userId="6da192e4-d32c-454b-8615-bbadf07b6639" providerId="ADAL" clId="{77A420D4-D913-4CE2-8CCB-35A5F3D64BD5}" dt="2023-02-22T11:13:31.155" v="184" actId="14100"/>
          <ac:spMkLst>
            <pc:docMk/>
            <pc:sldMk cId="2598918390" sldId="632"/>
            <ac:spMk id="8" creationId="{00000000-0000-0000-0000-000000000000}"/>
          </ac:spMkLst>
        </pc:spChg>
        <pc:spChg chg="del mod">
          <ac:chgData name="Димитър Минчев" userId="6da192e4-d32c-454b-8615-bbadf07b6639" providerId="ADAL" clId="{77A420D4-D913-4CE2-8CCB-35A5F3D64BD5}" dt="2023-02-22T11:12:11.723" v="166" actId="478"/>
          <ac:spMkLst>
            <pc:docMk/>
            <pc:sldMk cId="2598918390" sldId="632"/>
            <ac:spMk id="9" creationId="{D574B0CA-6DD3-4A7A-9B8D-843BCE4509FE}"/>
          </ac:spMkLst>
        </pc:spChg>
      </pc:sldChg>
      <pc:sldChg chg="delSp modSp add mod">
        <pc:chgData name="Димитър Минчев" userId="6da192e4-d32c-454b-8615-bbadf07b6639" providerId="ADAL" clId="{77A420D4-D913-4CE2-8CCB-35A5F3D64BD5}" dt="2023-02-22T11:04:42.866" v="53" actId="478"/>
        <pc:sldMkLst>
          <pc:docMk/>
          <pc:sldMk cId="2325833139" sldId="633"/>
        </pc:sldMkLst>
        <pc:spChg chg="mod">
          <ac:chgData name="Димитър Минчев" userId="6da192e4-d32c-454b-8615-bbadf07b6639" providerId="ADAL" clId="{77A420D4-D913-4CE2-8CCB-35A5F3D64BD5}" dt="2023-02-22T11:04:27.461" v="51" actId="2711"/>
          <ac:spMkLst>
            <pc:docMk/>
            <pc:sldMk cId="2325833139" sldId="633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77A420D4-D913-4CE2-8CCB-35A5F3D64BD5}" dt="2023-02-22T11:04:39.012" v="52" actId="207"/>
          <ac:spMkLst>
            <pc:docMk/>
            <pc:sldMk cId="2325833139" sldId="633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77A420D4-D913-4CE2-8CCB-35A5F3D64BD5}" dt="2023-02-22T11:04:42.866" v="53" actId="478"/>
          <ac:spMkLst>
            <pc:docMk/>
            <pc:sldMk cId="2325833139" sldId="633"/>
            <ac:spMk id="5" creationId="{0FFDE249-66D3-4F43-8815-B7230E395C9B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Relationship Id="rId3" Type="http://schemas.openxmlformats.org/officeDocument/2006/relationships/hyperlink" Target="https://softuni.foundation/" TargetMode="Externa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Relationship Id="rId3" Type="http://schemas.openxmlformats.org/officeDocument/2006/relationships/hyperlink" Target="https://softuni.foundation/" TargetMode="Externa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 new контекст: MiniORM зарежда всички данни. Въпрос: Кога се свързва с БД?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646C40A-95DA-40DA-A6F4-384B2305E8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743553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LINQ → SELECT. Where() → WHERE. ToArray() изпълнява заявката.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3E798AC7-1CB2-4457-82F7-0AF70231B22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820482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CRUD = Create/Read/Update/Delete. 95% от бизнес логиката.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CRUD. Въпрос: Кои CRUD операции ползва Facebook?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Single() vs First(): Single хвърля ако &gt;1. First взима само първия.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ТОЧНО: Add() само в паметта. ЧЕСТА ГРЕШКА: без SaveChanges() = без запис.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ChangeTracker засича автоматично. SaveChanges → UPDATE.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Remove() маркира за изтриване. SaveChanges → DELETE.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Проверете в SSMS след всяка операция.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Покажете реални SQL заявки с SQL Profiler.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mon.bg/" TargetMode="External"/><Relationship Id="rId5" Type="http://schemas.openxmlformats.org/officeDocument/2006/relationships/notesSlide" Target="../notesSlides/notesSlide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mon.bg/" TargetMode="External"/><Relationship Id="rId5" Type="http://schemas.openxmlformats.org/officeDocument/2006/relationships/hyperlink" Target="https://creativecommons.org/licenses/by-nc-sa/4.0" TargetMode="External"/><Relationship Id="rId6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>
                <a:latin typeface="Comfortaa" pitchFamily="2" charset="0"/>
              </a:rPr>
              <a:t>CRUD </a:t>
            </a:r>
            <a:r>
              <a:rPr lang="bg-BG" dirty="0">
                <a:latin typeface="Comfortaa" pitchFamily="2" charset="0"/>
              </a:rPr>
              <a:t>операции чрез </a:t>
            </a:r>
            <a:r>
              <a:rPr lang="en-US" dirty="0">
                <a:latin typeface="Comfortaa" pitchFamily="2" charset="0"/>
              </a:rPr>
              <a:t>ORM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ru-RU" dirty="0">
                <a:latin typeface="Comfortaa" pitchFamily="2" charset="0"/>
              </a:rPr>
              <a:t>Разработка на софтуер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1420" y="3651339"/>
            <a:ext cx="9144000" cy="1632897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CRUD </a:t>
            </a:r>
            <a:r>
              <a:rPr lang="bg-BG" dirty="0">
                <a:latin typeface="Comfortaa" pitchFamily="2" charset="0"/>
              </a:rPr>
              <a:t>операции</a:t>
            </a:r>
            <a:endParaRPr lang="en-US" dirty="0">
              <a:latin typeface="Comfortaa" pitchFamily="2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358" y="379227"/>
            <a:ext cx="8890124" cy="3573145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1420" y="5439198"/>
            <a:ext cx="9144000" cy="1132388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Посредством </a:t>
            </a:r>
            <a:r>
              <a:rPr lang="en-US" dirty="0" err="1">
                <a:latin typeface="Comfortaa" pitchFamily="2" charset="0"/>
              </a:rPr>
              <a:t>MiniORM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A7B4653D-AEB2-4E6A-8894-5A367756E7E2}"/>
              </a:ext>
            </a:extLst>
          </p:cNvPr>
          <p:cNvSpPr txBox="1">
            <a:spLocks/>
          </p:cNvSpPr>
          <p:nvPr/>
        </p:nvSpPr>
        <p:spPr>
          <a:xfrm>
            <a:off x="11568000" y="6525003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>
                <a:solidFill>
                  <a:prstClr val="white">
                    <a:tint val="75000"/>
                  </a:prstClr>
                </a:solidFill>
              </a:rPr>
              <a:pPr/>
              <a:t>2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8891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</a:t>
            </a:r>
            <a:r>
              <a:rPr lang="en-US" noProof="1">
                <a:latin typeface="Comfortaa" pitchFamily="2" charset="0"/>
              </a:rPr>
              <a:t>RUD – </a:t>
            </a:r>
            <a:r>
              <a:rPr lang="bg-BG" dirty="0">
                <a:latin typeface="Comfortaa" pitchFamily="2" charset="0"/>
              </a:rPr>
              <a:t>Създаване /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Create</a:t>
            </a:r>
            <a:r>
              <a:rPr lang="bg-BG" dirty="0">
                <a:latin typeface="Comfortaa" pitchFamily="2" charset="0"/>
              </a:rPr>
              <a:t>/</a:t>
            </a:r>
            <a:r>
              <a:rPr lang="en-US" dirty="0">
                <a:latin typeface="Comfortaa" pitchFamily="2" charset="0"/>
              </a:rPr>
              <a:t> - </a:t>
            </a:r>
            <a:r>
              <a:rPr lang="bg-BG" dirty="0">
                <a:latin typeface="Comfortaa" pitchFamily="2" charset="0"/>
              </a:rPr>
              <a:t>пример: добавяне на нов запис в таблицата</a:t>
            </a:r>
            <a:endParaRPr lang="en-US" b="1" noProof="1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itchFamily="49" charset="0"/>
            </a:endParaRPr>
          </a:p>
          <a:p>
            <a:pPr>
              <a:lnSpc>
                <a:spcPct val="100000"/>
              </a:lnSpc>
            </a:pPr>
            <a:r>
              <a:rPr lang="en-US" noProof="1">
                <a:latin typeface="Comfortaa" pitchFamily="2" charset="0"/>
              </a:rPr>
              <a:t>C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R</a:t>
            </a:r>
            <a:r>
              <a:rPr lang="en-US" noProof="1">
                <a:latin typeface="Comfortaa" pitchFamily="2" charset="0"/>
              </a:rPr>
              <a:t>UD – </a:t>
            </a:r>
            <a:r>
              <a:rPr lang="bg-BG" dirty="0">
                <a:latin typeface="Comfortaa" pitchFamily="2" charset="0"/>
              </a:rPr>
              <a:t>Прочитане /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Read</a:t>
            </a:r>
            <a:r>
              <a:rPr lang="bg-BG" dirty="0">
                <a:latin typeface="Comfortaa" pitchFamily="2" charset="0"/>
              </a:rPr>
              <a:t>/ - пример: прочитане на запис от таблицата</a:t>
            </a:r>
            <a:endParaRPr lang="en-US" b="1" noProof="1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itchFamily="49" charset="0"/>
            </a:endParaRPr>
          </a:p>
          <a:p>
            <a:pPr>
              <a:lnSpc>
                <a:spcPct val="100000"/>
              </a:lnSpc>
            </a:pPr>
            <a:r>
              <a:rPr lang="en-US" noProof="1">
                <a:latin typeface="Comfortaa" pitchFamily="2" charset="0"/>
              </a:rPr>
              <a:t>CR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U</a:t>
            </a:r>
            <a:r>
              <a:rPr lang="en-US" noProof="1">
                <a:latin typeface="Comfortaa" pitchFamily="2" charset="0"/>
              </a:rPr>
              <a:t>D – </a:t>
            </a:r>
            <a:r>
              <a:rPr lang="bg-BG" dirty="0">
                <a:latin typeface="Comfortaa" pitchFamily="2" charset="0"/>
              </a:rPr>
              <a:t>Променяне /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Update</a:t>
            </a:r>
            <a:r>
              <a:rPr lang="bg-BG" dirty="0">
                <a:latin typeface="Comfortaa" pitchFamily="2" charset="0"/>
              </a:rPr>
              <a:t>/ - пример: промяна на един или няколко елемента от запис в таблицата</a:t>
            </a:r>
            <a:endParaRPr lang="en-US" b="1" noProof="1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itchFamily="49" charset="0"/>
            </a:endParaRPr>
          </a:p>
          <a:p>
            <a:pPr>
              <a:lnSpc>
                <a:spcPct val="100000"/>
              </a:lnSpc>
            </a:pPr>
            <a:r>
              <a:rPr lang="en-US" noProof="1">
                <a:latin typeface="Comfortaa" pitchFamily="2" charset="0"/>
              </a:rPr>
              <a:t>CRU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D</a:t>
            </a:r>
            <a:r>
              <a:rPr lang="en-US" noProof="1">
                <a:latin typeface="Comfortaa" pitchFamily="2" charset="0"/>
              </a:rPr>
              <a:t> – </a:t>
            </a:r>
            <a:r>
              <a:rPr lang="bg-BG" dirty="0">
                <a:latin typeface="Comfortaa" pitchFamily="2" charset="0"/>
              </a:rPr>
              <a:t>Изтриване /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Delete</a:t>
            </a:r>
            <a:r>
              <a:rPr lang="bg-BG" dirty="0">
                <a:latin typeface="Comfortaa" pitchFamily="2" charset="0"/>
              </a:rPr>
              <a:t>/ - пример: изтриване на запис в таблицата</a:t>
            </a:r>
            <a:endParaRPr lang="en-US" b="1" noProof="1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itchFamily="49" charset="0"/>
            </a:endParaRPr>
          </a:p>
          <a:p>
            <a:pPr>
              <a:lnSpc>
                <a:spcPct val="100000"/>
              </a:lnSpc>
            </a:pPr>
            <a:endParaRPr lang="en-US" b="1" noProof="1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Какво са </a:t>
            </a:r>
            <a:r>
              <a:rPr lang="en-US" dirty="0">
                <a:latin typeface="Comfortaa" pitchFamily="2" charset="0"/>
              </a:rPr>
              <a:t>CRUD</a:t>
            </a:r>
            <a:r>
              <a:rPr lang="bg-BG" dirty="0">
                <a:latin typeface="Comfortaa" pitchFamily="2" charset="0"/>
              </a:rPr>
              <a:t> операциите</a:t>
            </a:r>
            <a:r>
              <a:rPr lang="en-US" dirty="0">
                <a:latin typeface="Comfortaa" pitchFamily="2" charset="0"/>
              </a:rPr>
              <a:t>?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833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Създайте инстанция на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DbContext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>
              <a:lnSpc>
                <a:spcPct val="100000"/>
              </a:lnSpc>
            </a:pP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В конструктора вие може да подадете низ за връзка към БД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en-US" b="1" dirty="0" err="1">
                <a:solidFill>
                  <a:srgbClr val="00B0F0"/>
                </a:solidFill>
                <a:latin typeface="Comfortaa" pitchFamily="2" charset="0"/>
              </a:rPr>
              <a:t>DbContext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свойства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  <a:spcBef>
                <a:spcPts val="400"/>
              </a:spcBef>
            </a:pPr>
            <a:r>
              <a:rPr lang="bg-BG" dirty="0">
                <a:latin typeface="Comfortaa" pitchFamily="2" charset="0"/>
              </a:rPr>
              <a:t>Всички класове на данни</a:t>
            </a:r>
            <a:r>
              <a:rPr lang="en-US" dirty="0">
                <a:latin typeface="Comfortaa" pitchFamily="2" charset="0"/>
              </a:rPr>
              <a:t> (</a:t>
            </a:r>
            <a:r>
              <a:rPr lang="bg-BG" dirty="0">
                <a:latin typeface="Comfortaa" pitchFamily="2" charset="0"/>
              </a:rPr>
              <a:t>таблици</a:t>
            </a:r>
            <a:r>
              <a:rPr lang="en-US" dirty="0">
                <a:latin typeface="Comfortaa" pitchFamily="2" charset="0"/>
              </a:rPr>
              <a:t>) </a:t>
            </a:r>
            <a:r>
              <a:rPr lang="bg-BG" dirty="0">
                <a:latin typeface="Comfortaa" pitchFamily="2" charset="0"/>
              </a:rPr>
              <a:t>са налични като свойства</a:t>
            </a:r>
            <a:endParaRPr lang="en-US" dirty="0">
              <a:latin typeface="Comfortaa" pitchFamily="2" charset="0"/>
            </a:endParaRPr>
          </a:p>
          <a:p>
            <a:pPr lvl="2">
              <a:lnSpc>
                <a:spcPct val="100000"/>
              </a:lnSpc>
              <a:spcBef>
                <a:spcPts val="400"/>
              </a:spcBef>
            </a:pPr>
            <a:r>
              <a:rPr lang="bg-BG" dirty="0">
                <a:latin typeface="Comfortaa" pitchFamily="2" charset="0"/>
              </a:rPr>
              <a:t>Например: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DbSet&lt;Employee&gt;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Employees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{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get; }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Използване на </a:t>
            </a:r>
            <a:r>
              <a:rPr lang="en-US" dirty="0" err="1">
                <a:latin typeface="Comfortaa" pitchFamily="2" charset="0"/>
              </a:rPr>
              <a:t>DbContext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класа</a:t>
            </a:r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1065212" y="2562726"/>
            <a:ext cx="10061576" cy="46166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var context = new ItCareerDbContext(connectionString);</a:t>
            </a:r>
          </a:p>
        </p:txBody>
      </p:sp>
    </p:spTree>
    <p:extLst>
      <p:ext uri="{BB962C8B-B14F-4D97-AF65-F5344CB8AC3E}">
        <p14:creationId xmlns:p14="http://schemas.microsoft.com/office/powerpoint/2010/main" val="1072048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43289" y="1537266"/>
            <a:ext cx="9448940" cy="341210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Изпълнение на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LINQ-</a:t>
            </a:r>
            <a:r>
              <a:rPr lang="bg-BG" sz="2000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към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-</a:t>
            </a:r>
            <a:r>
              <a:rPr lang="bg-BG" sz="2000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Данни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заявка чрез клас от данни</a:t>
            </a:r>
            <a:r>
              <a:rPr lang="en-US" sz="2000" dirty="0">
                <a:latin typeface="Comfortaa" pitchFamily="2" charset="0"/>
              </a:rPr>
              <a:t>:</a:t>
            </a:r>
          </a:p>
          <a:p>
            <a:pPr>
              <a:lnSpc>
                <a:spcPct val="100000"/>
              </a:lnSpc>
            </a:pPr>
            <a:endParaRPr lang="en-US" sz="2000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Employees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свойство в </a:t>
            </a:r>
            <a:r>
              <a:rPr lang="en-US" sz="2000" b="1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itchFamily="49" charset="0"/>
              </a:rPr>
              <a:t>DbContext</a:t>
            </a:r>
            <a:r>
              <a:rPr lang="en-US" sz="2000" dirty="0">
                <a:latin typeface="Comfortaa" pitchFamily="2" charset="0"/>
              </a:rPr>
              <a:t>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474" y="211702"/>
            <a:ext cx="8953005" cy="1325563"/>
          </a:xfrm>
        </p:spPr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Прочитане на информацията чрез</a:t>
            </a:r>
            <a:r>
              <a:rPr lang="en-US" sz="3600" dirty="0">
                <a:latin typeface="Comfortaa" pitchFamily="2" charset="0"/>
              </a:rPr>
              <a:t> LINQ </a:t>
            </a:r>
            <a:r>
              <a:rPr lang="bg-BG" sz="3600" dirty="0">
                <a:latin typeface="Comfortaa" pitchFamily="2" charset="0"/>
              </a:rPr>
              <a:t>заявка</a:t>
            </a:r>
          </a:p>
        </p:txBody>
      </p:sp>
      <p:sp>
        <p:nvSpPr>
          <p:cNvPr id="7" name="Text Placeholder 5"/>
          <p:cNvSpPr txBox="1">
            <a:spLocks/>
          </p:cNvSpPr>
          <p:nvPr/>
        </p:nvSpPr>
        <p:spPr>
          <a:xfrm>
            <a:off x="1308669" y="4647530"/>
            <a:ext cx="9083559" cy="192052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lvl="0"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 sz="2000" b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200" noProof="1">
                <a:solidFill>
                  <a:schemeClr val="bg1"/>
                </a:solidFill>
                <a:effectLst/>
              </a:rPr>
              <a:t>public class ItCareerDbContext : DbContext</a:t>
            </a:r>
          </a:p>
          <a:p>
            <a:pPr>
              <a:lnSpc>
                <a:spcPct val="90000"/>
              </a:lnSpc>
            </a:pPr>
            <a:r>
              <a:rPr lang="en-US" sz="2200" noProof="1">
                <a:solidFill>
                  <a:schemeClr val="bg1"/>
                </a:solidFill>
                <a:effectLst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en-US" sz="2200" noProof="1">
                <a:solidFill>
                  <a:schemeClr val="bg1"/>
                </a:solidFill>
                <a:effectLst/>
              </a:rPr>
              <a:t>  </a:t>
            </a:r>
            <a:r>
              <a:rPr lang="en-US" sz="2200" noProof="1">
                <a:solidFill>
                  <a:srgbClr val="00B0F0"/>
                </a:solidFill>
                <a:effectLst/>
              </a:rPr>
              <a:t>public DbSet&lt;Employee&gt; Employees { get; }</a:t>
            </a:r>
          </a:p>
          <a:p>
            <a:pPr>
              <a:lnSpc>
                <a:spcPct val="90000"/>
              </a:lnSpc>
            </a:pPr>
            <a:r>
              <a:rPr lang="en-US" sz="2200" noProof="1">
                <a:solidFill>
                  <a:schemeClr val="bg1"/>
                </a:solidFill>
                <a:effectLst/>
              </a:rPr>
              <a:t>  public DbSet&lt;Project&gt; Projects { get; }</a:t>
            </a:r>
          </a:p>
          <a:p>
            <a:pPr>
              <a:lnSpc>
                <a:spcPct val="90000"/>
              </a:lnSpc>
            </a:pPr>
            <a:r>
              <a:rPr lang="en-US" sz="2200" noProof="1">
                <a:solidFill>
                  <a:schemeClr val="bg1"/>
                </a:solidFill>
                <a:effectLst/>
              </a:rPr>
              <a:t>  public DbSet&lt;Department&gt; Departments { get; }</a:t>
            </a:r>
          </a:p>
          <a:p>
            <a:pPr>
              <a:lnSpc>
                <a:spcPct val="90000"/>
              </a:lnSpc>
            </a:pPr>
            <a:r>
              <a:rPr lang="en-US" sz="2200" noProof="1">
                <a:solidFill>
                  <a:schemeClr val="bg1"/>
                </a:solidFill>
                <a:effectLst/>
              </a:rPr>
              <a:t>}</a:t>
            </a:r>
          </a:p>
        </p:txBody>
      </p:sp>
      <p:sp>
        <p:nvSpPr>
          <p:cNvPr id="11" name="Text Placeholder 5"/>
          <p:cNvSpPr txBox="1">
            <a:spLocks/>
          </p:cNvSpPr>
          <p:nvPr/>
        </p:nvSpPr>
        <p:spPr>
          <a:xfrm>
            <a:off x="1308669" y="2064223"/>
            <a:ext cx="9083559" cy="192052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var context = new ItCareerDbContext(connectionString)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2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var employees = context.Employees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.Where(e =&gt; e.JobTitle == "Design Engineer")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.ToArray();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2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770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3686" y="1944917"/>
            <a:ext cx="10728212" cy="4401456"/>
          </a:xfrm>
        </p:spPr>
        <p:txBody>
          <a:bodyPr>
            <a:normAutofit/>
          </a:bodyPr>
          <a:lstStyle/>
          <a:p>
            <a:r>
              <a:rPr lang="bg-BG" sz="2400" dirty="0">
                <a:latin typeface="Comfortaa" pitchFamily="2" charset="0"/>
              </a:rPr>
              <a:t>Можем и да ползваме</a:t>
            </a: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разширяващите методи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за заявка</a:t>
            </a:r>
            <a:endParaRPr lang="en-US" sz="2400" dirty="0">
              <a:latin typeface="Comfortaa" pitchFamily="2" charset="0"/>
            </a:endParaRPr>
          </a:p>
          <a:p>
            <a:endParaRPr lang="bg-BG" sz="2400" dirty="0">
              <a:latin typeface="Comfortaa" pitchFamily="2" charset="0"/>
            </a:endParaRPr>
          </a:p>
          <a:p>
            <a:endParaRPr lang="en-US" sz="2400" dirty="0">
              <a:latin typeface="Comfortaa" pitchFamily="2" charset="0"/>
            </a:endParaRPr>
          </a:p>
          <a:p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en-US" sz="2400" dirty="0">
              <a:latin typeface="Comfortaa" pitchFamily="2" charset="0"/>
            </a:endParaRPr>
          </a:p>
          <a:p>
            <a:pPr>
              <a:spcBef>
                <a:spcPts val="3000"/>
              </a:spcBef>
            </a:pPr>
            <a:r>
              <a:rPr lang="bg-BG" sz="2400" dirty="0">
                <a:latin typeface="Comfortaa" pitchFamily="2" charset="0"/>
              </a:rPr>
              <a:t>Намиране на елемент по 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anose="020B0609020204030204" pitchFamily="49" charset="0"/>
              </a:rPr>
              <a:t>ID</a:t>
            </a:r>
          </a:p>
          <a:p>
            <a:endParaRPr lang="en-US" sz="24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3686" y="539297"/>
            <a:ext cx="10515600" cy="1325563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Прочитане на информация с </a:t>
            </a:r>
            <a:r>
              <a:rPr lang="en-US" dirty="0">
                <a:latin typeface="Comfortaa" pitchFamily="2" charset="0"/>
              </a:rPr>
              <a:t>LINQ </a:t>
            </a:r>
            <a:r>
              <a:rPr lang="bg-BG" dirty="0">
                <a:latin typeface="Comfortaa" pitchFamily="2" charset="0"/>
              </a:rPr>
              <a:t>заявка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1178538" y="4996301"/>
            <a:ext cx="9591062" cy="108952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var context = new SoftUniEntities()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var project = context.Projects.Single(e =&gt; e.Id == 2);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Console.WriteLine(project.Name);</a:t>
            </a:r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1178538" y="2499846"/>
            <a:ext cx="9591062" cy="175432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var context = new SoftUniDbContext(connectionString)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var employees = context.Employees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.Where(c =&gt; c.JobTitle == "Design Engineering")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.Select(c =&gt; c.FirstName)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.ToList();</a:t>
            </a:r>
          </a:p>
        </p:txBody>
      </p:sp>
    </p:spTree>
    <p:extLst>
      <p:ext uri="{BB962C8B-B14F-4D97-AF65-F5344CB8AC3E}">
        <p14:creationId xmlns:p14="http://schemas.microsoft.com/office/powerpoint/2010/main" val="341290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528307"/>
            <a:ext cx="10515600" cy="4351338"/>
          </a:xfrm>
        </p:spPr>
        <p:txBody>
          <a:bodyPr>
            <a:normAutofit/>
          </a:bodyPr>
          <a:lstStyle/>
          <a:p>
            <a:r>
              <a:rPr lang="bg-BG" noProof="1">
                <a:latin typeface="Comfortaa" pitchFamily="2" charset="0"/>
              </a:rPr>
              <a:t>За да създадете нов запис в таблицата в БД, ползвайте метод</a:t>
            </a:r>
            <a:r>
              <a:rPr lang="en-US" noProof="1">
                <a:latin typeface="Comfortaa" pitchFamily="2" charset="0"/>
              </a:rPr>
              <a:t>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Add</a:t>
            </a: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anose="020B0609020204030204" pitchFamily="49" charset="0"/>
              </a:rPr>
              <a:t>(…)</a:t>
            </a:r>
            <a:r>
              <a:rPr lang="bg-BG" noProof="1">
                <a:latin typeface="Comfortaa" pitchFamily="2" charset="0"/>
              </a:rPr>
              <a:t> на съответния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DbSet</a:t>
            </a:r>
            <a:r>
              <a:rPr lang="en-US" noProof="1">
                <a:latin typeface="Comfortaa" pitchFamily="2" charset="0"/>
              </a:rPr>
              <a:t>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Създаване на нови данни</a:t>
            </a:r>
          </a:p>
        </p:txBody>
      </p:sp>
      <p:sp>
        <p:nvSpPr>
          <p:cNvPr id="7" name="Text Placeholder 5"/>
          <p:cNvSpPr txBox="1">
            <a:spLocks/>
          </p:cNvSpPr>
          <p:nvPr/>
        </p:nvSpPr>
        <p:spPr>
          <a:xfrm>
            <a:off x="1179738" y="2613343"/>
            <a:ext cx="9259662" cy="353943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var project = new Project()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Name = "Judge System"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8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context.Projects.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Add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(project);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8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context.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SaveChanges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();</a:t>
            </a:r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1752600" y="5524500"/>
            <a:ext cx="8686800" cy="1104900"/>
          </a:xfrm>
          <a:prstGeom prst="rect">
            <a:avLst/>
          </a:prstGeom>
        </p:spPr>
        <p:txBody>
          <a:bodyPr/>
          <a:lstStyle>
            <a:lvl1pPr marL="282575" indent="-282575" algn="l" rtl="0" eaLnBrk="1" fontAlgn="base" hangingPunct="1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 sz="3200" b="1" kern="120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30238" indent="-273050" algn="l" rtl="0" eaLnBrk="1" fontAlgn="base" hangingPunct="1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1" fontAlgn="base" hangingPunct="1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buFont typeface="Wingdings 2" pitchFamily="18" charset="2"/>
              <a:buChar char=""/>
              <a:defRPr sz="2800" b="1" kern="1200">
                <a:solidFill>
                  <a:srgbClr val="F5FFC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1" fontAlgn="base" hangingPunct="1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1" fontAlgn="base" hangingPunct="1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bg-BG" dirty="0"/>
          </a:p>
        </p:txBody>
      </p:sp>
      <p:sp>
        <p:nvSpPr>
          <p:cNvPr id="10" name="AutoShape 7"/>
          <p:cNvSpPr>
            <a:spLocks noChangeArrowheads="1"/>
          </p:cNvSpPr>
          <p:nvPr/>
        </p:nvSpPr>
        <p:spPr bwMode="auto">
          <a:xfrm>
            <a:off x="6850821" y="5446327"/>
            <a:ext cx="4434035" cy="535755"/>
          </a:xfrm>
          <a:prstGeom prst="wedgeRoundRectCallout">
            <a:avLst>
              <a:gd name="adj1" fmla="val -76949"/>
              <a:gd name="adj2" fmla="val 37306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Изпълняваме </a:t>
            </a:r>
            <a:r>
              <a:rPr lang="en-US" sz="2000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SQL </a:t>
            </a:r>
            <a:r>
              <a:rPr lang="bg-BG" sz="2000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заявките</a:t>
            </a:r>
            <a:endParaRPr lang="en-US" sz="2000" noProof="1">
              <a:solidFill>
                <a:schemeClr val="bg1"/>
              </a:solidFill>
              <a:latin typeface="Comfortaa" pitchFamily="2" charset="0"/>
              <a:cs typeface="Consolas" pitchFamily="49" charset="0"/>
            </a:endParaRPr>
          </a:p>
        </p:txBody>
      </p:sp>
      <p:sp>
        <p:nvSpPr>
          <p:cNvPr id="11" name="AutoShape 7"/>
          <p:cNvSpPr>
            <a:spLocks noChangeArrowheads="1"/>
          </p:cNvSpPr>
          <p:nvPr/>
        </p:nvSpPr>
        <p:spPr bwMode="auto">
          <a:xfrm>
            <a:off x="6850821" y="2896395"/>
            <a:ext cx="4502979" cy="652348"/>
          </a:xfrm>
          <a:prstGeom prst="wedgeRoundRectCallout">
            <a:avLst>
              <a:gd name="adj1" fmla="val -55335"/>
              <a:gd name="adj2" fmla="val -54770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Създаваме нов</a:t>
            </a:r>
            <a:r>
              <a:rPr lang="en-US" sz="2000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 </a:t>
            </a:r>
            <a:r>
              <a:rPr lang="en-US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Project</a:t>
            </a:r>
            <a:r>
              <a:rPr lang="en-US" sz="2000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 </a:t>
            </a:r>
            <a:r>
              <a:rPr lang="bg-BG" sz="2000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обект</a:t>
            </a:r>
            <a:endParaRPr lang="en-US" sz="2000" noProof="1">
              <a:solidFill>
                <a:schemeClr val="bg1"/>
              </a:solidFill>
              <a:latin typeface="Comfortaa" pitchFamily="2" charset="0"/>
              <a:cs typeface="Consolas" pitchFamily="49" charset="0"/>
            </a:endParaRPr>
          </a:p>
        </p:txBody>
      </p:sp>
      <p:sp>
        <p:nvSpPr>
          <p:cNvPr id="12" name="AutoShape 7"/>
          <p:cNvSpPr>
            <a:spLocks noChangeArrowheads="1"/>
          </p:cNvSpPr>
          <p:nvPr/>
        </p:nvSpPr>
        <p:spPr bwMode="auto">
          <a:xfrm>
            <a:off x="6781800" y="3932597"/>
            <a:ext cx="4572000" cy="535755"/>
          </a:xfrm>
          <a:prstGeom prst="wedgeRoundRectCallout">
            <a:avLst>
              <a:gd name="adj1" fmla="val -41791"/>
              <a:gd name="adj2" fmla="val 115620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Добавяме обекта към</a:t>
            </a:r>
            <a:r>
              <a:rPr lang="en-US" sz="2000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 </a:t>
            </a:r>
            <a:r>
              <a:rPr lang="en-US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DbSet</a:t>
            </a:r>
          </a:p>
        </p:txBody>
      </p:sp>
    </p:spTree>
    <p:extLst>
      <p:ext uri="{BB962C8B-B14F-4D97-AF65-F5344CB8AC3E}">
        <p14:creationId xmlns:p14="http://schemas.microsoft.com/office/powerpoint/2010/main" val="1335876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b="1" noProof="1">
                <a:latin typeface="Comfortaa" pitchFamily="2" charset="0"/>
              </a:rPr>
              <a:t>DbContext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позволява обновяване на свойствата на данните и запазването им в БД</a:t>
            </a:r>
            <a:endParaRPr lang="en-US" sz="24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Просто заредете данните</a:t>
            </a:r>
            <a:r>
              <a:rPr lang="en-US" sz="2000" dirty="0">
                <a:latin typeface="Comfortaa" pitchFamily="2" charset="0"/>
              </a:rPr>
              <a:t>, </a:t>
            </a:r>
            <a:r>
              <a:rPr lang="bg-BG" sz="2000" dirty="0">
                <a:latin typeface="Comfortaa" pitchFamily="2" charset="0"/>
              </a:rPr>
              <a:t>променете ги и извикайте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3200" b="1" noProof="1">
                <a:solidFill>
                  <a:srgbClr val="00B0F0"/>
                </a:solidFill>
                <a:latin typeface="Comfortaa" pitchFamily="2" charset="0"/>
              </a:rPr>
              <a:t>SaveChanges</a:t>
            </a:r>
            <a:r>
              <a:rPr lang="en-US" sz="3200" b="1" dirty="0">
                <a:latin typeface="Comfortaa" pitchFamily="2" charset="0"/>
              </a:rPr>
              <a:t>()</a:t>
            </a:r>
          </a:p>
          <a:p>
            <a:pPr>
              <a:lnSpc>
                <a:spcPct val="100000"/>
              </a:lnSpc>
            </a:pPr>
            <a:r>
              <a:rPr lang="en-US" sz="2400" b="1" dirty="0" err="1">
                <a:latin typeface="Comfortaa" pitchFamily="2" charset="0"/>
              </a:rPr>
              <a:t>DbContext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автоматично следи промените върху данните</a:t>
            </a:r>
            <a:endParaRPr lang="en-US" sz="2400" dirty="0">
              <a:latin typeface="Comfortaa" pitchFamily="2" charset="0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Обновяване на съществуващи данни</a:t>
            </a:r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914401" y="4346139"/>
            <a:ext cx="10501199" cy="169277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Employees employee =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context.Employees.</a:t>
            </a:r>
            <a:r>
              <a:rPr lang="en-US" sz="26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First</a:t>
            </a: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employee.FirstName = "Alex";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context.</a:t>
            </a:r>
            <a:r>
              <a:rPr lang="en-US" sz="26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SaveChanges</a:t>
            </a: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();</a:t>
            </a:r>
          </a:p>
        </p:txBody>
      </p:sp>
      <p:sp>
        <p:nvSpPr>
          <p:cNvPr id="11" name="AutoShape 7"/>
          <p:cNvSpPr>
            <a:spLocks noChangeArrowheads="1"/>
          </p:cNvSpPr>
          <p:nvPr/>
        </p:nvSpPr>
        <p:spPr bwMode="auto">
          <a:xfrm>
            <a:off x="6629400" y="5572911"/>
            <a:ext cx="4386942" cy="886202"/>
          </a:xfrm>
          <a:prstGeom prst="wedgeRoundRectCallout">
            <a:avLst>
              <a:gd name="adj1" fmla="val -84191"/>
              <a:gd name="adj2" fmla="val -21630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Изпълнява</a:t>
            </a:r>
            <a:r>
              <a:rPr lang="en-US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 SQL UPDATE</a:t>
            </a:r>
          </a:p>
        </p:txBody>
      </p:sp>
      <p:sp>
        <p:nvSpPr>
          <p:cNvPr id="12" name="AutoShape 7"/>
          <p:cNvSpPr>
            <a:spLocks noChangeArrowheads="1"/>
          </p:cNvSpPr>
          <p:nvPr/>
        </p:nvSpPr>
        <p:spPr bwMode="auto">
          <a:xfrm>
            <a:off x="6629399" y="4178791"/>
            <a:ext cx="4386943" cy="914400"/>
          </a:xfrm>
          <a:prstGeom prst="wedgeRoundRectCallout">
            <a:avLst>
              <a:gd name="adj1" fmla="val -60900"/>
              <a:gd name="adj2" fmla="val 33784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SELECT </a:t>
            </a:r>
            <a:r>
              <a:rPr lang="bg-BG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на първата поръчка</a:t>
            </a:r>
            <a:endParaRPr lang="en-US" b="1" noProof="1">
              <a:solidFill>
                <a:schemeClr val="bg1"/>
              </a:solidFill>
              <a:latin typeface="Comfortaa" pitchFamily="2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8606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Изтриването се случва чрез </a:t>
            </a:r>
            <a:r>
              <a:rPr lang="en-US" sz="2400" b="1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Remove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()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изпълнен върху конкретна колекция от данни</a:t>
            </a: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en-US" sz="2400" b="1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SaveChanges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()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метода изпълнява самото изтриване в БД</a:t>
            </a:r>
            <a:endParaRPr lang="en-US" sz="24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Изтриване на съществуващи данни</a:t>
            </a:r>
          </a:p>
        </p:txBody>
      </p:sp>
      <p:sp>
        <p:nvSpPr>
          <p:cNvPr id="5" name="Text Placeholder 4"/>
          <p:cNvSpPr txBox="1">
            <a:spLocks/>
          </p:cNvSpPr>
          <p:nvPr/>
        </p:nvSpPr>
        <p:spPr>
          <a:xfrm>
            <a:off x="760411" y="3811683"/>
            <a:ext cx="10366376" cy="200054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Employees employee =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softUniEntities.Employees.First();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softUniEntities.Employees.</a:t>
            </a:r>
            <a:r>
              <a:rPr lang="en-US" sz="26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Remove</a:t>
            </a: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(employee);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softUniEntities.</a:t>
            </a:r>
            <a:r>
              <a:rPr lang="en-US" sz="26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SaveChanges</a:t>
            </a: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();</a:t>
            </a: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7851673" y="3312015"/>
            <a:ext cx="3714739" cy="1351991"/>
          </a:xfrm>
          <a:prstGeom prst="wedgeRoundRectCallout">
            <a:avLst>
              <a:gd name="adj1" fmla="val -59647"/>
              <a:gd name="adj2" fmla="val 55541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Маркира дадения ред за изтриване при следващото запазване</a:t>
            </a:r>
            <a:endParaRPr lang="en-US" sz="2000" noProof="1">
              <a:solidFill>
                <a:schemeClr val="bg1"/>
              </a:solidFill>
              <a:latin typeface="Comfortaa" pitchFamily="2" charset="0"/>
              <a:cs typeface="Consolas" pitchFamily="49" charset="0"/>
            </a:endParaRP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7961087" y="5370459"/>
            <a:ext cx="3605326" cy="941440"/>
          </a:xfrm>
          <a:prstGeom prst="wedgeRoundRectCallout">
            <a:avLst>
              <a:gd name="adj1" fmla="val -92269"/>
              <a:gd name="adj2" fmla="val -25751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Изпълнява</a:t>
            </a:r>
            <a:r>
              <a:rPr lang="en-US" sz="2000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 SQL DELETE </a:t>
            </a:r>
            <a:r>
              <a:rPr lang="bg-BG" sz="2000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командата</a:t>
            </a:r>
            <a:endParaRPr lang="en-US" sz="2000" noProof="1">
              <a:solidFill>
                <a:schemeClr val="bg1"/>
              </a:solidFill>
              <a:latin typeface="Comfortaa" pitchFamily="2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8918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CRUD с MiniORM — Пълен пример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var ctx = new ItCareerDbContext(connStr);</a:t>
            </a:r>
          </a:p>
          <a:p>
            <a:r>
              <a:t>// CREATE: ctx.Projects.Add(new Project{Name='P1'}); ctx.SaveChanges();</a:t>
            </a:r>
          </a:p>
          <a:p>
            <a:r>
              <a:t>// READ: ctx.Employees.Where(e=&gt;e.JobTitle=='Dev').ToList();</a:t>
            </a:r>
          </a:p>
          <a:p>
            <a:r>
              <a:t>// UPDATE: ctx.Employees.First().FirstName='New'; ctx.SaveChanges();</a:t>
            </a:r>
          </a:p>
          <a:p>
            <a:r>
              <a:t>// DELETE: ctx.Employees.Remove(ctx.Employees.First()); ctx.SaveChanges();</a:t>
            </a:r>
          </a:p>
          <a:p>
            <a:r>
              <a:t>Изпищете по 1 програма за всяка CRUD операция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Зад кулисите — Генериран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context.Employees.Where(e=&gt;e.Age&gt;25) →</a:t>
            </a:r>
          </a:p>
          <a:p>
            <a:r>
              <a:t>  SELECT * FROM Employees WHERE Age &gt; 25</a:t>
            </a:r>
          </a:p>
          <a:p>
            <a:r>
              <a:t>context.Employees.Add(emp) + SaveChanges() →</a:t>
            </a:r>
          </a:p>
          <a:p>
            <a:r>
              <a:t>  INSERT INTO Employees VALUES (@p0, @p1, ...)</a:t>
            </a:r>
          </a:p>
          <a:p>
            <a:r>
              <a:t>emp.FirstName = 'New' + SaveChanges() →</a:t>
            </a:r>
          </a:p>
          <a:p>
            <a:r>
              <a:t>  UPDATE Employees SET FirstName=@p0 WHERE Id=@id</a:t>
            </a:r>
          </a:p>
          <a:p>
            <a:r>
              <a:t>Няма магия - само автоматично генериран SQL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94</TotalTime>
  <Words>642</Words>
  <Application>Microsoft Office PowerPoint</Application>
  <PresentationFormat>Widescreen</PresentationFormat>
  <Paragraphs>102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Comfortaa</vt:lpstr>
      <vt:lpstr>Consolas</vt:lpstr>
      <vt:lpstr>Wingdings 2</vt:lpstr>
      <vt:lpstr>Office Theme</vt:lpstr>
      <vt:lpstr>CRUD операции чрез ORM</vt:lpstr>
      <vt:lpstr>CRUD операции</vt:lpstr>
      <vt:lpstr>Какво са CRUD операциите?</vt:lpstr>
      <vt:lpstr>Използване на DbContext класа</vt:lpstr>
      <vt:lpstr>Прочитане на информацията чрез LINQ заявка</vt:lpstr>
      <vt:lpstr>Прочитане на информация с LINQ заявка</vt:lpstr>
      <vt:lpstr>Създаване на нови данни</vt:lpstr>
      <vt:lpstr>Обновяване на съществуващи данни</vt:lpstr>
      <vt:lpstr>Изтриване на съществуващи данни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10</cp:revision>
  <dcterms:created xsi:type="dcterms:W3CDTF">2022-08-09T09:25:46Z</dcterms:created>
  <dcterms:modified xsi:type="dcterms:W3CDTF">2023-02-22T11:13:32Z</dcterms:modified>
</cp:coreProperties>
</file>