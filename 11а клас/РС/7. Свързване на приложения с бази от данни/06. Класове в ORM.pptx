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8" r:id="rId2"/>
    <p:sldId id="571" r:id="rId3"/>
    <p:sldId id="635" r:id="rId4"/>
    <p:sldId id="636" r:id="rId5"/>
    <p:sldId id="637" r:id="rId6"/>
    <p:sldId id="638" r:id="rId7"/>
    <p:sldId id="639" r:id="rId8"/>
    <p:sldId id="640" r:id="rId9"/>
    <p:sldId id="641" r:id="rId10"/>
    <p:sldId id="642" r:id="rId11"/>
    <p:sldId id="643" r:id="rId12"/>
    <p:sldId id="572" r:id="rId13"/>
    <p:sldId id="644" r:id="rId21"/>
    <p:sldId id="64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DbSet" id="{0B0C01F3-1F60-4ADB-AC1E-9589654EAEF3}">
          <p14:sldIdLst>
            <p14:sldId id="635"/>
            <p14:sldId id="636"/>
            <p14:sldId id="637"/>
          </p14:sldIdLst>
        </p14:section>
        <p14:section name="DbContext" id="{9AD77F6A-CF2C-4C0B-B0D7-2C1E63A89FE1}">
          <p14:sldIdLst>
            <p14:sldId id="638"/>
            <p14:sldId id="639"/>
          </p14:sldIdLst>
        </p14:section>
        <p14:section name="ChangeTracker" id="{3AC630D3-412A-4E1A-8A58-5A83F6DB2C28}">
          <p14:sldIdLst>
            <p14:sldId id="640"/>
            <p14:sldId id="641"/>
            <p14:sldId id="642"/>
            <p14:sldId id="643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1B595-D293-454B-B548-AD79995C167E}" v="69" dt="2023-02-22T10:16:49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0D81B595-D293-454B-B548-AD79995C167E}"/>
    <pc:docChg chg="undo custSel addSld modSld addSection modSection">
      <pc:chgData name="Димитър Минчев" userId="6da192e4-d32c-454b-8615-bbadf07b6639" providerId="ADAL" clId="{0D81B595-D293-454B-B548-AD79995C167E}" dt="2023-02-22T10:17:16.756" v="215" actId="14100"/>
      <pc:docMkLst>
        <pc:docMk/>
      </pc:docMkLst>
      <pc:sldChg chg="modSp mod">
        <pc:chgData name="Димитър Минчев" userId="6da192e4-d32c-454b-8615-bbadf07b6639" providerId="ADAL" clId="{0D81B595-D293-454B-B548-AD79995C167E}" dt="2023-02-22T10:03:49.655" v="36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0D81B595-D293-454B-B548-AD79995C167E}" dt="2023-02-22T10:03:40.499" v="1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0D81B595-D293-454B-B548-AD79995C167E}" dt="2023-02-22T10:03:49.655" v="36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Димитър Минчев" userId="6da192e4-d32c-454b-8615-bbadf07b6639" providerId="ADAL" clId="{0D81B595-D293-454B-B548-AD79995C167E}" dt="2023-02-22T10:03:58.889" v="37"/>
        <pc:sldMkLst>
          <pc:docMk/>
          <pc:sldMk cId="2385751420" sldId="571"/>
        </pc:sldMkLst>
        <pc:spChg chg="mod">
          <ac:chgData name="Димитър Минчев" userId="6da192e4-d32c-454b-8615-bbadf07b6639" providerId="ADAL" clId="{0D81B595-D293-454B-B548-AD79995C167E}" dt="2023-02-22T10:03:58.889" v="37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0D81B595-D293-454B-B548-AD79995C167E}" dt="2023-02-22T10:04:39.659" v="46" actId="478"/>
        <pc:sldMkLst>
          <pc:docMk/>
          <pc:sldMk cId="2990738461" sldId="635"/>
        </pc:sldMkLst>
        <pc:spChg chg="mod">
          <ac:chgData name="Димитър Минчев" userId="6da192e4-d32c-454b-8615-bbadf07b6639" providerId="ADAL" clId="{0D81B595-D293-454B-B548-AD79995C167E}" dt="2023-02-22T10:04:35.204" v="44" actId="2711"/>
          <ac:spMkLst>
            <pc:docMk/>
            <pc:sldMk cId="2990738461" sldId="635"/>
            <ac:spMk id="5" creationId="{971BA20B-A0F4-465B-B6CF-ED757FC7D725}"/>
          </ac:spMkLst>
        </pc:spChg>
        <pc:spChg chg="mod">
          <ac:chgData name="Димитър Минчев" userId="6da192e4-d32c-454b-8615-bbadf07b6639" providerId="ADAL" clId="{0D81B595-D293-454B-B548-AD79995C167E}" dt="2023-02-22T10:04:35.204" v="44" actId="2711"/>
          <ac:spMkLst>
            <pc:docMk/>
            <pc:sldMk cId="2990738461" sldId="635"/>
            <ac:spMk id="6" creationId="{381C3B5D-00EA-4480-AF19-D0984A6A284B}"/>
          </ac:spMkLst>
        </pc:spChg>
        <pc:spChg chg="del">
          <ac:chgData name="Димитър Минчев" userId="6da192e4-d32c-454b-8615-bbadf07b6639" providerId="ADAL" clId="{0D81B595-D293-454B-B548-AD79995C167E}" dt="2023-02-22T10:04:39.659" v="46" actId="478"/>
          <ac:spMkLst>
            <pc:docMk/>
            <pc:sldMk cId="2990738461" sldId="635"/>
            <ac:spMk id="7" creationId="{6CED4599-DA9A-4519-8348-DB30CC01146C}"/>
          </ac:spMkLst>
        </pc:spChg>
        <pc:picChg chg="mod">
          <ac:chgData name="Димитър Минчев" userId="6da192e4-d32c-454b-8615-bbadf07b6639" providerId="ADAL" clId="{0D81B595-D293-454B-B548-AD79995C167E}" dt="2023-02-22T10:04:38.330" v="45" actId="1076"/>
          <ac:picMkLst>
            <pc:docMk/>
            <pc:sldMk cId="2990738461" sldId="635"/>
            <ac:picMk id="3" creationId="{5C6F5451-C1F0-4BA8-BE21-55610BE20F1F}"/>
          </ac:picMkLst>
        </pc:picChg>
      </pc:sldChg>
      <pc:sldChg chg="delSp modSp add mod">
        <pc:chgData name="Димитър Минчев" userId="6da192e4-d32c-454b-8615-bbadf07b6639" providerId="ADAL" clId="{0D81B595-D293-454B-B548-AD79995C167E}" dt="2023-02-22T10:05:14.724" v="55" actId="1076"/>
        <pc:sldMkLst>
          <pc:docMk/>
          <pc:sldMk cId="429105802" sldId="636"/>
        </pc:sldMkLst>
        <pc:spChg chg="mod">
          <ac:chgData name="Димитър Минчев" userId="6da192e4-d32c-454b-8615-bbadf07b6639" providerId="ADAL" clId="{0D81B595-D293-454B-B548-AD79995C167E}" dt="2023-02-22T10:05:14.724" v="55" actId="1076"/>
          <ac:spMkLst>
            <pc:docMk/>
            <pc:sldMk cId="429105802" sldId="636"/>
            <ac:spMk id="4" creationId="{B82F2654-7DE1-4ED3-B7B4-62F50D783E64}"/>
          </ac:spMkLst>
        </pc:spChg>
        <pc:spChg chg="mod">
          <ac:chgData name="Димитър Минчев" userId="6da192e4-d32c-454b-8615-bbadf07b6639" providerId="ADAL" clId="{0D81B595-D293-454B-B548-AD79995C167E}" dt="2023-02-22T10:05:14.724" v="55" actId="1076"/>
          <ac:spMkLst>
            <pc:docMk/>
            <pc:sldMk cId="429105802" sldId="636"/>
            <ac:spMk id="5" creationId="{31CDEA32-6BF9-4F82-A4A2-8C63CA497638}"/>
          </ac:spMkLst>
        </pc:spChg>
        <pc:spChg chg="del mod">
          <ac:chgData name="Димитър Минчев" userId="6da192e4-d32c-454b-8615-bbadf07b6639" providerId="ADAL" clId="{0D81B595-D293-454B-B548-AD79995C167E}" dt="2023-02-22T10:05:11.386" v="54" actId="478"/>
          <ac:spMkLst>
            <pc:docMk/>
            <pc:sldMk cId="429105802" sldId="636"/>
            <ac:spMk id="7" creationId="{A22BE481-12A0-4C07-8E7F-E076D3F22FD8}"/>
          </ac:spMkLst>
        </pc:spChg>
      </pc:sldChg>
      <pc:sldChg chg="delSp modSp add mod modAnim">
        <pc:chgData name="Димитър Минчев" userId="6da192e4-d32c-454b-8615-bbadf07b6639" providerId="ADAL" clId="{0D81B595-D293-454B-B548-AD79995C167E}" dt="2023-02-22T10:07:24.549" v="79"/>
        <pc:sldMkLst>
          <pc:docMk/>
          <pc:sldMk cId="1140740899" sldId="637"/>
        </pc:sldMkLst>
        <pc:spChg chg="mod">
          <ac:chgData name="Димитър Минчев" userId="6da192e4-d32c-454b-8615-bbadf07b6639" providerId="ADAL" clId="{0D81B595-D293-454B-B548-AD79995C167E}" dt="2023-02-22T10:07:07.911" v="76" actId="207"/>
          <ac:spMkLst>
            <pc:docMk/>
            <pc:sldMk cId="1140740899" sldId="637"/>
            <ac:spMk id="3" creationId="{2E7A5FDF-64F3-439C-9580-5B208CF982DF}"/>
          </ac:spMkLst>
        </pc:spChg>
        <pc:spChg chg="mod">
          <ac:chgData name="Димитър Минчев" userId="6da192e4-d32c-454b-8615-bbadf07b6639" providerId="ADAL" clId="{0D81B595-D293-454B-B548-AD79995C167E}" dt="2023-02-22T10:06:57.568" v="74" actId="1076"/>
          <ac:spMkLst>
            <pc:docMk/>
            <pc:sldMk cId="1140740899" sldId="637"/>
            <ac:spMk id="4" creationId="{BD148C0D-8568-4AA6-B8D5-60CA7D013F91}"/>
          </ac:spMkLst>
        </pc:spChg>
        <pc:spChg chg="del mod">
          <ac:chgData name="Димитър Минчев" userId="6da192e4-d32c-454b-8615-bbadf07b6639" providerId="ADAL" clId="{0D81B595-D293-454B-B548-AD79995C167E}" dt="2023-02-22T10:07:21.461" v="78" actId="478"/>
          <ac:spMkLst>
            <pc:docMk/>
            <pc:sldMk cId="1140740899" sldId="637"/>
            <ac:spMk id="5" creationId="{C287AF0A-2359-4ED3-A3F4-1D002365D385}"/>
          </ac:spMkLst>
        </pc:spChg>
      </pc:sldChg>
      <pc:sldChg chg="addSp delSp modSp add mod">
        <pc:chgData name="Димитър Минчев" userId="6da192e4-d32c-454b-8615-bbadf07b6639" providerId="ADAL" clId="{0D81B595-D293-454B-B548-AD79995C167E}" dt="2023-02-22T10:17:16.756" v="215" actId="14100"/>
        <pc:sldMkLst>
          <pc:docMk/>
          <pc:sldMk cId="7416557" sldId="638"/>
        </pc:sldMkLst>
        <pc:spChg chg="add mod">
          <ac:chgData name="Димитър Минчев" userId="6da192e4-d32c-454b-8615-bbadf07b6639" providerId="ADAL" clId="{0D81B595-D293-454B-B548-AD79995C167E}" dt="2023-02-22T10:15:30.691" v="206" actId="20577"/>
          <ac:spMkLst>
            <pc:docMk/>
            <pc:sldMk cId="7416557" sldId="638"/>
            <ac:spMk id="2" creationId="{A8787DCB-3E5F-B525-80CC-AA2565F75DD3}"/>
          </ac:spMkLst>
        </pc:spChg>
        <pc:spChg chg="mod">
          <ac:chgData name="Димитър Минчев" userId="6da192e4-d32c-454b-8615-bbadf07b6639" providerId="ADAL" clId="{0D81B595-D293-454B-B548-AD79995C167E}" dt="2023-02-22T10:15:34.453" v="207" actId="1076"/>
          <ac:spMkLst>
            <pc:docMk/>
            <pc:sldMk cId="7416557" sldId="638"/>
            <ac:spMk id="5" creationId="{971BA20B-A0F4-465B-B6CF-ED757FC7D725}"/>
          </ac:spMkLst>
        </pc:spChg>
        <pc:picChg chg="del mod">
          <ac:chgData name="Димитър Минчев" userId="6da192e4-d32c-454b-8615-bbadf07b6639" providerId="ADAL" clId="{0D81B595-D293-454B-B548-AD79995C167E}" dt="2023-02-22T10:06:24.208" v="64" actId="478"/>
          <ac:picMkLst>
            <pc:docMk/>
            <pc:sldMk cId="7416557" sldId="638"/>
            <ac:picMk id="4" creationId="{D0526AF5-2B4D-4A8F-BB3D-575439189717}"/>
          </ac:picMkLst>
        </pc:picChg>
        <pc:picChg chg="add mod">
          <ac:chgData name="Димитър Минчев" userId="6da192e4-d32c-454b-8615-bbadf07b6639" providerId="ADAL" clId="{0D81B595-D293-454B-B548-AD79995C167E}" dt="2023-02-22T10:17:16.756" v="215" actId="14100"/>
          <ac:picMkLst>
            <pc:docMk/>
            <pc:sldMk cId="7416557" sldId="638"/>
            <ac:picMk id="7" creationId="{E99126EA-146F-B664-5BAB-A4249BC13F1D}"/>
          </ac:picMkLst>
        </pc:picChg>
        <pc:picChg chg="add del">
          <ac:chgData name="Димитър Минчев" userId="6da192e4-d32c-454b-8615-bbadf07b6639" providerId="ADAL" clId="{0D81B595-D293-454B-B548-AD79995C167E}" dt="2023-02-22T10:16:49.204" v="208" actId="478"/>
          <ac:picMkLst>
            <pc:docMk/>
            <pc:sldMk cId="7416557" sldId="638"/>
            <ac:picMk id="1026" creationId="{D6F9954B-59AE-2D4E-9DAA-F1524034A721}"/>
          </ac:picMkLst>
        </pc:picChg>
      </pc:sldChg>
      <pc:sldChg chg="delSp modSp add mod modAnim">
        <pc:chgData name="Димитър Минчев" userId="6da192e4-d32c-454b-8615-bbadf07b6639" providerId="ADAL" clId="{0D81B595-D293-454B-B548-AD79995C167E}" dt="2023-02-22T10:09:45.876" v="106"/>
        <pc:sldMkLst>
          <pc:docMk/>
          <pc:sldMk cId="1843933501" sldId="639"/>
        </pc:sldMkLst>
        <pc:spChg chg="mod">
          <ac:chgData name="Димитър Минчев" userId="6da192e4-d32c-454b-8615-bbadf07b6639" providerId="ADAL" clId="{0D81B595-D293-454B-B548-AD79995C167E}" dt="2023-02-22T10:07:38.597" v="81" actId="2711"/>
          <ac:spMkLst>
            <pc:docMk/>
            <pc:sldMk cId="1843933501" sldId="639"/>
            <ac:spMk id="4" creationId="{9124AF8C-E319-4F67-A8C4-A21A58458573}"/>
          </ac:spMkLst>
        </pc:spChg>
        <pc:spChg chg="mod">
          <ac:chgData name="Димитър Минчев" userId="6da192e4-d32c-454b-8615-bbadf07b6639" providerId="ADAL" clId="{0D81B595-D293-454B-B548-AD79995C167E}" dt="2023-02-22T10:09:08.704" v="98" actId="255"/>
          <ac:spMkLst>
            <pc:docMk/>
            <pc:sldMk cId="1843933501" sldId="639"/>
            <ac:spMk id="5" creationId="{44CCDD8A-D6F9-4230-A76B-1C1B0DA296CB}"/>
          </ac:spMkLst>
        </pc:spChg>
        <pc:spChg chg="mod">
          <ac:chgData name="Димитър Минчев" userId="6da192e4-d32c-454b-8615-bbadf07b6639" providerId="ADAL" clId="{0D81B595-D293-454B-B548-AD79995C167E}" dt="2023-02-22T10:09:33.097" v="104" actId="6549"/>
          <ac:spMkLst>
            <pc:docMk/>
            <pc:sldMk cId="1843933501" sldId="639"/>
            <ac:spMk id="6" creationId="{8933A11D-880F-4BFC-9D6E-27F4FAFF34FB}"/>
          </ac:spMkLst>
        </pc:spChg>
        <pc:spChg chg="del mod">
          <ac:chgData name="Димитър Минчев" userId="6da192e4-d32c-454b-8615-bbadf07b6639" providerId="ADAL" clId="{0D81B595-D293-454B-B548-AD79995C167E}" dt="2023-02-22T10:09:36.140" v="105" actId="478"/>
          <ac:spMkLst>
            <pc:docMk/>
            <pc:sldMk cId="1843933501" sldId="639"/>
            <ac:spMk id="8" creationId="{4905EBB9-29F0-4C36-A6CF-14414F539EA2}"/>
          </ac:spMkLst>
        </pc:spChg>
      </pc:sldChg>
      <pc:sldChg chg="modSp add mod">
        <pc:chgData name="Димитър Минчев" userId="6da192e4-d32c-454b-8615-bbadf07b6639" providerId="ADAL" clId="{0D81B595-D293-454B-B548-AD79995C167E}" dt="2023-02-22T10:10:10.446" v="114" actId="2711"/>
        <pc:sldMkLst>
          <pc:docMk/>
          <pc:sldMk cId="2601912868" sldId="640"/>
        </pc:sldMkLst>
        <pc:spChg chg="mod">
          <ac:chgData name="Димитър Минчев" userId="6da192e4-d32c-454b-8615-bbadf07b6639" providerId="ADAL" clId="{0D81B595-D293-454B-B548-AD79995C167E}" dt="2023-02-22T10:10:10.446" v="114" actId="2711"/>
          <ac:spMkLst>
            <pc:docMk/>
            <pc:sldMk cId="2601912868" sldId="640"/>
            <ac:spMk id="5" creationId="{971BA20B-A0F4-465B-B6CF-ED757FC7D725}"/>
          </ac:spMkLst>
        </pc:spChg>
        <pc:spChg chg="mod">
          <ac:chgData name="Димитър Минчев" userId="6da192e4-d32c-454b-8615-bbadf07b6639" providerId="ADAL" clId="{0D81B595-D293-454B-B548-AD79995C167E}" dt="2023-02-22T10:10:10.446" v="114" actId="2711"/>
          <ac:spMkLst>
            <pc:docMk/>
            <pc:sldMk cId="2601912868" sldId="640"/>
            <ac:spMk id="6" creationId="{381C3B5D-00EA-4480-AF19-D0984A6A284B}"/>
          </ac:spMkLst>
        </pc:spChg>
        <pc:picChg chg="mod">
          <ac:chgData name="Димитър Минчев" userId="6da192e4-d32c-454b-8615-bbadf07b6639" providerId="ADAL" clId="{0D81B595-D293-454B-B548-AD79995C167E}" dt="2023-02-22T10:10:05.293" v="113" actId="1076"/>
          <ac:picMkLst>
            <pc:docMk/>
            <pc:sldMk cId="2601912868" sldId="640"/>
            <ac:picMk id="3" creationId="{5DE2E25B-42E3-4FBC-9F63-E6767019CD99}"/>
          </ac:picMkLst>
        </pc:picChg>
      </pc:sldChg>
      <pc:sldChg chg="delSp modSp add mod">
        <pc:chgData name="Димитър Минчев" userId="6da192e4-d32c-454b-8615-bbadf07b6639" providerId="ADAL" clId="{0D81B595-D293-454B-B548-AD79995C167E}" dt="2023-02-22T10:11:35.864" v="134" actId="113"/>
        <pc:sldMkLst>
          <pc:docMk/>
          <pc:sldMk cId="2245862007" sldId="641"/>
        </pc:sldMkLst>
        <pc:spChg chg="del mod">
          <ac:chgData name="Димитър Минчев" userId="6da192e4-d32c-454b-8615-bbadf07b6639" providerId="ADAL" clId="{0D81B595-D293-454B-B548-AD79995C167E}" dt="2023-02-22T10:11:04.643" v="124" actId="478"/>
          <ac:spMkLst>
            <pc:docMk/>
            <pc:sldMk cId="2245862007" sldId="641"/>
            <ac:spMk id="5" creationId="{DAD0234F-2010-444A-B27C-06F2576CEDBD}"/>
          </ac:spMkLst>
        </pc:spChg>
        <pc:spChg chg="mod">
          <ac:chgData name="Димитър Минчев" userId="6da192e4-d32c-454b-8615-bbadf07b6639" providerId="ADAL" clId="{0D81B595-D293-454B-B548-AD79995C167E}" dt="2023-02-22T10:11:08.559" v="125" actId="1076"/>
          <ac:spMkLst>
            <pc:docMk/>
            <pc:sldMk cId="2245862007" sldId="641"/>
            <ac:spMk id="6" creationId="{CCD03810-9000-4B14-9319-79B7F73C61E8}"/>
          </ac:spMkLst>
        </pc:spChg>
        <pc:spChg chg="mod">
          <ac:chgData name="Димитър Минчев" userId="6da192e4-d32c-454b-8615-bbadf07b6639" providerId="ADAL" clId="{0D81B595-D293-454B-B548-AD79995C167E}" dt="2023-02-22T10:11:35.864" v="134" actId="113"/>
          <ac:spMkLst>
            <pc:docMk/>
            <pc:sldMk cId="2245862007" sldId="641"/>
            <ac:spMk id="7" creationId="{B195211F-A645-41EB-822A-28B907EF6A4A}"/>
          </ac:spMkLst>
        </pc:spChg>
      </pc:sldChg>
      <pc:sldChg chg="addSp delSp modSp add mod">
        <pc:chgData name="Димитър Минчев" userId="6da192e4-d32c-454b-8615-bbadf07b6639" providerId="ADAL" clId="{0D81B595-D293-454B-B548-AD79995C167E}" dt="2023-02-22T10:11:45.927" v="144" actId="20577"/>
        <pc:sldMkLst>
          <pc:docMk/>
          <pc:sldMk cId="1296656742" sldId="642"/>
        </pc:sldMkLst>
        <pc:spChg chg="add del mod">
          <ac:chgData name="Димитър Минчев" userId="6da192e4-d32c-454b-8615-bbadf07b6639" providerId="ADAL" clId="{0D81B595-D293-454B-B548-AD79995C167E}" dt="2023-02-22T10:11:22.960" v="131" actId="478"/>
          <ac:spMkLst>
            <pc:docMk/>
            <pc:sldMk cId="1296656742" sldId="642"/>
            <ac:spMk id="3" creationId="{58504368-413F-4EB0-9F2A-A37CDBE49145}"/>
          </ac:spMkLst>
        </pc:spChg>
        <pc:spChg chg="mod">
          <ac:chgData name="Димитър Минчев" userId="6da192e4-d32c-454b-8615-bbadf07b6639" providerId="ADAL" clId="{0D81B595-D293-454B-B548-AD79995C167E}" dt="2023-02-22T10:11:45.927" v="144" actId="20577"/>
          <ac:spMkLst>
            <pc:docMk/>
            <pc:sldMk cId="1296656742" sldId="642"/>
            <ac:spMk id="4" creationId="{B5CD5158-4923-484C-930B-03CAC007FAB8}"/>
          </ac:spMkLst>
        </pc:spChg>
        <pc:spChg chg="del mod">
          <ac:chgData name="Димитър Минчев" userId="6da192e4-d32c-454b-8615-bbadf07b6639" providerId="ADAL" clId="{0D81B595-D293-454B-B548-AD79995C167E}" dt="2023-02-22T10:11:24.504" v="132" actId="478"/>
          <ac:spMkLst>
            <pc:docMk/>
            <pc:sldMk cId="1296656742" sldId="642"/>
            <ac:spMk id="5" creationId="{56022FC2-E676-4C0E-8079-753D1BB82748}"/>
          </ac:spMkLst>
        </pc:spChg>
        <pc:spChg chg="add del mod">
          <ac:chgData name="Димитър Минчев" userId="6da192e4-d32c-454b-8615-bbadf07b6639" providerId="ADAL" clId="{0D81B595-D293-454B-B548-AD79995C167E}" dt="2023-02-22T10:11:22.960" v="131" actId="478"/>
          <ac:spMkLst>
            <pc:docMk/>
            <pc:sldMk cId="1296656742" sldId="642"/>
            <ac:spMk id="6" creationId="{AE09C1BD-9357-CCE7-7B98-8BB9239CDA0B}"/>
          </ac:spMkLst>
        </pc:spChg>
      </pc:sldChg>
      <pc:sldChg chg="addSp delSp modSp add mod modAnim">
        <pc:chgData name="Димитър Минчев" userId="6da192e4-d32c-454b-8615-bbadf07b6639" providerId="ADAL" clId="{0D81B595-D293-454B-B548-AD79995C167E}" dt="2023-02-22T10:14:41.159" v="187"/>
        <pc:sldMkLst>
          <pc:docMk/>
          <pc:sldMk cId="503700777" sldId="643"/>
        </pc:sldMkLst>
        <pc:spChg chg="mod">
          <ac:chgData name="Димитър Минчев" userId="6da192e4-d32c-454b-8615-bbadf07b6639" providerId="ADAL" clId="{0D81B595-D293-454B-B548-AD79995C167E}" dt="2023-02-22T10:12:22.430" v="155" actId="1076"/>
          <ac:spMkLst>
            <pc:docMk/>
            <pc:sldMk cId="503700777" sldId="643"/>
            <ac:spMk id="3" creationId="{D9B32366-E843-40BC-8582-927F959B71AD}"/>
          </ac:spMkLst>
        </pc:spChg>
        <pc:spChg chg="del">
          <ac:chgData name="Димитър Минчев" userId="6da192e4-d32c-454b-8615-bbadf07b6639" providerId="ADAL" clId="{0D81B595-D293-454B-B548-AD79995C167E}" dt="2023-02-22T10:11:54.996" v="145" actId="478"/>
          <ac:spMkLst>
            <pc:docMk/>
            <pc:sldMk cId="503700777" sldId="643"/>
            <ac:spMk id="4" creationId="{942BBD02-D989-48C4-BB86-B69D72D24659}"/>
          </ac:spMkLst>
        </pc:spChg>
        <pc:spChg chg="mod">
          <ac:chgData name="Димитър Минчев" userId="6da192e4-d32c-454b-8615-bbadf07b6639" providerId="ADAL" clId="{0D81B595-D293-454B-B548-AD79995C167E}" dt="2023-02-22T10:14:29.793" v="186" actId="20577"/>
          <ac:spMkLst>
            <pc:docMk/>
            <pc:sldMk cId="503700777" sldId="643"/>
            <ac:spMk id="5" creationId="{C3B5FAEB-1CCD-4453-9694-C036D2379762}"/>
          </ac:spMkLst>
        </pc:spChg>
        <pc:spChg chg="del mod">
          <ac:chgData name="Димитър Минчев" userId="6da192e4-d32c-454b-8615-bbadf07b6639" providerId="ADAL" clId="{0D81B595-D293-454B-B548-AD79995C167E}" dt="2023-02-22T10:13:37.672" v="166" actId="478"/>
          <ac:spMkLst>
            <pc:docMk/>
            <pc:sldMk cId="503700777" sldId="643"/>
            <ac:spMk id="6" creationId="{906BA46E-C8B6-418B-9F56-8C779709A19E}"/>
          </ac:spMkLst>
        </pc:spChg>
        <pc:spChg chg="add del mod">
          <ac:chgData name="Димитър Минчев" userId="6da192e4-d32c-454b-8615-bbadf07b6639" providerId="ADAL" clId="{0D81B595-D293-454B-B548-AD79995C167E}" dt="2023-02-22T10:11:56.982" v="146" actId="478"/>
          <ac:spMkLst>
            <pc:docMk/>
            <pc:sldMk cId="503700777" sldId="643"/>
            <ac:spMk id="7" creationId="{D3D0318E-2F8E-6557-6350-0A6EC4228313}"/>
          </ac:spMkLst>
        </pc:spChg>
        <pc:spChg chg="add mod">
          <ac:chgData name="Димитър Минчев" userId="6da192e4-d32c-454b-8615-bbadf07b6639" providerId="ADAL" clId="{0D81B595-D293-454B-B548-AD79995C167E}" dt="2023-02-22T10:12:00.030" v="148" actId="20577"/>
          <ac:spMkLst>
            <pc:docMk/>
            <pc:sldMk cId="503700777" sldId="643"/>
            <ac:spMk id="8" creationId="{A5ADAB4D-A2BE-43E7-D8E0-2B45ED6CD47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softuni.foundation/" TargetMode="Externa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t>Три класа. DbSet съдържа + следи + изпраща.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DbSet, DbContext, ChangeTracker. DbSet = умна List&lt;T&gt;.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ДбСет = умна List&lt;T&gt;. ICollection&lt;T&gt; - по-ограничен интерфейс.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ВСЕКИ DbSet&lt;T&gt; = таблица в БД. Add -&gt; Добавя в Entities И ChangeTracker.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DbContext = Unit of Work. Аналогия: кошница в онлайн магазин.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Нашите контексти наследяват DbContext. Съдържа DbSet свойства.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колекции: allEntities (клонирани), added,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IReadOnlyCollection - не може да се модифицира отвън. Инкапсулация!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КЛОНИРАМЕ: паметаме оригиналното. При SaveChanges сравняваме клон vs текущ.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Activator.CreateInstance&lt;T&gt;(): нов обект без new. SetValue/GetValue: копира стойности.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Нарисувайте блок-схема на SaveChanges.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Ефективно и безопасно - атомарна операция.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mon.bg/" TargetMode="External"/><Relationship Id="rId5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mon.bg/" TargetMode="External"/><Relationship Id="rId5" Type="http://schemas.openxmlformats.org/officeDocument/2006/relationships/hyperlink" Target="https://creativecommons.org/licenses/by-nc-sa/4.0" TargetMode="External"/><Relationship Id="rId6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Други класове в </a:t>
            </a:r>
            <a:r>
              <a:rPr lang="en-US" dirty="0">
                <a:latin typeface="Comfortaa" pitchFamily="2" charset="0"/>
              </a:rPr>
              <a:t>ORM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Разработка на софтуер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 err="1">
                <a:latin typeface="Comfortaa" pitchFamily="2" charset="0"/>
              </a:rPr>
              <a:t>DbSet</a:t>
            </a:r>
            <a:r>
              <a:rPr lang="en-US" sz="3200" dirty="0">
                <a:latin typeface="Comfortaa" pitchFamily="2" charset="0"/>
              </a:rPr>
              <a:t>&lt;T&gt;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 err="1">
                <a:latin typeface="Comfortaa" pitchFamily="2" charset="0"/>
              </a:rPr>
              <a:t>DbContext</a:t>
            </a:r>
            <a:r>
              <a:rPr lang="en-US" sz="3200" dirty="0">
                <a:latin typeface="Comfortaa" pitchFamily="2" charset="0"/>
              </a:rPr>
              <a:t>&lt;T&gt;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 err="1">
                <a:latin typeface="Comfortaa" pitchFamily="2" charset="0"/>
              </a:rPr>
              <a:t>ChangeTracker</a:t>
            </a:r>
            <a:r>
              <a:rPr lang="en-US" sz="3200" dirty="0">
                <a:latin typeface="Comfortaa" pitchFamily="2" charset="0"/>
              </a:rPr>
              <a:t>&lt;T&gt;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en-US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1BA20B-A0F4-465B-B6CF-ED757FC7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174" y="4048625"/>
            <a:ext cx="9144000" cy="1284121"/>
          </a:xfrm>
        </p:spPr>
        <p:txBody>
          <a:bodyPr/>
          <a:lstStyle/>
          <a:p>
            <a:r>
              <a:rPr lang="en-US" noProof="1">
                <a:latin typeface="Comfortaa" pitchFamily="2" charset="0"/>
              </a:rPr>
              <a:t>DbSet&lt;T&gt;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1C3B5D-00EA-4480-AF19-D0984A6A2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0174" y="5492234"/>
            <a:ext cx="9144000" cy="89051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Специализирани колекции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6F5451-C1F0-4BA8-BE21-55610BE20F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174" b="29457"/>
          <a:stretch/>
        </p:blipFill>
        <p:spPr>
          <a:xfrm>
            <a:off x="2874791" y="702573"/>
            <a:ext cx="6799936" cy="3186564"/>
          </a:xfrm>
          <a:prstGeom prst="roundRect">
            <a:avLst>
              <a:gd name="adj" fmla="val 4888"/>
            </a:avLst>
          </a:prstGeom>
        </p:spPr>
      </p:pic>
    </p:spTree>
    <p:extLst>
      <p:ext uri="{BB962C8B-B14F-4D97-AF65-F5344CB8AC3E}">
        <p14:creationId xmlns:p14="http://schemas.microsoft.com/office/powerpoint/2010/main" val="299073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CDEA32-6BF9-4F82-A4A2-8C63CA49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0162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Шаблонна колекция с допълнителни възможности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Всяка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DbSet&lt;T&gt;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съответства на единствена таблица в БД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Имплементира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ICollection&lt;T&gt;</a:t>
            </a:r>
            <a:endParaRPr lang="en-US" noProof="1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Може да се прилага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foreach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Поддържа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LINQ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операции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Обикновено няколко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DbSet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формират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DbContext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2F2654-7DE1-4ED3-B7B4-62F50D783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662"/>
            <a:ext cx="10515600" cy="1325563"/>
          </a:xfrm>
        </p:spPr>
        <p:txBody>
          <a:bodyPr/>
          <a:lstStyle/>
          <a:p>
            <a:r>
              <a:rPr lang="en-US" noProof="1">
                <a:latin typeface="Comfortaa" pitchFamily="2" charset="0"/>
              </a:rPr>
              <a:t>DbSet&lt;T&gt; </a:t>
            </a:r>
            <a:r>
              <a:rPr lang="bg-BG" noProof="1">
                <a:latin typeface="Comfortaa" pitchFamily="2" charset="0"/>
              </a:rPr>
              <a:t>клас</a:t>
            </a:r>
            <a:endParaRPr lang="en-US" noProof="1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0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5FDF-64F3-439C-9580-5B208CF98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241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Всеки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DbSet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се следи собствените си данни чрез регистър на промените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Притежава всички останали възможности 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ICollection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&lt;T&gt;</a:t>
            </a:r>
          </a:p>
          <a:p>
            <a:pPr lvl="1"/>
            <a:r>
              <a:rPr lang="bg-BG" dirty="0">
                <a:latin typeface="Comfortaa" pitchFamily="2" charset="0"/>
              </a:rPr>
              <a:t>Добавя/обновява елементи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Премахва данна</a:t>
            </a:r>
            <a:r>
              <a:rPr lang="en-US" dirty="0">
                <a:latin typeface="Comfortaa" pitchFamily="2" charset="0"/>
              </a:rPr>
              <a:t>/</a:t>
            </a:r>
            <a:r>
              <a:rPr lang="bg-BG" dirty="0">
                <a:latin typeface="Comfortaa" pitchFamily="2" charset="0"/>
              </a:rPr>
              <a:t>множество от данни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Проверява елемент за съществуване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Пази броя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елементите</a:t>
            </a:r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148C0D-8568-4AA6-B8D5-60CA7D01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9741"/>
            <a:ext cx="10515600" cy="1325563"/>
          </a:xfrm>
        </p:spPr>
        <p:txBody>
          <a:bodyPr/>
          <a:lstStyle/>
          <a:p>
            <a:r>
              <a:rPr lang="en-US" noProof="1">
                <a:latin typeface="Comfortaa" pitchFamily="2" charset="0"/>
              </a:rPr>
              <a:t>DbSet&lt;T&gt; </a:t>
            </a:r>
            <a:r>
              <a:rPr lang="bg-BG" noProof="1">
                <a:latin typeface="Comfortaa" pitchFamily="2" charset="0"/>
              </a:rPr>
              <a:t>възможности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740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1BA20B-A0F4-465B-B6CF-ED757FC7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94058"/>
            <a:ext cx="10363200" cy="820600"/>
          </a:xfrm>
        </p:spPr>
        <p:txBody>
          <a:bodyPr>
            <a:normAutofit fontScale="90000"/>
          </a:bodyPr>
          <a:lstStyle/>
          <a:p>
            <a:r>
              <a:rPr lang="en-US" noProof="1">
                <a:latin typeface="Comfortaa" pitchFamily="2" charset="0"/>
              </a:rPr>
              <a:t>DbContext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89B2F99-6EAF-44EE-BC2D-5D5082E9FF8D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8787DCB-3E5F-B525-80CC-AA2565F75DD3}"/>
              </a:ext>
            </a:extLst>
          </p:cNvPr>
          <p:cNvSpPr txBox="1">
            <a:spLocks/>
          </p:cNvSpPr>
          <p:nvPr/>
        </p:nvSpPr>
        <p:spPr>
          <a:xfrm>
            <a:off x="1590174" y="5492234"/>
            <a:ext cx="9144000" cy="89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dirty="0">
                <a:latin typeface="Comfortaa" pitchFamily="2" charset="0"/>
              </a:rPr>
              <a:t>Контекст от специализирани колекции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9126EA-146F-B664-5BAB-A4249BC13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48" y="1464906"/>
            <a:ext cx="8896437" cy="253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CCDD8A-D6F9-4230-A76B-1C1B0DA29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89258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Съст</a:t>
            </a:r>
            <a:r>
              <a:rPr lang="en-US" sz="2200" dirty="0">
                <a:latin typeface="Comfortaa" pitchFamily="2" charset="0"/>
              </a:rPr>
              <a:t>a</a:t>
            </a:r>
            <a:r>
              <a:rPr lang="bg-BG" sz="2200" dirty="0">
                <a:latin typeface="Comfortaa" pitchFamily="2" charset="0"/>
              </a:rPr>
              <a:t>вен </a:t>
            </a:r>
            <a:r>
              <a:rPr lang="en-US" sz="2200" dirty="0">
                <a:latin typeface="Comfortaa" pitchFamily="2" charset="0"/>
              </a:rPr>
              <a:t>e </a:t>
            </a:r>
            <a:r>
              <a:rPr lang="bg-BG" sz="2200" dirty="0">
                <a:latin typeface="Comfortaa" pitchFamily="2" charset="0"/>
              </a:rPr>
              <a:t>от няколко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en-US" sz="2200" b="1" noProof="1">
                <a:solidFill>
                  <a:srgbClr val="00B0F0"/>
                </a:solidFill>
                <a:latin typeface="Comfortaa" pitchFamily="2" charset="0"/>
              </a:rPr>
              <a:t>DbSet&lt;T&gt;</a:t>
            </a:r>
          </a:p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Грижи се за попълването на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en-US" sz="2200" b="1" noProof="1">
                <a:solidFill>
                  <a:srgbClr val="00B0F0"/>
                </a:solidFill>
                <a:latin typeface="Comfortaa" pitchFamily="2" charset="0"/>
              </a:rPr>
              <a:t>DbSet</a:t>
            </a:r>
          </a:p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Потребителите създават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en-US" sz="2200" b="1" noProof="1">
                <a:solidFill>
                  <a:srgbClr val="00B0F0"/>
                </a:solidFill>
                <a:latin typeface="Comfortaa" pitchFamily="2" charset="0"/>
              </a:rPr>
              <a:t>Context</a:t>
            </a:r>
            <a:r>
              <a:rPr lang="en-US" sz="2200" dirty="0">
                <a:latin typeface="Comfortaa" pitchFamily="2" charset="0"/>
              </a:rPr>
              <a:t>, </a:t>
            </a:r>
            <a:r>
              <a:rPr lang="bg-BG" sz="2200" dirty="0">
                <a:latin typeface="Comfortaa" pitchFamily="2" charset="0"/>
              </a:rPr>
              <a:t>който наследява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en-US" sz="2200" b="1" noProof="1">
                <a:solidFill>
                  <a:srgbClr val="00B0F0"/>
                </a:solidFill>
                <a:latin typeface="Comfortaa" pitchFamily="2" charset="0"/>
              </a:rPr>
              <a:t>DbContext</a:t>
            </a:r>
            <a:endParaRPr lang="en-US" sz="22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200" noProof="1">
                <a:latin typeface="Comfortaa" pitchFamily="2" charset="0"/>
              </a:rPr>
              <a:t>Използваме по един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en-US" sz="2200" b="1" noProof="1">
                <a:solidFill>
                  <a:srgbClr val="00B0F0"/>
                </a:solidFill>
                <a:latin typeface="Comfortaa" pitchFamily="2" charset="0"/>
              </a:rPr>
              <a:t>DbSet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за таблица</a:t>
            </a:r>
            <a:endParaRPr lang="en-US" sz="2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200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24AF8C-E319-4F67-A8C4-A21A5845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mfortaa" pitchFamily="2" charset="0"/>
              </a:rPr>
              <a:t>DbContext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933A11D-880F-4BFC-9D6E-27F4FAFF34FB}"/>
              </a:ext>
            </a:extLst>
          </p:cNvPr>
          <p:cNvSpPr txBox="1">
            <a:spLocks/>
          </p:cNvSpPr>
          <p:nvPr/>
        </p:nvSpPr>
        <p:spPr>
          <a:xfrm>
            <a:off x="873499" y="3719731"/>
            <a:ext cx="10821988" cy="26130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public class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Context</a:t>
            </a: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 :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DbContext</a:t>
            </a:r>
          </a:p>
          <a:p>
            <a:pPr>
              <a:lnSpc>
                <a:spcPct val="90000"/>
              </a:lnSpc>
            </a:pP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{  </a:t>
            </a:r>
          </a:p>
          <a:p>
            <a:pPr>
              <a:lnSpc>
                <a:spcPct val="90000"/>
              </a:lnSpc>
            </a:pP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  public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DbSet</a:t>
            </a: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&lt;Employee&gt; Employees { get; }</a:t>
            </a:r>
          </a:p>
          <a:p>
            <a:pPr>
              <a:lnSpc>
                <a:spcPct val="90000"/>
              </a:lnSpc>
            </a:pP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  public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DbSet</a:t>
            </a: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&lt;Department&gt; Departments { get; }</a:t>
            </a:r>
          </a:p>
          <a:p>
            <a:pPr>
              <a:lnSpc>
                <a:spcPct val="90000"/>
              </a:lnSpc>
            </a:pP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  public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DbSet</a:t>
            </a: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&lt;Project&gt; Projects { get; }</a:t>
            </a:r>
          </a:p>
          <a:p>
            <a:pPr>
              <a:lnSpc>
                <a:spcPct val="90000"/>
              </a:lnSpc>
            </a:pP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  public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DbSet</a:t>
            </a: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&lt;EmployeeProject&gt; EmployeesProjects { get; }</a:t>
            </a:r>
          </a:p>
          <a:p>
            <a:pPr>
              <a:lnSpc>
                <a:spcPct val="90000"/>
              </a:lnSpc>
            </a:pPr>
            <a:r>
              <a:rPr lang="en-US" sz="2600" b="1" noProof="1">
                <a:solidFill>
                  <a:schemeClr val="bg2"/>
                </a:solidFill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393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1BA20B-A0F4-465B-B6CF-ED757FC7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982" y="3558653"/>
            <a:ext cx="9144000" cy="1742532"/>
          </a:xfrm>
        </p:spPr>
        <p:txBody>
          <a:bodyPr/>
          <a:lstStyle/>
          <a:p>
            <a:r>
              <a:rPr lang="en-US" dirty="0" err="1">
                <a:latin typeface="Comfortaa" pitchFamily="2" charset="0"/>
              </a:rPr>
              <a:t>ChangeTracker</a:t>
            </a:r>
            <a:r>
              <a:rPr lang="en-US" dirty="0">
                <a:latin typeface="Comfortaa" pitchFamily="2" charset="0"/>
              </a:rPr>
              <a:t>&lt;T&gt;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1C3B5D-00EA-4480-AF19-D0984A6A2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6982" y="5474706"/>
            <a:ext cx="9144000" cy="120841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 за регистър на промените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E2E25B-42E3-4FBC-9F63-E6767019C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762" y="450996"/>
            <a:ext cx="6436031" cy="3603646"/>
          </a:xfrm>
          <a:prstGeom prst="roundRect">
            <a:avLst>
              <a:gd name="adj" fmla="val 3938"/>
            </a:avLst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B2AD5BDD-AB24-47C3-A101-438F4854D74E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912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95211F-A645-41EB-822A-28B907EF6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0083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Контейнер за проследяване на промените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Поддържа </a:t>
            </a:r>
            <a:r>
              <a:rPr lang="en-US" dirty="0">
                <a:latin typeface="Comfortaa" pitchFamily="2" charset="0"/>
              </a:rPr>
              <a:t>3 </a:t>
            </a:r>
            <a:r>
              <a:rPr lang="bg-BG" dirty="0">
                <a:latin typeface="Comfortaa" pitchFamily="2" charset="0"/>
              </a:rPr>
              <a:t>колекции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Всички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данни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Добавените</a:t>
            </a:r>
            <a:r>
              <a:rPr lang="bg-BG" dirty="0">
                <a:latin typeface="Comfortaa" pitchFamily="2" charset="0"/>
              </a:rPr>
              <a:t> данни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Премахнатите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данни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Също така може да проследява 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променени данни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Чрез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клониране на данни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при инициализация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D03810-9000-4B14-9319-79B7F73C6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9583"/>
            <a:ext cx="10515600" cy="1325563"/>
          </a:xfrm>
        </p:spPr>
        <p:txBody>
          <a:bodyPr/>
          <a:lstStyle/>
          <a:p>
            <a:r>
              <a:rPr lang="en-US" dirty="0" err="1">
                <a:latin typeface="Comfortaa" pitchFamily="2" charset="0"/>
              </a:rPr>
              <a:t>ChangeTracker</a:t>
            </a:r>
            <a:r>
              <a:rPr lang="en-US" dirty="0">
                <a:latin typeface="Comfortaa" pitchFamily="2" charset="0"/>
              </a:rPr>
              <a:t>&lt;T&gt;</a:t>
            </a:r>
          </a:p>
        </p:txBody>
      </p:sp>
    </p:spTree>
    <p:extLst>
      <p:ext uri="{BB962C8B-B14F-4D97-AF65-F5344CB8AC3E}">
        <p14:creationId xmlns:p14="http://schemas.microsoft.com/office/powerpoint/2010/main" val="2245862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4368-413F-4EB0-9F2A-A37CDBE49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3664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 да проверява за промяна на данните, регистърът на промените клонира всички данни при инициализация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Процесът е както следва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dirty="0">
                <a:latin typeface="Comfortaa" pitchFamily="2" charset="0"/>
              </a:rPr>
              <a:t>Създава се празна инстанция на данна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Запълват се всички свойства, които са валидни</a:t>
            </a:r>
            <a:r>
              <a:rPr lang="en-US" dirty="0">
                <a:latin typeface="Comfortaa" pitchFamily="2" charset="0"/>
              </a:rPr>
              <a:t> SQL </a:t>
            </a:r>
            <a:r>
              <a:rPr lang="bg-BG" dirty="0">
                <a:latin typeface="Comfortaa" pitchFamily="2" charset="0"/>
              </a:rPr>
              <a:t>типове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Свойства на празната инстанция се задават към стойностите на съществувата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CD5158-4923-484C-930B-03CAC007F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145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mfortaa" pitchFamily="2" charset="0"/>
              </a:rPr>
              <a:t>ChangeTracker</a:t>
            </a:r>
            <a:r>
              <a:rPr lang="en-US" dirty="0">
                <a:latin typeface="Comfortaa" pitchFamily="2" charset="0"/>
              </a:rPr>
              <a:t>&lt;T&gt;: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Клониране на данните </a:t>
            </a:r>
            <a:r>
              <a:rPr lang="en-US" dirty="0">
                <a:latin typeface="Comfortaa" pitchFamily="2" charset="0"/>
              </a:rPr>
              <a:t>[1/2]</a:t>
            </a:r>
          </a:p>
        </p:txBody>
      </p:sp>
    </p:spTree>
    <p:extLst>
      <p:ext uri="{BB962C8B-B14F-4D97-AF65-F5344CB8AC3E}">
        <p14:creationId xmlns:p14="http://schemas.microsoft.com/office/powerpoint/2010/main" val="1296656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32366-E843-40BC-8582-927F959B7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685" y="1912132"/>
            <a:ext cx="9863889" cy="508501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Клониране на данни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B5FAEB-1CCD-4453-9694-C036D2379762}"/>
              </a:ext>
            </a:extLst>
          </p:cNvPr>
          <p:cNvSpPr txBox="1">
            <a:spLocks/>
          </p:cNvSpPr>
          <p:nvPr/>
        </p:nvSpPr>
        <p:spPr>
          <a:xfrm>
            <a:off x="1005470" y="2515745"/>
            <a:ext cx="9967329" cy="385079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private static List&lt;T&gt; CloneEntities(IEnumerable&lt;T&gt; entities)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  var clonedEntities = new List&lt;T&gt;();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  var propertiesToClone = </a:t>
            </a:r>
            <a:r>
              <a:rPr lang="en-US" b="1" i="1" noProof="1">
                <a:solidFill>
                  <a:srgbClr val="00B0F0"/>
                </a:solidFill>
                <a:latin typeface="Consolas" pitchFamily="49" charset="0"/>
              </a:rPr>
              <a:t>// TODO:</a:t>
            </a:r>
            <a:r>
              <a:rPr lang="en-US" b="1" i="1" noProof="1">
                <a:solidFill>
                  <a:schemeClr val="accent1"/>
                </a:solidFill>
                <a:latin typeface="Consolas" pitchFamily="49" charset="0"/>
              </a:rPr>
              <a:t> </a:t>
            </a:r>
            <a:r>
              <a:rPr lang="bg-BG" b="1" i="1" noProof="1">
                <a:solidFill>
                  <a:srgbClr val="00B0F0"/>
                </a:solidFill>
                <a:latin typeface="Consolas" pitchFamily="49" charset="0"/>
              </a:rPr>
              <a:t>вземете свойствата за клониране</a:t>
            </a:r>
            <a:endParaRPr lang="en-US" b="1" i="1" noProof="1">
              <a:solidFill>
                <a:srgbClr val="00B0F0"/>
              </a:solidFill>
              <a:latin typeface="Consolas" pitchFamily="49" charset="0"/>
            </a:endParaRP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rgbClr val="FBEEDC"/>
                </a:solidFill>
                <a:latin typeface="Consolas" pitchFamily="49" charset="0"/>
              </a:rPr>
              <a:t>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foreach (var entity in entities) {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rgbClr val="FBEEDC"/>
                </a:solidFill>
                <a:latin typeface="Consolas" pitchFamily="49" charset="0"/>
              </a:rPr>
              <a:t>  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</a:rPr>
              <a:t>var clonedEntity = Activator.CreateInstance&lt;T&gt;();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rgbClr val="FBEEDC"/>
                </a:solidFill>
                <a:latin typeface="Consolas" pitchFamily="49" charset="0"/>
              </a:rPr>
              <a:t>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foreach (var property in propertiesToClone) {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      var value = property.GetValue(entity);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      property.SetValue(clonedEntity, value);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    }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    clonedEntities.Add(clonedEntity);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  }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</a:rPr>
              <a:t>  return clonedEntities;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rgbClr val="FBEEDC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A5ADAB4D-A2BE-43E7-D8E0-2B45ED6CD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145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mfortaa" pitchFamily="2" charset="0"/>
              </a:rPr>
              <a:t>ChangeTracker</a:t>
            </a:r>
            <a:r>
              <a:rPr lang="en-US" dirty="0">
                <a:latin typeface="Comfortaa" pitchFamily="2" charset="0"/>
              </a:rPr>
              <a:t>&lt;T&gt;: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Клониране на данните </a:t>
            </a:r>
            <a:r>
              <a:rPr lang="en-US" dirty="0">
                <a:latin typeface="Comfortaa" pitchFamily="2" charset="0"/>
              </a:rPr>
              <a:t>[2/2]</a:t>
            </a:r>
          </a:p>
        </p:txBody>
      </p:sp>
    </p:spTree>
    <p:extLst>
      <p:ext uri="{BB962C8B-B14F-4D97-AF65-F5344CB8AC3E}">
        <p14:creationId xmlns:p14="http://schemas.microsoft.com/office/powerpoint/2010/main" val="503700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SaveChanges() — Какво се случва?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ChangeTracker.GetAdded() → генерира INSERT заявки</a:t>
            </a:r>
          </a:p>
          <a:p>
            <a:r>
              <a:t>2. ChangeTracker.GetRemoved() → генерира DELETE заявки</a:t>
            </a:r>
          </a:p>
          <a:p>
            <a:r>
              <a:t>3. GetModified(): клон vs текущ → UPDATE</a:t>
            </a:r>
          </a:p>
          <a:p>
            <a:r>
              <a:t>4. BEGIN TRANSACTION</a:t>
            </a:r>
          </a:p>
          <a:p>
            <a:r>
              <a:t>5. Изпълнява всичко SQL</a:t>
            </a:r>
          </a:p>
          <a:p>
            <a:r>
              <a:t>6. COMMIT или ROLLBACK</a:t>
            </a:r>
          </a:p>
          <a:p>
            <a:r>
              <a:t>ТОЧНО: Без SaveChanges() НИЩО не се записва!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of Work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Трупаме промени в паметта, изпращаме наведнъж</a:t>
            </a:r>
          </a:p>
          <a:p>
            <a:r>
              <a:t>context.Employees.Add(emp1);</a:t>
            </a:r>
          </a:p>
          <a:p>
            <a:r>
              <a:t>context.Employees.Add(emp2);</a:t>
            </a:r>
          </a:p>
          <a:p>
            <a:r>
              <a:t>context.Departments.Add(dept);</a:t>
            </a:r>
          </a:p>
          <a:p>
            <a:r>
              <a:t>context.SaveChanges(); → 3 INSERT-а в 1 транзакция</a:t>
            </a:r>
          </a:p>
          <a:p>
            <a:r>
              <a:t>Аналогия: кошница + Checkout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530</Words>
  <Application>Microsoft Office PowerPoint</Application>
  <PresentationFormat>Widescreen</PresentationFormat>
  <Paragraphs>85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Comfortaa</vt:lpstr>
      <vt:lpstr>Consolas</vt:lpstr>
      <vt:lpstr>Office Theme</vt:lpstr>
      <vt:lpstr>Други класове в ORM</vt:lpstr>
      <vt:lpstr>Съдържание</vt:lpstr>
      <vt:lpstr>DbSet&lt;T&gt;</vt:lpstr>
      <vt:lpstr>DbSet&lt;T&gt; клас</vt:lpstr>
      <vt:lpstr>DbSet&lt;T&gt; възможности</vt:lpstr>
      <vt:lpstr>DbContext</vt:lpstr>
      <vt:lpstr>DbContext клас</vt:lpstr>
      <vt:lpstr>ChangeTracker&lt;T&gt;</vt:lpstr>
      <vt:lpstr>ChangeTracker&lt;T&gt;</vt:lpstr>
      <vt:lpstr>ChangeTracker&lt;T&gt;:  Клониране на данните [1/2]</vt:lpstr>
      <vt:lpstr>ChangeTracker&lt;T&gt;:  Клониране на данните [2/2]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2023-02-22T10:17:21Z</dcterms:modified>
</cp:coreProperties>
</file>