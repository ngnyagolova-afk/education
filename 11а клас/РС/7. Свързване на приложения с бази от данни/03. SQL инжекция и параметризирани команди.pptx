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sldIdLst>
    <p:sldId id="258" r:id="rId2"/>
    <p:sldId id="571" r:id="rId3"/>
    <p:sldId id="625" r:id="rId4"/>
    <p:sldId id="626" r:id="rId5"/>
    <p:sldId id="627" r:id="rId6"/>
    <p:sldId id="628" r:id="rId7"/>
    <p:sldId id="629" r:id="rId8"/>
    <p:sldId id="630" r:id="rId9"/>
    <p:sldId id="631" r:id="rId10"/>
    <p:sldId id="5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625"/>
            <p14:sldId id="626"/>
            <p14:sldId id="627"/>
            <p14:sldId id="628"/>
            <p14:sldId id="629"/>
            <p14:sldId id="630"/>
            <p14:sldId id="631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57CADD-3FA9-4BD3-926F-FCAB146EC7B1}" v="39" dt="2023-02-22T09:20:58.8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  <pc:docChgLst>
    <pc:chgData name="Димитър Минчев" userId="6da192e4-d32c-454b-8615-bbadf07b6639" providerId="ADAL" clId="{4457CADD-3FA9-4BD3-926F-FCAB146EC7B1}"/>
    <pc:docChg chg="custSel addSld modSld">
      <pc:chgData name="Димитър Минчев" userId="6da192e4-d32c-454b-8615-bbadf07b6639" providerId="ADAL" clId="{4457CADD-3FA9-4BD3-926F-FCAB146EC7B1}" dt="2023-02-22T09:21:57.559" v="124" actId="207"/>
      <pc:docMkLst>
        <pc:docMk/>
      </pc:docMkLst>
      <pc:sldChg chg="modSp mod">
        <pc:chgData name="Димитър Минчев" userId="6da192e4-d32c-454b-8615-bbadf07b6639" providerId="ADAL" clId="{4457CADD-3FA9-4BD3-926F-FCAB146EC7B1}" dt="2023-02-22T09:15:44.484" v="24" actId="404"/>
        <pc:sldMkLst>
          <pc:docMk/>
          <pc:sldMk cId="2386959723" sldId="258"/>
        </pc:sldMkLst>
        <pc:spChg chg="mod">
          <ac:chgData name="Димитър Минчев" userId="6da192e4-d32c-454b-8615-bbadf07b6639" providerId="ADAL" clId="{4457CADD-3FA9-4BD3-926F-FCAB146EC7B1}" dt="2023-02-22T09:15:44.484" v="24" actId="404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4457CADD-3FA9-4BD3-926F-FCAB146EC7B1}" dt="2023-02-22T09:15:39.414" v="23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modSp mod">
        <pc:chgData name="Димитър Минчев" userId="6da192e4-d32c-454b-8615-bbadf07b6639" providerId="ADAL" clId="{4457CADD-3FA9-4BD3-926F-FCAB146EC7B1}" dt="2023-02-22T09:15:55.097" v="25"/>
        <pc:sldMkLst>
          <pc:docMk/>
          <pc:sldMk cId="2385751420" sldId="571"/>
        </pc:sldMkLst>
        <pc:spChg chg="mod">
          <ac:chgData name="Димитър Минчев" userId="6da192e4-d32c-454b-8615-bbadf07b6639" providerId="ADAL" clId="{4457CADD-3FA9-4BD3-926F-FCAB146EC7B1}" dt="2023-02-22T09:15:55.097" v="25"/>
          <ac:spMkLst>
            <pc:docMk/>
            <pc:sldMk cId="2385751420" sldId="571"/>
            <ac:spMk id="8" creationId="{00000000-0000-0000-0000-000000000000}"/>
          </ac:spMkLst>
        </pc:spChg>
      </pc:sldChg>
      <pc:sldChg chg="addSp delSp modSp add mod">
        <pc:chgData name="Димитър Минчев" userId="6da192e4-d32c-454b-8615-bbadf07b6639" providerId="ADAL" clId="{4457CADD-3FA9-4BD3-926F-FCAB146EC7B1}" dt="2023-02-22T09:16:46.362" v="44" actId="478"/>
        <pc:sldMkLst>
          <pc:docMk/>
          <pc:sldMk cId="1653742157" sldId="625"/>
        </pc:sldMkLst>
        <pc:spChg chg="del">
          <ac:chgData name="Димитър Минчев" userId="6da192e4-d32c-454b-8615-bbadf07b6639" providerId="ADAL" clId="{4457CADD-3FA9-4BD3-926F-FCAB146EC7B1}" dt="2023-02-22T09:16:39.217" v="41" actId="478"/>
          <ac:spMkLst>
            <pc:docMk/>
            <pc:sldMk cId="1653742157" sldId="62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457CADD-3FA9-4BD3-926F-FCAB146EC7B1}" dt="2023-02-22T09:16:28.893" v="37" actId="403"/>
          <ac:spMkLst>
            <pc:docMk/>
            <pc:sldMk cId="1653742157" sldId="625"/>
            <ac:spMk id="3" creationId="{00000000-0000-0000-0000-000000000000}"/>
          </ac:spMkLst>
        </pc:spChg>
        <pc:spChg chg="del">
          <ac:chgData name="Димитър Минчев" userId="6da192e4-d32c-454b-8615-bbadf07b6639" providerId="ADAL" clId="{4457CADD-3FA9-4BD3-926F-FCAB146EC7B1}" dt="2023-02-22T09:16:46.362" v="44" actId="478"/>
          <ac:spMkLst>
            <pc:docMk/>
            <pc:sldMk cId="1653742157" sldId="625"/>
            <ac:spMk id="5" creationId="{F14B32A7-7B0B-4F6D-BF19-67D51B4FACB5}"/>
          </ac:spMkLst>
        </pc:spChg>
        <pc:spChg chg="add del mod">
          <ac:chgData name="Димитър Минчев" userId="6da192e4-d32c-454b-8615-bbadf07b6639" providerId="ADAL" clId="{4457CADD-3FA9-4BD3-926F-FCAB146EC7B1}" dt="2023-02-22T09:16:41.071" v="42" actId="478"/>
          <ac:spMkLst>
            <pc:docMk/>
            <pc:sldMk cId="1653742157" sldId="625"/>
            <ac:spMk id="6" creationId="{FB2589F7-EF9B-6564-2943-969A4FCA4A47}"/>
          </ac:spMkLst>
        </pc:spChg>
        <pc:picChg chg="mod">
          <ac:chgData name="Димитър Минчев" userId="6da192e4-d32c-454b-8615-bbadf07b6639" providerId="ADAL" clId="{4457CADD-3FA9-4BD3-926F-FCAB146EC7B1}" dt="2023-02-22T09:16:44.378" v="43" actId="1076"/>
          <ac:picMkLst>
            <pc:docMk/>
            <pc:sldMk cId="1653742157" sldId="625"/>
            <ac:picMk id="1026" creationId="{98D29FA8-635C-4DA7-B278-71AB6A918C91}"/>
          </ac:picMkLst>
        </pc:picChg>
      </pc:sldChg>
      <pc:sldChg chg="delSp modSp add mod modAnim">
        <pc:chgData name="Димитър Минчев" userId="6da192e4-d32c-454b-8615-bbadf07b6639" providerId="ADAL" clId="{4457CADD-3FA9-4BD3-926F-FCAB146EC7B1}" dt="2023-02-22T09:17:41.198" v="61"/>
        <pc:sldMkLst>
          <pc:docMk/>
          <pc:sldMk cId="2420270171" sldId="626"/>
        </pc:sldMkLst>
        <pc:spChg chg="mod">
          <ac:chgData name="Димитър Минчев" userId="6da192e4-d32c-454b-8615-bbadf07b6639" providerId="ADAL" clId="{4457CADD-3FA9-4BD3-926F-FCAB146EC7B1}" dt="2023-02-22T09:17:11.400" v="54" actId="2711"/>
          <ac:spMkLst>
            <pc:docMk/>
            <pc:sldMk cId="2420270171" sldId="626"/>
            <ac:spMk id="2" creationId="{00000000-0000-0000-0000-000000000000}"/>
          </ac:spMkLst>
        </pc:spChg>
        <pc:spChg chg="del mod">
          <ac:chgData name="Димитър Минчев" userId="6da192e4-d32c-454b-8615-bbadf07b6639" providerId="ADAL" clId="{4457CADD-3FA9-4BD3-926F-FCAB146EC7B1}" dt="2023-02-22T09:17:26.289" v="60" actId="478"/>
          <ac:spMkLst>
            <pc:docMk/>
            <pc:sldMk cId="2420270171" sldId="626"/>
            <ac:spMk id="5" creationId="{0B8BEE83-C5F0-4F04-976A-67838B72606A}"/>
          </ac:spMkLst>
        </pc:spChg>
        <pc:spChg chg="mod">
          <ac:chgData name="Димитър Минчев" userId="6da192e4-d32c-454b-8615-bbadf07b6639" providerId="ADAL" clId="{4457CADD-3FA9-4BD3-926F-FCAB146EC7B1}" dt="2023-02-22T09:17:24.153" v="59" actId="207"/>
          <ac:spMkLst>
            <pc:docMk/>
            <pc:sldMk cId="2420270171" sldId="626"/>
            <ac:spMk id="6" creationId="{00000000-0000-0000-0000-000000000000}"/>
          </ac:spMkLst>
        </pc:spChg>
      </pc:sldChg>
      <pc:sldChg chg="addSp delSp modSp add mod modAnim">
        <pc:chgData name="Димитър Минчев" userId="6da192e4-d32c-454b-8615-bbadf07b6639" providerId="ADAL" clId="{4457CADD-3FA9-4BD3-926F-FCAB146EC7B1}" dt="2023-02-22T09:18:18.263" v="73"/>
        <pc:sldMkLst>
          <pc:docMk/>
          <pc:sldMk cId="2179291989" sldId="627"/>
        </pc:sldMkLst>
        <pc:spChg chg="del">
          <ac:chgData name="Димитър Минчев" userId="6da192e4-d32c-454b-8615-bbadf07b6639" providerId="ADAL" clId="{4457CADD-3FA9-4BD3-926F-FCAB146EC7B1}" dt="2023-02-22T09:17:47.525" v="62" actId="478"/>
          <ac:spMkLst>
            <pc:docMk/>
            <pc:sldMk cId="2179291989" sldId="627"/>
            <ac:spMk id="2" creationId="{00000000-0000-0000-0000-000000000000}"/>
          </ac:spMkLst>
        </pc:spChg>
        <pc:spChg chg="add del mod">
          <ac:chgData name="Димитър Минчев" userId="6da192e4-d32c-454b-8615-bbadf07b6639" providerId="ADAL" clId="{4457CADD-3FA9-4BD3-926F-FCAB146EC7B1}" dt="2023-02-22T09:17:48.422" v="63" actId="478"/>
          <ac:spMkLst>
            <pc:docMk/>
            <pc:sldMk cId="2179291989" sldId="627"/>
            <ac:spMk id="4" creationId="{E628B090-DD74-4A40-06CC-2BF9C42139B8}"/>
          </ac:spMkLst>
        </pc:spChg>
        <pc:spChg chg="del mod">
          <ac:chgData name="Димитър Минчев" userId="6da192e4-d32c-454b-8615-bbadf07b6639" providerId="ADAL" clId="{4457CADD-3FA9-4BD3-926F-FCAB146EC7B1}" dt="2023-02-22T09:18:05.621" v="72" actId="478"/>
          <ac:spMkLst>
            <pc:docMk/>
            <pc:sldMk cId="2179291989" sldId="627"/>
            <ac:spMk id="5" creationId="{09A4E372-A97E-4E36-8D32-15C6BD4FA876}"/>
          </ac:spMkLst>
        </pc:spChg>
        <pc:spChg chg="mod">
          <ac:chgData name="Димитър Минчев" userId="6da192e4-d32c-454b-8615-bbadf07b6639" providerId="ADAL" clId="{4457CADD-3FA9-4BD3-926F-FCAB146EC7B1}" dt="2023-02-22T09:18:03.898" v="71" actId="207"/>
          <ac:spMkLst>
            <pc:docMk/>
            <pc:sldMk cId="2179291989" sldId="627"/>
            <ac:spMk id="6" creationId="{00000000-0000-0000-0000-000000000000}"/>
          </ac:spMkLst>
        </pc:spChg>
        <pc:spChg chg="add mod">
          <ac:chgData name="Димитър Минчев" userId="6da192e4-d32c-454b-8615-bbadf07b6639" providerId="ADAL" clId="{4457CADD-3FA9-4BD3-926F-FCAB146EC7B1}" dt="2023-02-22T09:17:51.354" v="65" actId="20577"/>
          <ac:spMkLst>
            <pc:docMk/>
            <pc:sldMk cId="2179291989" sldId="627"/>
            <ac:spMk id="7" creationId="{94F91240-BA51-23B0-AE0E-DFA5E8B826FE}"/>
          </ac:spMkLst>
        </pc:spChg>
      </pc:sldChg>
      <pc:sldChg chg="delSp modSp add mod modAnim">
        <pc:chgData name="Димитър Минчев" userId="6da192e4-d32c-454b-8615-bbadf07b6639" providerId="ADAL" clId="{4457CADD-3FA9-4BD3-926F-FCAB146EC7B1}" dt="2023-02-22T09:19:01.455" v="84"/>
        <pc:sldMkLst>
          <pc:docMk/>
          <pc:sldMk cId="2950327509" sldId="628"/>
        </pc:sldMkLst>
        <pc:spChg chg="mod">
          <ac:chgData name="Димитър Минчев" userId="6da192e4-d32c-454b-8615-bbadf07b6639" providerId="ADAL" clId="{4457CADD-3FA9-4BD3-926F-FCAB146EC7B1}" dt="2023-02-22T09:18:26.828" v="74" actId="2711"/>
          <ac:spMkLst>
            <pc:docMk/>
            <pc:sldMk cId="2950327509" sldId="62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457CADD-3FA9-4BD3-926F-FCAB146EC7B1}" dt="2023-02-22T09:18:55.091" v="83" actId="113"/>
          <ac:spMkLst>
            <pc:docMk/>
            <pc:sldMk cId="2950327509" sldId="628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4457CADD-3FA9-4BD3-926F-FCAB146EC7B1}" dt="2023-02-22T09:18:45.989" v="80" actId="207"/>
          <ac:spMkLst>
            <pc:docMk/>
            <pc:sldMk cId="2950327509" sldId="628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4457CADD-3FA9-4BD3-926F-FCAB146EC7B1}" dt="2023-02-22T09:18:45.989" v="80" actId="207"/>
          <ac:spMkLst>
            <pc:docMk/>
            <pc:sldMk cId="2950327509" sldId="628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4457CADD-3FA9-4BD3-926F-FCAB146EC7B1}" dt="2023-02-22T09:18:45.989" v="80" actId="207"/>
          <ac:spMkLst>
            <pc:docMk/>
            <pc:sldMk cId="2950327509" sldId="628"/>
            <ac:spMk id="8" creationId="{00000000-0000-0000-0000-000000000000}"/>
          </ac:spMkLst>
        </pc:spChg>
        <pc:spChg chg="del mod">
          <ac:chgData name="Димитър Минчев" userId="6da192e4-d32c-454b-8615-bbadf07b6639" providerId="ADAL" clId="{4457CADD-3FA9-4BD3-926F-FCAB146EC7B1}" dt="2023-02-22T09:18:48.967" v="81" actId="478"/>
          <ac:spMkLst>
            <pc:docMk/>
            <pc:sldMk cId="2950327509" sldId="628"/>
            <ac:spMk id="9" creationId="{AF83BF7E-BB11-447E-B987-8D14325C8238}"/>
          </ac:spMkLst>
        </pc:spChg>
      </pc:sldChg>
      <pc:sldChg chg="delSp modSp add mod modAnim">
        <pc:chgData name="Димитър Минчев" userId="6da192e4-d32c-454b-8615-bbadf07b6639" providerId="ADAL" clId="{4457CADD-3FA9-4BD3-926F-FCAB146EC7B1}" dt="2023-02-22T09:19:46.395" v="98"/>
        <pc:sldMkLst>
          <pc:docMk/>
          <pc:sldMk cId="2062891297" sldId="629"/>
        </pc:sldMkLst>
        <pc:spChg chg="mod">
          <ac:chgData name="Димитър Минчев" userId="6da192e4-d32c-454b-8615-bbadf07b6639" providerId="ADAL" clId="{4457CADD-3FA9-4BD3-926F-FCAB146EC7B1}" dt="2023-02-22T09:19:13.019" v="85" actId="2711"/>
          <ac:spMkLst>
            <pc:docMk/>
            <pc:sldMk cId="2062891297" sldId="62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457CADD-3FA9-4BD3-926F-FCAB146EC7B1}" dt="2023-02-22T09:19:25.408" v="91" actId="20577"/>
          <ac:spMkLst>
            <pc:docMk/>
            <pc:sldMk cId="2062891297" sldId="629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4457CADD-3FA9-4BD3-926F-FCAB146EC7B1}" dt="2023-02-22T09:19:42.297" v="97" actId="14100"/>
          <ac:spMkLst>
            <pc:docMk/>
            <pc:sldMk cId="2062891297" sldId="629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4457CADD-3FA9-4BD3-926F-FCAB146EC7B1}" dt="2023-02-22T09:19:39.510" v="96" actId="478"/>
          <ac:spMkLst>
            <pc:docMk/>
            <pc:sldMk cId="2062891297" sldId="629"/>
            <ac:spMk id="6" creationId="{11115F5D-2F54-45BD-972D-9F660CDE8B8B}"/>
          </ac:spMkLst>
        </pc:spChg>
      </pc:sldChg>
      <pc:sldChg chg="delSp modSp add mod modAnim">
        <pc:chgData name="Димитър Минчев" userId="6da192e4-d32c-454b-8615-bbadf07b6639" providerId="ADAL" clId="{4457CADD-3FA9-4BD3-926F-FCAB146EC7B1}" dt="2023-02-22T09:20:36.106" v="109"/>
        <pc:sldMkLst>
          <pc:docMk/>
          <pc:sldMk cId="511184009" sldId="630"/>
        </pc:sldMkLst>
        <pc:spChg chg="mod">
          <ac:chgData name="Димитър Минчев" userId="6da192e4-d32c-454b-8615-bbadf07b6639" providerId="ADAL" clId="{4457CADD-3FA9-4BD3-926F-FCAB146EC7B1}" dt="2023-02-22T09:19:57.332" v="100" actId="2711"/>
          <ac:spMkLst>
            <pc:docMk/>
            <pc:sldMk cId="511184009" sldId="63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457CADD-3FA9-4BD3-926F-FCAB146EC7B1}" dt="2023-02-22T09:20:30.912" v="107" actId="113"/>
          <ac:spMkLst>
            <pc:docMk/>
            <pc:sldMk cId="511184009" sldId="630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4457CADD-3FA9-4BD3-926F-FCAB146EC7B1}" dt="2023-02-22T09:20:33.016" v="108" actId="478"/>
          <ac:spMkLst>
            <pc:docMk/>
            <pc:sldMk cId="511184009" sldId="630"/>
            <ac:spMk id="6" creationId="{54AE388A-1267-421E-AAE7-0F7CC63F7CE9}"/>
          </ac:spMkLst>
        </pc:spChg>
        <pc:picChg chg="del">
          <ac:chgData name="Димитър Минчев" userId="6da192e4-d32c-454b-8615-bbadf07b6639" providerId="ADAL" clId="{4457CADD-3FA9-4BD3-926F-FCAB146EC7B1}" dt="2023-02-22T09:19:51.777" v="99" actId="478"/>
          <ac:picMkLst>
            <pc:docMk/>
            <pc:sldMk cId="511184009" sldId="630"/>
            <ac:picMk id="5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4457CADD-3FA9-4BD3-926F-FCAB146EC7B1}" dt="2023-02-22T09:21:57.559" v="124" actId="207"/>
        <pc:sldMkLst>
          <pc:docMk/>
          <pc:sldMk cId="731142244" sldId="631"/>
        </pc:sldMkLst>
        <pc:spChg chg="mod">
          <ac:chgData name="Димитър Минчев" userId="6da192e4-d32c-454b-8615-bbadf07b6639" providerId="ADAL" clId="{4457CADD-3FA9-4BD3-926F-FCAB146EC7B1}" dt="2023-02-22T09:21:11.423" v="119" actId="255"/>
          <ac:spMkLst>
            <pc:docMk/>
            <pc:sldMk cId="731142244" sldId="631"/>
            <ac:spMk id="2" creationId="{00000000-0000-0000-0000-000000000000}"/>
          </ac:spMkLst>
        </pc:spChg>
        <pc:spChg chg="del mod">
          <ac:chgData name="Димитър Минчев" userId="6da192e4-d32c-454b-8615-bbadf07b6639" providerId="ADAL" clId="{4457CADD-3FA9-4BD3-926F-FCAB146EC7B1}" dt="2023-02-22T09:21:20.323" v="122" actId="478"/>
          <ac:spMkLst>
            <pc:docMk/>
            <pc:sldMk cId="731142244" sldId="631"/>
            <ac:spMk id="5" creationId="{29636E06-CF69-4614-A10C-EB2E69CC7EA3}"/>
          </ac:spMkLst>
        </pc:spChg>
        <pc:spChg chg="mod">
          <ac:chgData name="Димитър Минчев" userId="6da192e4-d32c-454b-8615-bbadf07b6639" providerId="ADAL" clId="{4457CADD-3FA9-4BD3-926F-FCAB146EC7B1}" dt="2023-02-22T09:21:57.559" v="124" actId="207"/>
          <ac:spMkLst>
            <pc:docMk/>
            <pc:sldMk cId="731142244" sldId="631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Autofit/>
          </a:bodyPr>
          <a:lstStyle/>
          <a:p>
            <a:r>
              <a:rPr lang="ru-RU" sz="4800" dirty="0">
                <a:latin typeface="Comfortaa" pitchFamily="2" charset="0"/>
              </a:rPr>
              <a:t>SQL инжекция и ползване на параметризирани команди</a:t>
            </a:r>
            <a:endParaRPr lang="bg-BG" sz="4800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Разработка на софтуер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3200" dirty="0">
                <a:latin typeface="Comfortaa" pitchFamily="2" charset="0"/>
              </a:rPr>
              <a:t>SQL </a:t>
            </a:r>
            <a:r>
              <a:rPr lang="bg-BG" sz="3200" dirty="0">
                <a:latin typeface="Comfortaa" pitchFamily="2" charset="0"/>
              </a:rPr>
              <a:t>инжекция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bg-BG" sz="3200" dirty="0">
                <a:latin typeface="Comfortaa" pitchFamily="2" charset="0"/>
              </a:rPr>
              <a:t>Параметризирани команди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bg-BG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bg-BG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bg-BG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1447800" y="4728411"/>
            <a:ext cx="8938472" cy="1579905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Какво е</a:t>
            </a:r>
            <a:r>
              <a:rPr lang="en-US" sz="4000" dirty="0">
                <a:latin typeface="Comfortaa" pitchFamily="2" charset="0"/>
              </a:rPr>
              <a:t> SQL </a:t>
            </a:r>
            <a:r>
              <a:rPr lang="bg-BG" sz="4000" dirty="0">
                <a:latin typeface="Comfortaa" pitchFamily="2" charset="0"/>
              </a:rPr>
              <a:t>инжекцията? </a:t>
            </a:r>
            <a:endParaRPr lang="en-US" sz="4000" dirty="0">
              <a:latin typeface="Comfortaa" pitchFamily="2" charset="0"/>
            </a:endParaRPr>
          </a:p>
          <a:p>
            <a:r>
              <a:rPr lang="bg-BG" sz="4000" dirty="0">
                <a:latin typeface="Comfortaa" pitchFamily="2" charset="0"/>
              </a:rPr>
              <a:t>Как да се защитим?</a:t>
            </a:r>
            <a:endParaRPr lang="en-US" sz="4000" dirty="0">
              <a:latin typeface="Comfortaa" pitchFamily="2" charset="0"/>
            </a:endParaRPr>
          </a:p>
        </p:txBody>
      </p:sp>
      <p:pic>
        <p:nvPicPr>
          <p:cNvPr id="1026" name="Picture 2" descr="Image result for sql injection">
            <a:extLst>
              <a:ext uri="{FF2B5EF4-FFF2-40B4-BE49-F238E27FC236}">
                <a16:creationId xmlns:a16="http://schemas.microsoft.com/office/drawing/2014/main" id="{98D29FA8-635C-4DA7-B278-71AB6A918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154" y="970380"/>
            <a:ext cx="6767763" cy="3262061"/>
          </a:xfrm>
          <a:prstGeom prst="roundRect">
            <a:avLst>
              <a:gd name="adj" fmla="val 1190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3742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Какво е </a:t>
            </a:r>
            <a:r>
              <a:rPr lang="en-US" dirty="0">
                <a:latin typeface="Comfortaa" pitchFamily="2" charset="0"/>
              </a:rPr>
              <a:t>SQL </a:t>
            </a:r>
            <a:r>
              <a:rPr lang="bg-BG" dirty="0">
                <a:latin typeface="Comfortaa" pitchFamily="2" charset="0"/>
              </a:rPr>
              <a:t>инжекцията</a:t>
            </a:r>
            <a:r>
              <a:rPr lang="en-US" dirty="0">
                <a:latin typeface="Comfortaa" pitchFamily="2" charset="0"/>
              </a:rPr>
              <a:t>? [1/2]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986590" y="1610225"/>
            <a:ext cx="10040352" cy="4538871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bool IsPasswordValid(string username, string password)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string sql =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  $"SELECT COUNT(*) FROM Users " +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$"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WHERE UserName =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'{username}'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 AND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" +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$"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sym typeface="Wingdings" pitchFamily="2" charset="2"/>
              </a:rPr>
              <a:t>PasswordHash =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'{CalcSHA1(password)}'";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bg-BG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SqlCommand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cmd</a:t>
            </a:r>
            <a:r>
              <a:rPr lang="bg-BG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= new SqlCommand(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sql</a:t>
            </a:r>
            <a:r>
              <a:rPr lang="bg-BG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,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dbC</a:t>
            </a:r>
            <a:r>
              <a:rPr lang="bg-BG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on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nection</a:t>
            </a:r>
            <a:r>
              <a:rPr lang="bg-BG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);</a:t>
            </a:r>
            <a:endParaRPr lang="en-US" sz="24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bg-BG" sz="24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int matchedUsersCount = (int) cmd</a:t>
            </a:r>
            <a:r>
              <a:rPr lang="bg-BG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.Execute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Scalar</a:t>
            </a:r>
            <a:r>
              <a:rPr lang="bg-BG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();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return matchedUsersCount &gt; 0;</a:t>
            </a:r>
            <a:endParaRPr lang="bg-BG" sz="24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  <a:endParaRPr lang="en-US" sz="24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20270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57657" y="2125579"/>
            <a:ext cx="10876686" cy="308392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bool normalLogin =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IsPasswordValid("peter", "qwerty123"); // true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4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bool sqlInjectedLogin = 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IsPasswordValid(" ' or 1=1 --", "qwerty123"); // true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4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bool evilHackerCreatesNewUser = 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IsPasswordValid("' INSERT INTO Users VALUES('hacker','') --",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"qwerty123");</a:t>
            </a:r>
            <a:endParaRPr lang="bg-BG" sz="24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F91240-BA51-23B0-AE0E-DFA5E8B82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Какво е </a:t>
            </a:r>
            <a:r>
              <a:rPr lang="en-US" dirty="0">
                <a:latin typeface="Comfortaa" pitchFamily="2" charset="0"/>
              </a:rPr>
              <a:t>SQL </a:t>
            </a:r>
            <a:r>
              <a:rPr lang="bg-BG" dirty="0">
                <a:latin typeface="Comfortaa" pitchFamily="2" charset="0"/>
              </a:rPr>
              <a:t>инжекцията</a:t>
            </a:r>
            <a:r>
              <a:rPr lang="en-US" dirty="0">
                <a:latin typeface="Comfortaa" pitchFamily="2" charset="0"/>
              </a:rPr>
              <a:t>? [2/2]</a:t>
            </a:r>
          </a:p>
        </p:txBody>
      </p:sp>
    </p:spTree>
    <p:extLst>
      <p:ext uri="{BB962C8B-B14F-4D97-AF65-F5344CB8AC3E}">
        <p14:creationId xmlns:p14="http://schemas.microsoft.com/office/powerpoint/2010/main" val="2179291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Следните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SQL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команди се изпълняват: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Обичайна проверка на паролата</a:t>
            </a:r>
            <a:r>
              <a:rPr lang="en-US" dirty="0">
                <a:latin typeface="Comfortaa" pitchFamily="2" charset="0"/>
              </a:rPr>
              <a:t> (</a:t>
            </a:r>
            <a:r>
              <a:rPr lang="bg-BG" dirty="0">
                <a:latin typeface="Comfortaa" pitchFamily="2" charset="0"/>
              </a:rPr>
              <a:t>без</a:t>
            </a:r>
            <a:r>
              <a:rPr lang="en-US" dirty="0">
                <a:latin typeface="Comfortaa" pitchFamily="2" charset="0"/>
              </a:rPr>
              <a:t> SQL </a:t>
            </a:r>
            <a:r>
              <a:rPr lang="bg-BG" dirty="0">
                <a:latin typeface="Comfortaa" pitchFamily="2" charset="0"/>
              </a:rPr>
              <a:t>инжекция)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endParaRPr lang="en-US" sz="26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3000"/>
              </a:spcBef>
            </a:pPr>
            <a:r>
              <a:rPr lang="en-US" dirty="0">
                <a:latin typeface="Comfortaa" pitchFamily="2" charset="0"/>
              </a:rPr>
              <a:t>SQL-</a:t>
            </a:r>
            <a:r>
              <a:rPr lang="bg-BG" dirty="0">
                <a:latin typeface="Comfortaa" pitchFamily="2" charset="0"/>
              </a:rPr>
              <a:t>инжектирана проверка за парола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endParaRPr lang="en-US" sz="26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3000"/>
              </a:spcBef>
            </a:pPr>
            <a:r>
              <a:rPr lang="en-US" dirty="0">
                <a:latin typeface="Comfortaa" pitchFamily="2" charset="0"/>
              </a:rPr>
              <a:t>SQL-</a:t>
            </a:r>
            <a:r>
              <a:rPr lang="bg-BG" dirty="0">
                <a:latin typeface="Comfortaa" pitchFamily="2" charset="0"/>
              </a:rPr>
              <a:t>инжектирана</a:t>
            </a:r>
            <a:r>
              <a:rPr lang="en-US" dirty="0">
                <a:latin typeface="Comfortaa" pitchFamily="2" charset="0"/>
              </a:rPr>
              <a:t> INSERT </a:t>
            </a:r>
            <a:r>
              <a:rPr lang="bg-BG" dirty="0">
                <a:latin typeface="Comfortaa" pitchFamily="2" charset="0"/>
              </a:rPr>
              <a:t>команда</a:t>
            </a:r>
            <a:r>
              <a:rPr lang="en-US" dirty="0">
                <a:latin typeface="Comfortaa" pitchFamily="2" charset="0"/>
              </a:rPr>
              <a:t>:</a:t>
            </a:r>
            <a:endParaRPr lang="bg-BG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3000"/>
              </a:spcBef>
            </a:pPr>
            <a:endParaRPr lang="bg-BG" sz="26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bg-BG" sz="26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Как работи </a:t>
            </a:r>
            <a:r>
              <a:rPr lang="en-US" dirty="0">
                <a:latin typeface="Comfortaa" pitchFamily="2" charset="0"/>
              </a:rPr>
              <a:t>SQL </a:t>
            </a:r>
            <a:r>
              <a:rPr lang="bg-BG" dirty="0">
                <a:latin typeface="Comfortaa" pitchFamily="2" charset="0"/>
              </a:rPr>
              <a:t>инжекцията</a:t>
            </a:r>
            <a:r>
              <a:rPr lang="en-US" dirty="0">
                <a:latin typeface="Comfortaa" pitchFamily="2" charset="0"/>
              </a:rPr>
              <a:t>?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600200" y="2788930"/>
            <a:ext cx="8991600" cy="70788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SELECT COUNT(*) FROM Users WHERE UserName = 'peter'</a:t>
            </a:r>
            <a:b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</a:b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and PasswordHash = 'XOwXWxZePV5iyeE86Ejvb+rIG/8='</a:t>
            </a:r>
            <a:endParaRPr lang="bg-BG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600200" y="4001294"/>
            <a:ext cx="8991600" cy="70788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SELECT COUNT(*) FROM Users WHERE UserName = ' ' or 1=1</a:t>
            </a:r>
            <a:b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</a:b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-- ' and PasswordHash = 'XOwXWxZePV5iyeE86Ejvb+rIG/8='</a:t>
            </a:r>
            <a:endParaRPr lang="bg-BG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600200" y="5213658"/>
            <a:ext cx="8991600" cy="10156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SELECT COUNT(*) FROM Users WHERE UserName = ''</a:t>
            </a:r>
            <a:b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</a:b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INSERT INTO Users VALUES('hacker','')</a:t>
            </a:r>
            <a:b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</a:b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--' and PasswordHash = 'XOwXWxZePV5iyeE86Ejvb+rIG/8='</a:t>
            </a:r>
            <a:endParaRPr lang="bg-BG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50327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57128"/>
          </a:xfrm>
        </p:spPr>
        <p:txBody>
          <a:bodyPr>
            <a:normAutofit lnSpcReduction="10000"/>
          </a:bodyPr>
          <a:lstStyle/>
          <a:p>
            <a:r>
              <a:rPr lang="bg-BG" dirty="0">
                <a:latin typeface="Comfortaa" pitchFamily="2" charset="0"/>
              </a:rPr>
              <a:t>Начини за защита от </a:t>
            </a:r>
            <a:r>
              <a:rPr lang="en-US" dirty="0">
                <a:latin typeface="Comfortaa" pitchFamily="2" charset="0"/>
              </a:rPr>
              <a:t>SQL </a:t>
            </a:r>
            <a:r>
              <a:rPr lang="bg-BG" dirty="0">
                <a:latin typeface="Comfortaa" pitchFamily="2" charset="0"/>
              </a:rPr>
              <a:t>инжекции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en-US" dirty="0">
                <a:latin typeface="Comfortaa" pitchFamily="2" charset="0"/>
              </a:rPr>
              <a:t>SQL-</a:t>
            </a:r>
            <a:r>
              <a:rPr lang="bg-BG" dirty="0">
                <a:latin typeface="Comfortaa" pitchFamily="2" charset="0"/>
              </a:rPr>
              <a:t>избягване на всички данни идващи „отвън“ приложението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  <a:p>
            <a:pPr lvl="2"/>
            <a:r>
              <a:rPr lang="bg-BG" dirty="0">
                <a:latin typeface="Comfortaa" pitchFamily="2" charset="0"/>
              </a:rPr>
              <a:t>Не се препоръчва: Само в краен случай!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Предпочитан подход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2"/>
            <a:r>
              <a:rPr lang="bg-BG" dirty="0">
                <a:latin typeface="Comfortaa" pitchFamily="2" charset="0"/>
              </a:rPr>
              <a:t>Чрез параметризирани заявки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/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parameterized queries</a:t>
            </a:r>
            <a:r>
              <a:rPr lang="bg-BG" dirty="0">
                <a:latin typeface="Comfortaa" pitchFamily="2" charset="0"/>
              </a:rPr>
              <a:t>/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2"/>
            <a:r>
              <a:rPr lang="bg-BG" dirty="0">
                <a:latin typeface="Comfortaa" pitchFamily="2" charset="0"/>
              </a:rPr>
              <a:t>Отделя се </a:t>
            </a:r>
            <a:r>
              <a:rPr lang="en-US" dirty="0">
                <a:latin typeface="Comfortaa" pitchFamily="2" charset="0"/>
              </a:rPr>
              <a:t>SQL </a:t>
            </a:r>
            <a:r>
              <a:rPr lang="bg-BG" dirty="0">
                <a:latin typeface="Comfortaa" pitchFamily="2" charset="0"/>
              </a:rPr>
              <a:t>командата от нейните аргументи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Защита от </a:t>
            </a:r>
            <a:r>
              <a:rPr lang="en-US" dirty="0">
                <a:latin typeface="Comfortaa" pitchFamily="2" charset="0"/>
              </a:rPr>
              <a:t>SQL </a:t>
            </a:r>
            <a:r>
              <a:rPr lang="bg-BG" dirty="0">
                <a:latin typeface="Comfortaa" pitchFamily="2" charset="0"/>
              </a:rPr>
              <a:t>инжекция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626267" y="2997869"/>
            <a:ext cx="8889333" cy="178510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string escapedUsername = username.Replace("'", "''");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string sql =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"SELECT COUNT(*) FROM Users " +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"WHERE UserName = '" + escapedUsername + "' and " +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"PasswordHash = '" + CalcSHA1(password) + "'";</a:t>
            </a:r>
          </a:p>
        </p:txBody>
      </p:sp>
    </p:spTree>
    <p:extLst>
      <p:ext uri="{BB962C8B-B14F-4D97-AF65-F5344CB8AC3E}">
        <p14:creationId xmlns:p14="http://schemas.microsoft.com/office/powerpoint/2010/main" val="2062891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  <a:cs typeface="Consolas" pitchFamily="49" charset="0"/>
              </a:rPr>
              <a:t>SqlParameter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Какво са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SqlParameter</a:t>
            </a:r>
            <a:r>
              <a:rPr lang="bg-BG" dirty="0">
                <a:latin typeface="Comfortaa" pitchFamily="2" charset="0"/>
              </a:rPr>
              <a:t>?</a:t>
            </a:r>
          </a:p>
          <a:p>
            <a:pPr lvl="1">
              <a:spcBef>
                <a:spcPts val="0"/>
              </a:spcBef>
            </a:pPr>
            <a:r>
              <a:rPr lang="bg-BG" dirty="0">
                <a:latin typeface="Comfortaa" pitchFamily="2" charset="0"/>
              </a:rPr>
              <a:t>SQL заявките и съхранените процедури могат да имат входни и изходни параметри</a:t>
            </a:r>
          </a:p>
          <a:p>
            <a:pPr lvl="1">
              <a:spcBef>
                <a:spcPts val="0"/>
              </a:spcBef>
            </a:pPr>
            <a:r>
              <a:rPr lang="bg-BG" dirty="0">
                <a:latin typeface="Comfortaa" pitchFamily="2" charset="0"/>
              </a:rPr>
              <a:t>Достъпват се чрез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  <a:cs typeface="Consolas" pitchFamily="49" charset="0"/>
              </a:rPr>
              <a:t>Parameters</a:t>
            </a:r>
            <a:r>
              <a:rPr lang="bg-BG" dirty="0">
                <a:latin typeface="Comfortaa" pitchFamily="2" charset="0"/>
              </a:rPr>
              <a:t> свойството на класа </a:t>
            </a:r>
            <a:r>
              <a:rPr lang="bg-BG" dirty="0">
                <a:latin typeface="Comfortaa" pitchFamily="2" charset="0"/>
                <a:cs typeface="Consolas" pitchFamily="49" charset="0"/>
              </a:rPr>
              <a:t>SqlCommand</a:t>
            </a:r>
            <a:endParaRPr lang="bg-BG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Свойства на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noProof="1">
                <a:latin typeface="Comfortaa" pitchFamily="2" charset="0"/>
                <a:cs typeface="Consolas" pitchFamily="49" charset="0"/>
              </a:rPr>
              <a:t>SqlParameter</a:t>
            </a:r>
            <a:r>
              <a:rPr lang="bg-BG" dirty="0">
                <a:latin typeface="Comfortaa" pitchFamily="2" charset="0"/>
              </a:rPr>
              <a:t>:</a:t>
            </a:r>
          </a:p>
          <a:p>
            <a:pPr lvl="1">
              <a:spcBef>
                <a:spcPts val="0"/>
              </a:spcBef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ParameterName</a:t>
            </a:r>
            <a:r>
              <a:rPr lang="bg-BG" dirty="0">
                <a:latin typeface="Comfortaa" pitchFamily="2" charset="0"/>
              </a:rPr>
              <a:t> – име на параметъра</a:t>
            </a:r>
          </a:p>
          <a:p>
            <a:pPr lvl="1">
              <a:spcBef>
                <a:spcPts val="0"/>
              </a:spcBef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DbType</a:t>
            </a:r>
            <a:r>
              <a:rPr lang="bg-BG" dirty="0">
                <a:latin typeface="Comfortaa" pitchFamily="2" charset="0"/>
              </a:rPr>
              <a:t> – </a:t>
            </a:r>
            <a:r>
              <a:rPr lang="en-US" dirty="0">
                <a:latin typeface="Comfortaa" pitchFamily="2" charset="0"/>
              </a:rPr>
              <a:t>SQL </a:t>
            </a:r>
            <a:r>
              <a:rPr lang="bg-BG" dirty="0">
                <a:latin typeface="Comfortaa" pitchFamily="2" charset="0"/>
              </a:rPr>
              <a:t>тип (</a:t>
            </a:r>
            <a:r>
              <a:rPr lang="bg-BG" dirty="0">
                <a:latin typeface="Comfortaa" pitchFamily="2" charset="0"/>
                <a:cs typeface="Consolas" pitchFamily="49" charset="0"/>
              </a:rPr>
              <a:t>NVarChar</a:t>
            </a:r>
            <a:r>
              <a:rPr lang="bg-BG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  <a:cs typeface="Consolas" pitchFamily="49" charset="0"/>
              </a:rPr>
              <a:t>Timestamp</a:t>
            </a:r>
            <a:r>
              <a:rPr lang="bg-BG" dirty="0">
                <a:latin typeface="Comfortaa" pitchFamily="2" charset="0"/>
              </a:rPr>
              <a:t>, …)</a:t>
            </a:r>
          </a:p>
          <a:p>
            <a:pPr lvl="1">
              <a:spcBef>
                <a:spcPts val="0"/>
              </a:spcBef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Size</a:t>
            </a:r>
            <a:r>
              <a:rPr lang="bg-BG" dirty="0">
                <a:latin typeface="Comfortaa" pitchFamily="2" charset="0"/>
              </a:rPr>
              <a:t> – размер на типа (ако е приложимо)</a:t>
            </a:r>
          </a:p>
          <a:p>
            <a:pPr lvl="1">
              <a:spcBef>
                <a:spcPts val="0"/>
              </a:spcBef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Direction</a:t>
            </a:r>
            <a:r>
              <a:rPr lang="bg-BG" dirty="0">
                <a:latin typeface="Comfortaa" pitchFamily="2" charset="0"/>
              </a:rPr>
              <a:t> – вход/изход</a:t>
            </a:r>
          </a:p>
        </p:txBody>
      </p:sp>
    </p:spTree>
    <p:extLst>
      <p:ext uri="{BB962C8B-B14F-4D97-AF65-F5344CB8AC3E}">
        <p14:creationId xmlns:p14="http://schemas.microsoft.com/office/powerpoint/2010/main" val="511184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439153"/>
            <a:ext cx="11552321" cy="1325563"/>
          </a:xfrm>
        </p:spPr>
        <p:txBody>
          <a:bodyPr>
            <a:normAutofit/>
          </a:bodyPr>
          <a:lstStyle/>
          <a:p>
            <a:r>
              <a:rPr lang="bg-BG" sz="4200" dirty="0">
                <a:latin typeface="Comfortaa" pitchFamily="2" charset="0"/>
              </a:rPr>
              <a:t>Пример: Параметризирани команди</a:t>
            </a:r>
            <a:endParaRPr lang="en-US" sz="4200" dirty="0">
              <a:latin typeface="Comfortaa" pitchFamily="2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33400" y="1724001"/>
            <a:ext cx="11125200" cy="434176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void InsertProject(string name, string description, DateTime startDate)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{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SqlCommand cmd = new SqlCommand("INSERT INTO Projects " + 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"(Name, Description, StartDate, EndDate) VALUES " +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"(</a:t>
            </a:r>
            <a:r>
              <a:rPr lang="en-US" sz="2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@name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, </a:t>
            </a:r>
            <a:r>
              <a:rPr lang="en-US" sz="2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@desc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, </a:t>
            </a:r>
            <a:r>
              <a:rPr lang="en-US" sz="2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@start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, </a:t>
            </a:r>
            <a:r>
              <a:rPr lang="en-US" sz="2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@end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)", dbCon);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cmd.Parameters.AddWithValue("</a:t>
            </a:r>
            <a:r>
              <a:rPr lang="en-US" sz="2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@name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", name);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cmd.Parameters.AddWithValue("</a:t>
            </a:r>
            <a:r>
              <a:rPr lang="en-US" sz="2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@desc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", description);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cmd.Parameters.AddWithValue("</a:t>
            </a:r>
            <a:r>
              <a:rPr lang="en-US" sz="2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@start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", startDate);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cmd.ExecuteNonQuery();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  <a:endParaRPr lang="bg-BG" sz="22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31142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</TotalTime>
  <Words>636</Words>
  <Application>Microsoft Office PowerPoint</Application>
  <PresentationFormat>Widescreen</PresentationFormat>
  <Paragraphs>93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Comfortaa</vt:lpstr>
      <vt:lpstr>Consolas</vt:lpstr>
      <vt:lpstr>Office Theme</vt:lpstr>
      <vt:lpstr>SQL инжекция и ползване на параметризирани команди</vt:lpstr>
      <vt:lpstr>Съдържание</vt:lpstr>
      <vt:lpstr>PowerPoint Presentation</vt:lpstr>
      <vt:lpstr>Какво е SQL инжекцията? [1/2]</vt:lpstr>
      <vt:lpstr>Какво е SQL инжекцията? [2/2]</vt:lpstr>
      <vt:lpstr>Как работи SQL инжекцията?</vt:lpstr>
      <vt:lpstr>Защита от SQL инжекция</vt:lpstr>
      <vt:lpstr>SqlParameter</vt:lpstr>
      <vt:lpstr>Пример: Параметризирани команди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10</cp:revision>
  <dcterms:created xsi:type="dcterms:W3CDTF">2022-08-09T09:25:46Z</dcterms:created>
  <dcterms:modified xsi:type="dcterms:W3CDTF">2023-02-22T09:22:03Z</dcterms:modified>
</cp:coreProperties>
</file>