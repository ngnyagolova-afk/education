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2"/>
  </p:notesMasterIdLst>
  <p:sldIdLst>
    <p:sldId id="258" r:id="rId2"/>
    <p:sldId id="571" r:id="rId3"/>
    <p:sldId id="625" r:id="rId4"/>
    <p:sldId id="626" r:id="rId5"/>
    <p:sldId id="627" r:id="rId6"/>
    <p:sldId id="628" r:id="rId7"/>
    <p:sldId id="629" r:id="rId8"/>
    <p:sldId id="630" r:id="rId9"/>
    <p:sldId id="631" r:id="rId10"/>
    <p:sldId id="572" r:id="rId11"/>
    <p:sldId id="632" r:id="rId19"/>
    <p:sldId id="633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B53E63A6-15B2-40C3-A9DC-5006FD089CC5}">
          <p14:sldIdLst>
            <p14:sldId id="258"/>
            <p14:sldId id="571"/>
          </p14:sldIdLst>
        </p14:section>
        <p14:section name="Съдържание" id="{0B0C01F3-1F60-4ADB-AC1E-9589654EAEF3}">
          <p14:sldIdLst>
            <p14:sldId id="625"/>
            <p14:sldId id="626"/>
            <p14:sldId id="627"/>
            <p14:sldId id="628"/>
            <p14:sldId id="629"/>
            <p14:sldId id="630"/>
            <p14:sldId id="631"/>
          </p14:sldIdLst>
        </p14:section>
        <p14:section name="Заключение" id="{9315BEE7-605C-4839-996A-A4EEA70921D9}">
          <p14:sldIdLst>
            <p14:sldId id="5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457CADD-3FA9-4BD3-926F-FCAB146EC7B1}" v="39" dt="2023-02-22T09:20:58.85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4" autoAdjust="0"/>
    <p:restoredTop sz="94660"/>
  </p:normalViewPr>
  <p:slideViewPr>
    <p:cSldViewPr snapToGrid="0">
      <p:cViewPr varScale="1">
        <p:scale>
          <a:sx n="91" d="100"/>
          <a:sy n="91" d="100"/>
        </p:scale>
        <p:origin x="10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Relationship Id="rId19" Type="http://schemas.openxmlformats.org/officeDocument/2006/relationships/slide" Target="slides/slide11.xml"/><Relationship Id="rId20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Димитър Минчев" userId="6da192e4-d32c-454b-8615-bbadf07b6639" providerId="ADAL" clId="{508A51F5-6E34-4A9B-8787-8C29D4F40D1D}"/>
    <pc:docChg chg="addSld modSld">
      <pc:chgData name="Димитър Минчев" userId="6da192e4-d32c-454b-8615-bbadf07b6639" providerId="ADAL" clId="{508A51F5-6E34-4A9B-8787-8C29D4F40D1D}" dt="2022-08-10T06:34:56.108" v="0"/>
      <pc:docMkLst>
        <pc:docMk/>
      </pc:docMkLst>
      <pc:sldChg chg="add">
        <pc:chgData name="Димитър Минчев" userId="6da192e4-d32c-454b-8615-bbadf07b6639" providerId="ADAL" clId="{508A51F5-6E34-4A9B-8787-8C29D4F40D1D}" dt="2022-08-10T06:34:56.108" v="0"/>
        <pc:sldMkLst>
          <pc:docMk/>
          <pc:sldMk cId="2002111910" sldId="439"/>
        </pc:sldMkLst>
      </pc:sldChg>
    </pc:docChg>
  </pc:docChgLst>
  <pc:docChgLst>
    <pc:chgData name="БСУ" userId="bdbaa275-9249-41b1-8d15-242f632c67bf" providerId="ADAL" clId="{E8EBBEA8-749B-4042-B043-5A6FD507A9B3}"/>
    <pc:docChg chg="modSld sldOrd modSection">
      <pc:chgData name="БСУ" userId="bdbaa275-9249-41b1-8d15-242f632c67bf" providerId="ADAL" clId="{E8EBBEA8-749B-4042-B043-5A6FD507A9B3}" dt="2023-02-17T11:21:52.587" v="1"/>
      <pc:docMkLst>
        <pc:docMk/>
      </pc:docMkLst>
      <pc:sldChg chg="ord">
        <pc:chgData name="БСУ" userId="bdbaa275-9249-41b1-8d15-242f632c67bf" providerId="ADAL" clId="{E8EBBEA8-749B-4042-B043-5A6FD507A9B3}" dt="2023-02-17T11:21:52.587" v="1"/>
        <pc:sldMkLst>
          <pc:docMk/>
          <pc:sldMk cId="2385751420" sldId="571"/>
        </pc:sldMkLst>
      </pc:sldChg>
    </pc:docChg>
  </pc:docChgLst>
  <pc:docChgLst>
    <pc:chgData name="Димитър Минчев" userId="6da192e4-d32c-454b-8615-bbadf07b6639" providerId="ADAL" clId="{4457CADD-3FA9-4BD3-926F-FCAB146EC7B1}"/>
    <pc:docChg chg="custSel addSld modSld">
      <pc:chgData name="Димитър Минчев" userId="6da192e4-d32c-454b-8615-bbadf07b6639" providerId="ADAL" clId="{4457CADD-3FA9-4BD3-926F-FCAB146EC7B1}" dt="2023-02-22T09:21:57.559" v="124" actId="207"/>
      <pc:docMkLst>
        <pc:docMk/>
      </pc:docMkLst>
      <pc:sldChg chg="modSp mod">
        <pc:chgData name="Димитър Минчев" userId="6da192e4-d32c-454b-8615-bbadf07b6639" providerId="ADAL" clId="{4457CADD-3FA9-4BD3-926F-FCAB146EC7B1}" dt="2023-02-22T09:15:44.484" v="24" actId="404"/>
        <pc:sldMkLst>
          <pc:docMk/>
          <pc:sldMk cId="2386959723" sldId="258"/>
        </pc:sldMkLst>
        <pc:spChg chg="mod">
          <ac:chgData name="Димитър Минчев" userId="6da192e4-d32c-454b-8615-bbadf07b6639" providerId="ADAL" clId="{4457CADD-3FA9-4BD3-926F-FCAB146EC7B1}" dt="2023-02-22T09:15:44.484" v="24" actId="404"/>
          <ac:spMkLst>
            <pc:docMk/>
            <pc:sldMk cId="2386959723" sldId="258"/>
            <ac:spMk id="4" creationId="{31A11B2B-6DC7-2642-A5E2-7E3177B71883}"/>
          </ac:spMkLst>
        </pc:spChg>
        <pc:spChg chg="mod">
          <ac:chgData name="Димитър Минчев" userId="6da192e4-d32c-454b-8615-bbadf07b6639" providerId="ADAL" clId="{4457CADD-3FA9-4BD3-926F-FCAB146EC7B1}" dt="2023-02-22T09:15:39.414" v="23" actId="20577"/>
          <ac:spMkLst>
            <pc:docMk/>
            <pc:sldMk cId="2386959723" sldId="258"/>
            <ac:spMk id="5" creationId="{FD72CEAD-2598-2D6F-7FF9-AF95330D8A09}"/>
          </ac:spMkLst>
        </pc:spChg>
      </pc:sldChg>
      <pc:sldChg chg="modSp mod">
        <pc:chgData name="Димитър Минчев" userId="6da192e4-d32c-454b-8615-bbadf07b6639" providerId="ADAL" clId="{4457CADD-3FA9-4BD3-926F-FCAB146EC7B1}" dt="2023-02-22T09:15:55.097" v="25"/>
        <pc:sldMkLst>
          <pc:docMk/>
          <pc:sldMk cId="2385751420" sldId="571"/>
        </pc:sldMkLst>
        <pc:spChg chg="mod">
          <ac:chgData name="Димитър Минчев" userId="6da192e4-d32c-454b-8615-bbadf07b6639" providerId="ADAL" clId="{4457CADD-3FA9-4BD3-926F-FCAB146EC7B1}" dt="2023-02-22T09:15:55.097" v="25"/>
          <ac:spMkLst>
            <pc:docMk/>
            <pc:sldMk cId="2385751420" sldId="571"/>
            <ac:spMk id="8" creationId="{00000000-0000-0000-0000-000000000000}"/>
          </ac:spMkLst>
        </pc:spChg>
      </pc:sldChg>
      <pc:sldChg chg="addSp delSp modSp add mod">
        <pc:chgData name="Димитър Минчев" userId="6da192e4-d32c-454b-8615-bbadf07b6639" providerId="ADAL" clId="{4457CADD-3FA9-4BD3-926F-FCAB146EC7B1}" dt="2023-02-22T09:16:46.362" v="44" actId="478"/>
        <pc:sldMkLst>
          <pc:docMk/>
          <pc:sldMk cId="1653742157" sldId="625"/>
        </pc:sldMkLst>
        <pc:spChg chg="del">
          <ac:chgData name="Димитър Минчев" userId="6da192e4-d32c-454b-8615-bbadf07b6639" providerId="ADAL" clId="{4457CADD-3FA9-4BD3-926F-FCAB146EC7B1}" dt="2023-02-22T09:16:39.217" v="41" actId="478"/>
          <ac:spMkLst>
            <pc:docMk/>
            <pc:sldMk cId="1653742157" sldId="625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4457CADD-3FA9-4BD3-926F-FCAB146EC7B1}" dt="2023-02-22T09:16:28.893" v="37" actId="403"/>
          <ac:spMkLst>
            <pc:docMk/>
            <pc:sldMk cId="1653742157" sldId="625"/>
            <ac:spMk id="3" creationId="{00000000-0000-0000-0000-000000000000}"/>
          </ac:spMkLst>
        </pc:spChg>
        <pc:spChg chg="del">
          <ac:chgData name="Димитър Минчев" userId="6da192e4-d32c-454b-8615-bbadf07b6639" providerId="ADAL" clId="{4457CADD-3FA9-4BD3-926F-FCAB146EC7B1}" dt="2023-02-22T09:16:46.362" v="44" actId="478"/>
          <ac:spMkLst>
            <pc:docMk/>
            <pc:sldMk cId="1653742157" sldId="625"/>
            <ac:spMk id="5" creationId="{F14B32A7-7B0B-4F6D-BF19-67D51B4FACB5}"/>
          </ac:spMkLst>
        </pc:spChg>
        <pc:spChg chg="add del mod">
          <ac:chgData name="Димитър Минчев" userId="6da192e4-d32c-454b-8615-bbadf07b6639" providerId="ADAL" clId="{4457CADD-3FA9-4BD3-926F-FCAB146EC7B1}" dt="2023-02-22T09:16:41.071" v="42" actId="478"/>
          <ac:spMkLst>
            <pc:docMk/>
            <pc:sldMk cId="1653742157" sldId="625"/>
            <ac:spMk id="6" creationId="{FB2589F7-EF9B-6564-2943-969A4FCA4A47}"/>
          </ac:spMkLst>
        </pc:spChg>
        <pc:picChg chg="mod">
          <ac:chgData name="Димитър Минчев" userId="6da192e4-d32c-454b-8615-bbadf07b6639" providerId="ADAL" clId="{4457CADD-3FA9-4BD3-926F-FCAB146EC7B1}" dt="2023-02-22T09:16:44.378" v="43" actId="1076"/>
          <ac:picMkLst>
            <pc:docMk/>
            <pc:sldMk cId="1653742157" sldId="625"/>
            <ac:picMk id="1026" creationId="{98D29FA8-635C-4DA7-B278-71AB6A918C91}"/>
          </ac:picMkLst>
        </pc:picChg>
      </pc:sldChg>
      <pc:sldChg chg="delSp modSp add mod modAnim">
        <pc:chgData name="Димитър Минчев" userId="6da192e4-d32c-454b-8615-bbadf07b6639" providerId="ADAL" clId="{4457CADD-3FA9-4BD3-926F-FCAB146EC7B1}" dt="2023-02-22T09:17:41.198" v="61"/>
        <pc:sldMkLst>
          <pc:docMk/>
          <pc:sldMk cId="2420270171" sldId="626"/>
        </pc:sldMkLst>
        <pc:spChg chg="mod">
          <ac:chgData name="Димитър Минчев" userId="6da192e4-d32c-454b-8615-bbadf07b6639" providerId="ADAL" clId="{4457CADD-3FA9-4BD3-926F-FCAB146EC7B1}" dt="2023-02-22T09:17:11.400" v="54" actId="2711"/>
          <ac:spMkLst>
            <pc:docMk/>
            <pc:sldMk cId="2420270171" sldId="626"/>
            <ac:spMk id="2" creationId="{00000000-0000-0000-0000-000000000000}"/>
          </ac:spMkLst>
        </pc:spChg>
        <pc:spChg chg="del mod">
          <ac:chgData name="Димитър Минчев" userId="6da192e4-d32c-454b-8615-bbadf07b6639" providerId="ADAL" clId="{4457CADD-3FA9-4BD3-926F-FCAB146EC7B1}" dt="2023-02-22T09:17:26.289" v="60" actId="478"/>
          <ac:spMkLst>
            <pc:docMk/>
            <pc:sldMk cId="2420270171" sldId="626"/>
            <ac:spMk id="5" creationId="{0B8BEE83-C5F0-4F04-976A-67838B72606A}"/>
          </ac:spMkLst>
        </pc:spChg>
        <pc:spChg chg="mod">
          <ac:chgData name="Димитър Минчев" userId="6da192e4-d32c-454b-8615-bbadf07b6639" providerId="ADAL" clId="{4457CADD-3FA9-4BD3-926F-FCAB146EC7B1}" dt="2023-02-22T09:17:24.153" v="59" actId="207"/>
          <ac:spMkLst>
            <pc:docMk/>
            <pc:sldMk cId="2420270171" sldId="626"/>
            <ac:spMk id="6" creationId="{00000000-0000-0000-0000-000000000000}"/>
          </ac:spMkLst>
        </pc:spChg>
      </pc:sldChg>
      <pc:sldChg chg="addSp delSp modSp add mod modAnim">
        <pc:chgData name="Димитър Минчев" userId="6da192e4-d32c-454b-8615-bbadf07b6639" providerId="ADAL" clId="{4457CADD-3FA9-4BD3-926F-FCAB146EC7B1}" dt="2023-02-22T09:18:18.263" v="73"/>
        <pc:sldMkLst>
          <pc:docMk/>
          <pc:sldMk cId="2179291989" sldId="627"/>
        </pc:sldMkLst>
        <pc:spChg chg="del">
          <ac:chgData name="Димитър Минчев" userId="6da192e4-d32c-454b-8615-bbadf07b6639" providerId="ADAL" clId="{4457CADD-3FA9-4BD3-926F-FCAB146EC7B1}" dt="2023-02-22T09:17:47.525" v="62" actId="478"/>
          <ac:spMkLst>
            <pc:docMk/>
            <pc:sldMk cId="2179291989" sldId="627"/>
            <ac:spMk id="2" creationId="{00000000-0000-0000-0000-000000000000}"/>
          </ac:spMkLst>
        </pc:spChg>
        <pc:spChg chg="add del mod">
          <ac:chgData name="Димитър Минчев" userId="6da192e4-d32c-454b-8615-bbadf07b6639" providerId="ADAL" clId="{4457CADD-3FA9-4BD3-926F-FCAB146EC7B1}" dt="2023-02-22T09:17:48.422" v="63" actId="478"/>
          <ac:spMkLst>
            <pc:docMk/>
            <pc:sldMk cId="2179291989" sldId="627"/>
            <ac:spMk id="4" creationId="{E628B090-DD74-4A40-06CC-2BF9C42139B8}"/>
          </ac:spMkLst>
        </pc:spChg>
        <pc:spChg chg="del mod">
          <ac:chgData name="Димитър Минчев" userId="6da192e4-d32c-454b-8615-bbadf07b6639" providerId="ADAL" clId="{4457CADD-3FA9-4BD3-926F-FCAB146EC7B1}" dt="2023-02-22T09:18:05.621" v="72" actId="478"/>
          <ac:spMkLst>
            <pc:docMk/>
            <pc:sldMk cId="2179291989" sldId="627"/>
            <ac:spMk id="5" creationId="{09A4E372-A97E-4E36-8D32-15C6BD4FA876}"/>
          </ac:spMkLst>
        </pc:spChg>
        <pc:spChg chg="mod">
          <ac:chgData name="Димитър Минчев" userId="6da192e4-d32c-454b-8615-bbadf07b6639" providerId="ADAL" clId="{4457CADD-3FA9-4BD3-926F-FCAB146EC7B1}" dt="2023-02-22T09:18:03.898" v="71" actId="207"/>
          <ac:spMkLst>
            <pc:docMk/>
            <pc:sldMk cId="2179291989" sldId="627"/>
            <ac:spMk id="6" creationId="{00000000-0000-0000-0000-000000000000}"/>
          </ac:spMkLst>
        </pc:spChg>
        <pc:spChg chg="add mod">
          <ac:chgData name="Димитър Минчев" userId="6da192e4-d32c-454b-8615-bbadf07b6639" providerId="ADAL" clId="{4457CADD-3FA9-4BD3-926F-FCAB146EC7B1}" dt="2023-02-22T09:17:51.354" v="65" actId="20577"/>
          <ac:spMkLst>
            <pc:docMk/>
            <pc:sldMk cId="2179291989" sldId="627"/>
            <ac:spMk id="7" creationId="{94F91240-BA51-23B0-AE0E-DFA5E8B826FE}"/>
          </ac:spMkLst>
        </pc:spChg>
      </pc:sldChg>
      <pc:sldChg chg="delSp modSp add mod modAnim">
        <pc:chgData name="Димитър Минчев" userId="6da192e4-d32c-454b-8615-bbadf07b6639" providerId="ADAL" clId="{4457CADD-3FA9-4BD3-926F-FCAB146EC7B1}" dt="2023-02-22T09:19:01.455" v="84"/>
        <pc:sldMkLst>
          <pc:docMk/>
          <pc:sldMk cId="2950327509" sldId="628"/>
        </pc:sldMkLst>
        <pc:spChg chg="mod">
          <ac:chgData name="Димитър Минчев" userId="6da192e4-d32c-454b-8615-bbadf07b6639" providerId="ADAL" clId="{4457CADD-3FA9-4BD3-926F-FCAB146EC7B1}" dt="2023-02-22T09:18:26.828" v="74" actId="2711"/>
          <ac:spMkLst>
            <pc:docMk/>
            <pc:sldMk cId="2950327509" sldId="628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4457CADD-3FA9-4BD3-926F-FCAB146EC7B1}" dt="2023-02-22T09:18:55.091" v="83" actId="113"/>
          <ac:spMkLst>
            <pc:docMk/>
            <pc:sldMk cId="2950327509" sldId="628"/>
            <ac:spMk id="5" creationId="{00000000-0000-0000-0000-000000000000}"/>
          </ac:spMkLst>
        </pc:spChg>
        <pc:spChg chg="mod">
          <ac:chgData name="Димитър Минчев" userId="6da192e4-d32c-454b-8615-bbadf07b6639" providerId="ADAL" clId="{4457CADD-3FA9-4BD3-926F-FCAB146EC7B1}" dt="2023-02-22T09:18:45.989" v="80" actId="207"/>
          <ac:spMkLst>
            <pc:docMk/>
            <pc:sldMk cId="2950327509" sldId="628"/>
            <ac:spMk id="6" creationId="{00000000-0000-0000-0000-000000000000}"/>
          </ac:spMkLst>
        </pc:spChg>
        <pc:spChg chg="mod">
          <ac:chgData name="Димитър Минчев" userId="6da192e4-d32c-454b-8615-bbadf07b6639" providerId="ADAL" clId="{4457CADD-3FA9-4BD3-926F-FCAB146EC7B1}" dt="2023-02-22T09:18:45.989" v="80" actId="207"/>
          <ac:spMkLst>
            <pc:docMk/>
            <pc:sldMk cId="2950327509" sldId="628"/>
            <ac:spMk id="7" creationId="{00000000-0000-0000-0000-000000000000}"/>
          </ac:spMkLst>
        </pc:spChg>
        <pc:spChg chg="mod">
          <ac:chgData name="Димитър Минчев" userId="6da192e4-d32c-454b-8615-bbadf07b6639" providerId="ADAL" clId="{4457CADD-3FA9-4BD3-926F-FCAB146EC7B1}" dt="2023-02-22T09:18:45.989" v="80" actId="207"/>
          <ac:spMkLst>
            <pc:docMk/>
            <pc:sldMk cId="2950327509" sldId="628"/>
            <ac:spMk id="8" creationId="{00000000-0000-0000-0000-000000000000}"/>
          </ac:spMkLst>
        </pc:spChg>
        <pc:spChg chg="del mod">
          <ac:chgData name="Димитър Минчев" userId="6da192e4-d32c-454b-8615-bbadf07b6639" providerId="ADAL" clId="{4457CADD-3FA9-4BD3-926F-FCAB146EC7B1}" dt="2023-02-22T09:18:48.967" v="81" actId="478"/>
          <ac:spMkLst>
            <pc:docMk/>
            <pc:sldMk cId="2950327509" sldId="628"/>
            <ac:spMk id="9" creationId="{AF83BF7E-BB11-447E-B987-8D14325C8238}"/>
          </ac:spMkLst>
        </pc:spChg>
      </pc:sldChg>
      <pc:sldChg chg="delSp modSp add mod modAnim">
        <pc:chgData name="Димитър Минчев" userId="6da192e4-d32c-454b-8615-bbadf07b6639" providerId="ADAL" clId="{4457CADD-3FA9-4BD3-926F-FCAB146EC7B1}" dt="2023-02-22T09:19:46.395" v="98"/>
        <pc:sldMkLst>
          <pc:docMk/>
          <pc:sldMk cId="2062891297" sldId="629"/>
        </pc:sldMkLst>
        <pc:spChg chg="mod">
          <ac:chgData name="Димитър Минчев" userId="6da192e4-d32c-454b-8615-bbadf07b6639" providerId="ADAL" clId="{4457CADD-3FA9-4BD3-926F-FCAB146EC7B1}" dt="2023-02-22T09:19:13.019" v="85" actId="2711"/>
          <ac:spMkLst>
            <pc:docMk/>
            <pc:sldMk cId="2062891297" sldId="629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4457CADD-3FA9-4BD3-926F-FCAB146EC7B1}" dt="2023-02-22T09:19:25.408" v="91" actId="20577"/>
          <ac:spMkLst>
            <pc:docMk/>
            <pc:sldMk cId="2062891297" sldId="629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4457CADD-3FA9-4BD3-926F-FCAB146EC7B1}" dt="2023-02-22T09:19:42.297" v="97" actId="14100"/>
          <ac:spMkLst>
            <pc:docMk/>
            <pc:sldMk cId="2062891297" sldId="629"/>
            <ac:spMk id="5" creationId="{00000000-0000-0000-0000-000000000000}"/>
          </ac:spMkLst>
        </pc:spChg>
        <pc:spChg chg="del mod">
          <ac:chgData name="Димитър Минчев" userId="6da192e4-d32c-454b-8615-bbadf07b6639" providerId="ADAL" clId="{4457CADD-3FA9-4BD3-926F-FCAB146EC7B1}" dt="2023-02-22T09:19:39.510" v="96" actId="478"/>
          <ac:spMkLst>
            <pc:docMk/>
            <pc:sldMk cId="2062891297" sldId="629"/>
            <ac:spMk id="6" creationId="{11115F5D-2F54-45BD-972D-9F660CDE8B8B}"/>
          </ac:spMkLst>
        </pc:spChg>
      </pc:sldChg>
      <pc:sldChg chg="delSp modSp add mod modAnim">
        <pc:chgData name="Димитър Минчев" userId="6da192e4-d32c-454b-8615-bbadf07b6639" providerId="ADAL" clId="{4457CADD-3FA9-4BD3-926F-FCAB146EC7B1}" dt="2023-02-22T09:20:36.106" v="109"/>
        <pc:sldMkLst>
          <pc:docMk/>
          <pc:sldMk cId="511184009" sldId="630"/>
        </pc:sldMkLst>
        <pc:spChg chg="mod">
          <ac:chgData name="Димитър Минчев" userId="6da192e4-d32c-454b-8615-bbadf07b6639" providerId="ADAL" clId="{4457CADD-3FA9-4BD3-926F-FCAB146EC7B1}" dt="2023-02-22T09:19:57.332" v="100" actId="2711"/>
          <ac:spMkLst>
            <pc:docMk/>
            <pc:sldMk cId="511184009" sldId="630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4457CADD-3FA9-4BD3-926F-FCAB146EC7B1}" dt="2023-02-22T09:20:30.912" v="107" actId="113"/>
          <ac:spMkLst>
            <pc:docMk/>
            <pc:sldMk cId="511184009" sldId="630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4457CADD-3FA9-4BD3-926F-FCAB146EC7B1}" dt="2023-02-22T09:20:33.016" v="108" actId="478"/>
          <ac:spMkLst>
            <pc:docMk/>
            <pc:sldMk cId="511184009" sldId="630"/>
            <ac:spMk id="6" creationId="{54AE388A-1267-421E-AAE7-0F7CC63F7CE9}"/>
          </ac:spMkLst>
        </pc:spChg>
        <pc:picChg chg="del">
          <ac:chgData name="Димитър Минчев" userId="6da192e4-d32c-454b-8615-bbadf07b6639" providerId="ADAL" clId="{4457CADD-3FA9-4BD3-926F-FCAB146EC7B1}" dt="2023-02-22T09:19:51.777" v="99" actId="478"/>
          <ac:picMkLst>
            <pc:docMk/>
            <pc:sldMk cId="511184009" sldId="630"/>
            <ac:picMk id="5" creationId="{00000000-0000-0000-0000-000000000000}"/>
          </ac:picMkLst>
        </pc:picChg>
      </pc:sldChg>
      <pc:sldChg chg="delSp modSp add mod">
        <pc:chgData name="Димитър Минчев" userId="6da192e4-d32c-454b-8615-bbadf07b6639" providerId="ADAL" clId="{4457CADD-3FA9-4BD3-926F-FCAB146EC7B1}" dt="2023-02-22T09:21:57.559" v="124" actId="207"/>
        <pc:sldMkLst>
          <pc:docMk/>
          <pc:sldMk cId="731142244" sldId="631"/>
        </pc:sldMkLst>
        <pc:spChg chg="mod">
          <ac:chgData name="Димитър Минчев" userId="6da192e4-d32c-454b-8615-bbadf07b6639" providerId="ADAL" clId="{4457CADD-3FA9-4BD3-926F-FCAB146EC7B1}" dt="2023-02-22T09:21:11.423" v="119" actId="255"/>
          <ac:spMkLst>
            <pc:docMk/>
            <pc:sldMk cId="731142244" sldId="631"/>
            <ac:spMk id="2" creationId="{00000000-0000-0000-0000-000000000000}"/>
          </ac:spMkLst>
        </pc:spChg>
        <pc:spChg chg="del mod">
          <ac:chgData name="Димитър Минчев" userId="6da192e4-d32c-454b-8615-bbadf07b6639" providerId="ADAL" clId="{4457CADD-3FA9-4BD3-926F-FCAB146EC7B1}" dt="2023-02-22T09:21:20.323" v="122" actId="478"/>
          <ac:spMkLst>
            <pc:docMk/>
            <pc:sldMk cId="731142244" sldId="631"/>
            <ac:spMk id="5" creationId="{29636E06-CF69-4614-A10C-EB2E69CC7EA3}"/>
          </ac:spMkLst>
        </pc:spChg>
        <pc:spChg chg="mod">
          <ac:chgData name="Димитър Минчев" userId="6da192e4-d32c-454b-8615-bbadf07b6639" providerId="ADAL" clId="{4457CADD-3FA9-4BD3-926F-FCAB146EC7B1}" dt="2023-02-22T09:21:57.559" v="124" actId="207"/>
          <ac:spMkLst>
            <pc:docMk/>
            <pc:sldMk cId="731142244" sldId="631"/>
            <ac:spMk id="6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A0D3FF-81AC-477B-919E-75762E6B2153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142EC-5991-4235-A99B-961F17902D6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37940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4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54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t>Две теми: SQL инжекция (какво е и как работи) + параметризирани заявки (защитата).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3CB8708A-8556-42FD-AFB9-1485951BC6C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42727812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Въпрос: Опитвали ли сте admin/123 на случаен сайт? SQL инжекцията е точно това.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РЕАЛЕН ПРИМЕР: 2008 - хакери откраднаха 130 млн. кредитни карти от Heartland Payment чрез SQL инжекция.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ПОКАЖЕТЕ СТЪПКА ПО СТЪПКА: username=' OR 1=1 --' прави WHERE условието винаги вярно.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-- коментира остатъка. OR 1=1 = винаги вярно. ПОКажете в SSMS двете SQL заявки.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КЛЮЧ: Проблемът е конкатенацията. Потребителят контролира SQL-а.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SQL екраниране: НЕ е достатъчно! Параметризирани заявки: @parameter никога не се интерпретира като SQL код.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SqlParameter: стойността се предава ОТДЕЛНО от SQL командата.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ПРАВИЛО: Ако има потребителски вход -&gt; ЗАДЪЛЖИТЕЛНО @параметри!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 в SSMS. Покажете уязвимата vs защитената заявка.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Напишете правилото с голям шрифт на дъската.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71436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34437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40543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29758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61148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86021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63839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237087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97053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280070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698032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052542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www.mon.bg/" TargetMode="External"/><Relationship Id="rId5" Type="http://schemas.openxmlformats.org/officeDocument/2006/relationships/notesSlide" Target="../notesSlides/notes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www.mon.bg/" TargetMode="External"/><Relationship Id="rId5" Type="http://schemas.openxmlformats.org/officeDocument/2006/relationships/hyperlink" Target="https://creativecommons.org/licenses/by-nc-sa/4.0" TargetMode="External"/><Relationship Id="rId6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A11B2B-6DC7-2642-A5E2-7E3177B718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24336"/>
            <a:ext cx="9144000" cy="2387600"/>
          </a:xfrm>
        </p:spPr>
        <p:txBody>
          <a:bodyPr>
            <a:noAutofit/>
          </a:bodyPr>
          <a:lstStyle/>
          <a:p>
            <a:r>
              <a:rPr lang="ru-RU" sz="4800" dirty="0">
                <a:latin typeface="Comfortaa" pitchFamily="2" charset="0"/>
              </a:rPr>
              <a:t>SQL инжекция и ползване на параметризирани команди</a:t>
            </a:r>
            <a:endParaRPr lang="bg-BG" sz="4800" dirty="0">
              <a:latin typeface="Comfortaa" pitchFamily="2" charset="0"/>
            </a:endParaRP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FD72CEAD-2598-2D6F-7FF9-AF95330D8A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04011"/>
            <a:ext cx="9144000" cy="1655762"/>
          </a:xfrm>
        </p:spPr>
        <p:txBody>
          <a:bodyPr/>
          <a:lstStyle/>
          <a:p>
            <a:r>
              <a:rPr lang="ru-RU" dirty="0">
                <a:latin typeface="Comfortaa" pitchFamily="2" charset="0"/>
              </a:rPr>
              <a:t>Разработка на софтуер</a:t>
            </a:r>
            <a:endParaRPr lang="bg-BG" dirty="0">
              <a:latin typeface="Comfortaa" pitchFamily="2" charset="0"/>
            </a:endParaRPr>
          </a:p>
        </p:txBody>
      </p:sp>
      <p:pic>
        <p:nvPicPr>
          <p:cNvPr id="6" name="Picture 3" descr="Icon&#10;&#10;Description automatically generated with medium confidence">
            <a:extLst>
              <a:ext uri="{FF2B5EF4-FFF2-40B4-BE49-F238E27FC236}">
                <a16:creationId xmlns:a16="http://schemas.microsoft.com/office/drawing/2014/main" id="{09547CF4-B25A-F864-DA65-5C7F1F83C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52" y="83713"/>
            <a:ext cx="1575455" cy="15754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303128A-0EF3-84BD-F9ED-2E6316CD0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792" y="83713"/>
            <a:ext cx="1699472" cy="1414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EB993A-D432-5177-9922-4D00100F74D8}"/>
              </a:ext>
            </a:extLst>
          </p:cNvPr>
          <p:cNvSpPr txBox="1"/>
          <p:nvPr/>
        </p:nvSpPr>
        <p:spPr>
          <a:xfrm>
            <a:off x="1734047" y="365284"/>
            <a:ext cx="47294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Национална програма 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Обучение за ИТ умения и кариера</a:t>
            </a: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bg-BG" u="sng" dirty="0"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https://it-kariera.mon.bg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22BFFF-21D1-37C4-D08A-94EDDBB11DD9}"/>
              </a:ext>
            </a:extLst>
          </p:cNvPr>
          <p:cNvSpPr txBox="1"/>
          <p:nvPr/>
        </p:nvSpPr>
        <p:spPr>
          <a:xfrm>
            <a:off x="6373448" y="365284"/>
            <a:ext cx="40171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Министерството на образованието и науката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algn="r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</a:t>
            </a:r>
            <a:r>
              <a:rPr lang="bg-BG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mon.bg</a:t>
            </a:r>
            <a:endParaRPr lang="bg-BG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69597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418" name="Rectangle 2"/>
          <p:cNvSpPr>
            <a:spLocks noGrp="1" noChangeArrowheads="1"/>
          </p:cNvSpPr>
          <p:nvPr>
            <p:ph type="title"/>
          </p:nvPr>
        </p:nvSpPr>
        <p:spPr>
          <a:xfrm>
            <a:off x="957959" y="733260"/>
            <a:ext cx="10515600" cy="1325563"/>
          </a:xfrm>
        </p:spPr>
        <p:txBody>
          <a:bodyPr>
            <a:normAutofit/>
          </a:bodyPr>
          <a:lstStyle/>
          <a:p>
            <a:r>
              <a:rPr lang="bg-BG" b="1" dirty="0">
                <a:latin typeface="Comfortaa" pitchFamily="2" charset="0"/>
              </a:rPr>
              <a:t>Съдържание</a:t>
            </a:r>
          </a:p>
        </p:txBody>
      </p:sp>
      <p:sp>
        <p:nvSpPr>
          <p:cNvPr id="8" name="Rectangle 3"/>
          <p:cNvSpPr>
            <a:spLocks noGrp="1" noChangeArrowheads="1"/>
          </p:cNvSpPr>
          <p:nvPr>
            <p:ph idx="4294967295"/>
          </p:nvPr>
        </p:nvSpPr>
        <p:spPr>
          <a:xfrm>
            <a:off x="957959" y="2058823"/>
            <a:ext cx="10515600" cy="4217743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en-US" sz="3200" dirty="0">
                <a:latin typeface="Comfortaa" pitchFamily="2" charset="0"/>
              </a:rPr>
              <a:t>SQL </a:t>
            </a:r>
            <a:r>
              <a:rPr lang="bg-BG" sz="3200" dirty="0">
                <a:latin typeface="Comfortaa" pitchFamily="2" charset="0"/>
              </a:rPr>
              <a:t>инжекция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bg-BG" sz="3200" dirty="0">
                <a:latin typeface="Comfortaa" pitchFamily="2" charset="0"/>
              </a:rPr>
              <a:t>Параметризирани команди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endParaRPr lang="bg-BG" sz="3200" dirty="0">
              <a:latin typeface="Comfortaa" pitchFamily="2" charset="0"/>
            </a:endParaRPr>
          </a:p>
          <a:p>
            <a:pPr>
              <a:lnSpc>
                <a:spcPct val="100000"/>
              </a:lnSpc>
              <a:spcBef>
                <a:spcPts val="500"/>
              </a:spcBef>
            </a:pPr>
            <a:endParaRPr lang="bg-BG" sz="3200" dirty="0">
              <a:latin typeface="Comfortaa" pitchFamily="2" charset="0"/>
            </a:endParaRPr>
          </a:p>
          <a:p>
            <a:pPr>
              <a:lnSpc>
                <a:spcPct val="100000"/>
              </a:lnSpc>
              <a:spcBef>
                <a:spcPts val="500"/>
              </a:spcBef>
            </a:pPr>
            <a:endParaRPr lang="bg-BG" sz="3200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5751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body" idx="1"/>
          </p:nvPr>
        </p:nvSpPr>
        <p:spPr>
          <a:xfrm>
            <a:off x="1447800" y="4728411"/>
            <a:ext cx="8938472" cy="1579905"/>
          </a:xfrm>
        </p:spPr>
        <p:txBody>
          <a:bodyPr>
            <a:normAutofit/>
          </a:bodyPr>
          <a:lstStyle/>
          <a:p>
            <a:r>
              <a:rPr lang="bg-BG" sz="4000" dirty="0">
                <a:latin typeface="Comfortaa" pitchFamily="2" charset="0"/>
              </a:rPr>
              <a:t>Какво е</a:t>
            </a:r>
            <a:r>
              <a:rPr lang="en-US" sz="4000" dirty="0">
                <a:latin typeface="Comfortaa" pitchFamily="2" charset="0"/>
              </a:rPr>
              <a:t> SQL </a:t>
            </a:r>
            <a:r>
              <a:rPr lang="bg-BG" sz="4000" dirty="0">
                <a:latin typeface="Comfortaa" pitchFamily="2" charset="0"/>
              </a:rPr>
              <a:t>инжекцията? </a:t>
            </a:r>
            <a:endParaRPr lang="en-US" sz="4000" dirty="0">
              <a:latin typeface="Comfortaa" pitchFamily="2" charset="0"/>
            </a:endParaRPr>
          </a:p>
          <a:p>
            <a:r>
              <a:rPr lang="bg-BG" sz="4000" dirty="0">
                <a:latin typeface="Comfortaa" pitchFamily="2" charset="0"/>
              </a:rPr>
              <a:t>Как да се защитим?</a:t>
            </a:r>
            <a:endParaRPr lang="en-US" sz="4000" dirty="0">
              <a:latin typeface="Comfortaa" pitchFamily="2" charset="0"/>
            </a:endParaRPr>
          </a:p>
        </p:txBody>
      </p:sp>
      <p:pic>
        <p:nvPicPr>
          <p:cNvPr id="1026" name="Picture 2" descr="Image result for sql injection">
            <a:extLst>
              <a:ext uri="{FF2B5EF4-FFF2-40B4-BE49-F238E27FC236}">
                <a16:creationId xmlns:a16="http://schemas.microsoft.com/office/drawing/2014/main" id="{98D29FA8-635C-4DA7-B278-71AB6A918C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3154" y="970380"/>
            <a:ext cx="6767763" cy="3262061"/>
          </a:xfrm>
          <a:prstGeom prst="roundRect">
            <a:avLst>
              <a:gd name="adj" fmla="val 11900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37421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Какво е </a:t>
            </a:r>
            <a:r>
              <a:rPr lang="en-US" dirty="0">
                <a:latin typeface="Comfortaa" pitchFamily="2" charset="0"/>
              </a:rPr>
              <a:t>SQL </a:t>
            </a:r>
            <a:r>
              <a:rPr lang="bg-BG" dirty="0">
                <a:latin typeface="Comfortaa" pitchFamily="2" charset="0"/>
              </a:rPr>
              <a:t>инжекцията</a:t>
            </a:r>
            <a:r>
              <a:rPr lang="en-US" dirty="0">
                <a:latin typeface="Comfortaa" pitchFamily="2" charset="0"/>
              </a:rPr>
              <a:t>? [1/2]</a:t>
            </a:r>
          </a:p>
        </p:txBody>
      </p:sp>
      <p:sp>
        <p:nvSpPr>
          <p:cNvPr id="6" name="Rectangle 3"/>
          <p:cNvSpPr>
            <a:spLocks noChangeArrowheads="1"/>
          </p:cNvSpPr>
          <p:nvPr/>
        </p:nvSpPr>
        <p:spPr bwMode="auto">
          <a:xfrm>
            <a:off x="986590" y="1610225"/>
            <a:ext cx="10040352" cy="4538871"/>
          </a:xfrm>
          <a:prstGeom prst="rect">
            <a:avLst/>
          </a:prstGeom>
          <a:solidFill>
            <a:schemeClr val="tx1"/>
          </a:solidFill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bool IsPasswordValid(string username, string password)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{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string sql = 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</a:t>
            </a: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sym typeface="Wingdings" pitchFamily="2" charset="2"/>
              </a:rPr>
              <a:t>  $"SELECT COUNT(*) FROM Users " +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  $"</a:t>
            </a: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sym typeface="Wingdings" pitchFamily="2" charset="2"/>
              </a:rPr>
              <a:t>WHERE UserName = </a:t>
            </a: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'{username}'</a:t>
            </a: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sym typeface="Wingdings" pitchFamily="2" charset="2"/>
              </a:rPr>
              <a:t> AND</a:t>
            </a: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" +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  $"</a:t>
            </a: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sym typeface="Wingdings" pitchFamily="2" charset="2"/>
              </a:rPr>
              <a:t>PasswordHash = </a:t>
            </a: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'{CalcSHA1(password)}'";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</a:t>
            </a:r>
            <a:r>
              <a:rPr lang="bg-BG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SqlCommand </a:t>
            </a: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cmd</a:t>
            </a:r>
            <a:r>
              <a:rPr lang="bg-BG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= new SqlCommand(</a:t>
            </a: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sql</a:t>
            </a:r>
            <a:r>
              <a:rPr lang="bg-BG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, </a:t>
            </a: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dbC</a:t>
            </a:r>
            <a:r>
              <a:rPr lang="bg-BG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on</a:t>
            </a: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nection</a:t>
            </a:r>
            <a:r>
              <a:rPr lang="bg-BG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);</a:t>
            </a:r>
            <a:endParaRPr lang="en-US" sz="2400" b="1" noProof="1">
              <a:solidFill>
                <a:schemeClr val="bg1"/>
              </a:solidFill>
              <a:latin typeface="Consolas" pitchFamily="49" charset="0"/>
              <a:cs typeface="Consolas" pitchFamily="49" charset="0"/>
              <a:sym typeface="Wingdings" pitchFamily="2" charset="2"/>
            </a:endParaRP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endParaRPr lang="bg-BG" sz="2400" b="1" noProof="1">
              <a:solidFill>
                <a:schemeClr val="bg1"/>
              </a:solidFill>
              <a:latin typeface="Consolas" pitchFamily="49" charset="0"/>
              <a:cs typeface="Consolas" pitchFamily="49" charset="0"/>
              <a:sym typeface="Wingdings" pitchFamily="2" charset="2"/>
            </a:endParaRP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int matchedUsersCount = (int) cmd</a:t>
            </a:r>
            <a:r>
              <a:rPr lang="bg-BG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.Execute</a:t>
            </a: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Scalar</a:t>
            </a:r>
            <a:r>
              <a:rPr lang="bg-BG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();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return matchedUsersCount &gt; 0;</a:t>
            </a:r>
            <a:endParaRPr lang="bg-BG" sz="2400" b="1" noProof="1">
              <a:solidFill>
                <a:schemeClr val="bg1"/>
              </a:solidFill>
              <a:latin typeface="Consolas" pitchFamily="49" charset="0"/>
              <a:cs typeface="Consolas" pitchFamily="49" charset="0"/>
              <a:sym typeface="Wingdings" pitchFamily="2" charset="2"/>
            </a:endParaRP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}</a:t>
            </a:r>
            <a:endParaRPr lang="en-US" sz="2400" b="1" noProof="1">
              <a:solidFill>
                <a:schemeClr val="bg1"/>
              </a:solidFill>
              <a:latin typeface="Consolas" pitchFamily="49" charset="0"/>
              <a:cs typeface="Consolas" pitchFamily="49" charset="0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4202701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3"/>
          <p:cNvSpPr>
            <a:spLocks noChangeArrowheads="1"/>
          </p:cNvSpPr>
          <p:nvPr/>
        </p:nvSpPr>
        <p:spPr bwMode="auto">
          <a:xfrm>
            <a:off x="657657" y="2125579"/>
            <a:ext cx="10876686" cy="3083921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bool normalLogin =</a:t>
            </a: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IsPasswordValid("peter", "qwerty123"); // true</a:t>
            </a: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endParaRPr lang="en-US" sz="2400" b="1" noProof="1">
              <a:solidFill>
                <a:schemeClr val="bg1"/>
              </a:solidFill>
              <a:latin typeface="Consolas" pitchFamily="49" charset="0"/>
              <a:cs typeface="Consolas" pitchFamily="49" charset="0"/>
              <a:sym typeface="Wingdings" pitchFamily="2" charset="2"/>
            </a:endParaRP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bool sqlInjectedLogin = </a:t>
            </a: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IsPasswordValid(" ' or 1=1 --", "qwerty123"); // true</a:t>
            </a: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endParaRPr lang="en-US" sz="2400" b="1" noProof="1">
              <a:solidFill>
                <a:schemeClr val="bg1"/>
              </a:solidFill>
              <a:latin typeface="Consolas" pitchFamily="49" charset="0"/>
              <a:cs typeface="Consolas" pitchFamily="49" charset="0"/>
              <a:sym typeface="Wingdings" pitchFamily="2" charset="2"/>
            </a:endParaRP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bool evilHackerCreatesNewUser = </a:t>
            </a: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IsPasswordValid("' INSERT INTO Users VALUES('hacker','') --",</a:t>
            </a: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"qwerty123");</a:t>
            </a:r>
            <a:endParaRPr lang="bg-BG" sz="2400" b="1" noProof="1">
              <a:solidFill>
                <a:schemeClr val="bg1"/>
              </a:solidFill>
              <a:latin typeface="Consolas" pitchFamily="49" charset="0"/>
              <a:cs typeface="Consolas" pitchFamily="49" charset="0"/>
              <a:sym typeface="Wingdings" pitchFamily="2" charset="2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4F91240-BA51-23B0-AE0E-DFA5E8B82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Какво е </a:t>
            </a:r>
            <a:r>
              <a:rPr lang="en-US" dirty="0">
                <a:latin typeface="Comfortaa" pitchFamily="2" charset="0"/>
              </a:rPr>
              <a:t>SQL </a:t>
            </a:r>
            <a:r>
              <a:rPr lang="bg-BG" dirty="0">
                <a:latin typeface="Comfortaa" pitchFamily="2" charset="0"/>
              </a:rPr>
              <a:t>инжекцията</a:t>
            </a:r>
            <a:r>
              <a:rPr lang="en-US" dirty="0">
                <a:latin typeface="Comfortaa" pitchFamily="2" charset="0"/>
              </a:rPr>
              <a:t>? [2/2]</a:t>
            </a:r>
          </a:p>
        </p:txBody>
      </p:sp>
    </p:spTree>
    <p:extLst>
      <p:ext uri="{BB962C8B-B14F-4D97-AF65-F5344CB8AC3E}">
        <p14:creationId xmlns:p14="http://schemas.microsoft.com/office/powerpoint/2010/main" val="21792919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Следните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SQL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команди се изпълняват: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Обичайна проверка на паролата</a:t>
            </a:r>
            <a:r>
              <a:rPr lang="en-US" dirty="0">
                <a:latin typeface="Comfortaa" pitchFamily="2" charset="0"/>
              </a:rPr>
              <a:t> (</a:t>
            </a:r>
            <a:r>
              <a:rPr lang="bg-BG" dirty="0">
                <a:latin typeface="Comfortaa" pitchFamily="2" charset="0"/>
              </a:rPr>
              <a:t>без</a:t>
            </a:r>
            <a:r>
              <a:rPr lang="en-US" dirty="0">
                <a:latin typeface="Comfortaa" pitchFamily="2" charset="0"/>
              </a:rPr>
              <a:t> SQL </a:t>
            </a:r>
            <a:r>
              <a:rPr lang="bg-BG" dirty="0">
                <a:latin typeface="Comfortaa" pitchFamily="2" charset="0"/>
              </a:rPr>
              <a:t>инжекция)</a:t>
            </a:r>
            <a:r>
              <a:rPr lang="en-US" dirty="0">
                <a:latin typeface="Comfortaa" pitchFamily="2" charset="0"/>
              </a:rPr>
              <a:t>:</a:t>
            </a:r>
          </a:p>
          <a:p>
            <a:pPr lvl="1">
              <a:lnSpc>
                <a:spcPct val="100000"/>
              </a:lnSpc>
            </a:pPr>
            <a:endParaRPr lang="en-US" sz="2600" dirty="0">
              <a:latin typeface="Comfortaa" pitchFamily="2" charset="0"/>
            </a:endParaRPr>
          </a:p>
          <a:p>
            <a:pPr lvl="1">
              <a:lnSpc>
                <a:spcPct val="100000"/>
              </a:lnSpc>
              <a:spcBef>
                <a:spcPts val="3000"/>
              </a:spcBef>
            </a:pPr>
            <a:r>
              <a:rPr lang="en-US" dirty="0">
                <a:latin typeface="Comfortaa" pitchFamily="2" charset="0"/>
              </a:rPr>
              <a:t>SQL-</a:t>
            </a:r>
            <a:r>
              <a:rPr lang="bg-BG" dirty="0">
                <a:latin typeface="Comfortaa" pitchFamily="2" charset="0"/>
              </a:rPr>
              <a:t>инжектирана проверка за парола</a:t>
            </a:r>
            <a:r>
              <a:rPr lang="en-US" dirty="0">
                <a:latin typeface="Comfortaa" pitchFamily="2" charset="0"/>
              </a:rPr>
              <a:t>:</a:t>
            </a:r>
          </a:p>
          <a:p>
            <a:pPr lvl="1">
              <a:lnSpc>
                <a:spcPct val="100000"/>
              </a:lnSpc>
            </a:pPr>
            <a:endParaRPr lang="en-US" sz="2600" dirty="0">
              <a:latin typeface="Comfortaa" pitchFamily="2" charset="0"/>
            </a:endParaRPr>
          </a:p>
          <a:p>
            <a:pPr lvl="1">
              <a:lnSpc>
                <a:spcPct val="100000"/>
              </a:lnSpc>
              <a:spcBef>
                <a:spcPts val="3000"/>
              </a:spcBef>
            </a:pPr>
            <a:r>
              <a:rPr lang="en-US" dirty="0">
                <a:latin typeface="Comfortaa" pitchFamily="2" charset="0"/>
              </a:rPr>
              <a:t>SQL-</a:t>
            </a:r>
            <a:r>
              <a:rPr lang="bg-BG" dirty="0">
                <a:latin typeface="Comfortaa" pitchFamily="2" charset="0"/>
              </a:rPr>
              <a:t>инжектирана</a:t>
            </a:r>
            <a:r>
              <a:rPr lang="en-US" dirty="0">
                <a:latin typeface="Comfortaa" pitchFamily="2" charset="0"/>
              </a:rPr>
              <a:t> INSERT </a:t>
            </a:r>
            <a:r>
              <a:rPr lang="bg-BG" dirty="0">
                <a:latin typeface="Comfortaa" pitchFamily="2" charset="0"/>
              </a:rPr>
              <a:t>команда</a:t>
            </a:r>
            <a:r>
              <a:rPr lang="en-US" dirty="0">
                <a:latin typeface="Comfortaa" pitchFamily="2" charset="0"/>
              </a:rPr>
              <a:t>:</a:t>
            </a:r>
            <a:endParaRPr lang="bg-BG" dirty="0">
              <a:latin typeface="Comfortaa" pitchFamily="2" charset="0"/>
            </a:endParaRPr>
          </a:p>
          <a:p>
            <a:pPr lvl="1">
              <a:lnSpc>
                <a:spcPct val="100000"/>
              </a:lnSpc>
              <a:spcBef>
                <a:spcPts val="3000"/>
              </a:spcBef>
            </a:pPr>
            <a:endParaRPr lang="bg-BG" sz="2600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endParaRPr lang="bg-BG" sz="2600" dirty="0"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>
                <a:latin typeface="Comfortaa" pitchFamily="2" charset="0"/>
              </a:rPr>
              <a:t>Как работи </a:t>
            </a:r>
            <a:r>
              <a:rPr lang="en-US" dirty="0">
                <a:latin typeface="Comfortaa" pitchFamily="2" charset="0"/>
              </a:rPr>
              <a:t>SQL </a:t>
            </a:r>
            <a:r>
              <a:rPr lang="bg-BG" dirty="0">
                <a:latin typeface="Comfortaa" pitchFamily="2" charset="0"/>
              </a:rPr>
              <a:t>инжекцията</a:t>
            </a:r>
            <a:r>
              <a:rPr lang="en-US" dirty="0">
                <a:latin typeface="Comfortaa" pitchFamily="2" charset="0"/>
              </a:rPr>
              <a:t>?</a:t>
            </a:r>
          </a:p>
        </p:txBody>
      </p:sp>
      <p:sp>
        <p:nvSpPr>
          <p:cNvPr id="6" name="Rectangle 3"/>
          <p:cNvSpPr>
            <a:spLocks noChangeArrowheads="1"/>
          </p:cNvSpPr>
          <p:nvPr/>
        </p:nvSpPr>
        <p:spPr bwMode="auto">
          <a:xfrm>
            <a:off x="1600200" y="2788930"/>
            <a:ext cx="8991600" cy="707886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SELECT COUNT(*) FROM Users WHERE UserName = 'peter'</a:t>
            </a:r>
            <a:b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</a:b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and PasswordHash = 'XOwXWxZePV5iyeE86Ejvb+rIG/8='</a:t>
            </a:r>
            <a:endParaRPr lang="bg-BG" sz="2000" b="1" noProof="1">
              <a:solidFill>
                <a:schemeClr val="bg1"/>
              </a:solidFill>
              <a:latin typeface="Consolas" pitchFamily="49" charset="0"/>
              <a:cs typeface="Consolas" pitchFamily="49" charset="0"/>
              <a:sym typeface="Wingdings" pitchFamily="2" charset="2"/>
            </a:endParaRPr>
          </a:p>
        </p:txBody>
      </p:sp>
      <p:sp>
        <p:nvSpPr>
          <p:cNvPr id="7" name="Rectangle 3"/>
          <p:cNvSpPr>
            <a:spLocks noChangeArrowheads="1"/>
          </p:cNvSpPr>
          <p:nvPr/>
        </p:nvSpPr>
        <p:spPr bwMode="auto">
          <a:xfrm>
            <a:off x="1600200" y="4001294"/>
            <a:ext cx="8991600" cy="707886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SELECT COUNT(*) FROM Users WHERE UserName = ' ' or 1=1</a:t>
            </a:r>
            <a:b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</a:b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-- ' and PasswordHash = 'XOwXWxZePV5iyeE86Ejvb+rIG/8='</a:t>
            </a:r>
            <a:endParaRPr lang="bg-BG" sz="2000" b="1" noProof="1">
              <a:solidFill>
                <a:schemeClr val="bg1"/>
              </a:solidFill>
              <a:latin typeface="Consolas" pitchFamily="49" charset="0"/>
              <a:cs typeface="Consolas" pitchFamily="49" charset="0"/>
              <a:sym typeface="Wingdings" pitchFamily="2" charset="2"/>
            </a:endParaRP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600200" y="5213658"/>
            <a:ext cx="8991600" cy="1015663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SELECT COUNT(*) FROM Users WHERE UserName = ''</a:t>
            </a:r>
            <a:b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</a:b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INSERT INTO Users VALUES('hacker','')</a:t>
            </a:r>
            <a:b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</a:b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--' and PasswordHash = 'XOwXWxZePV5iyeE86Ejvb+rIG/8='</a:t>
            </a:r>
            <a:endParaRPr lang="bg-BG" sz="2000" b="1" noProof="1">
              <a:solidFill>
                <a:schemeClr val="bg1"/>
              </a:solidFill>
              <a:latin typeface="Consolas" pitchFamily="49" charset="0"/>
              <a:cs typeface="Consolas" pitchFamily="49" charset="0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9503275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57128"/>
          </a:xfrm>
        </p:spPr>
        <p:txBody>
          <a:bodyPr>
            <a:normAutofit lnSpcReduction="10000"/>
          </a:bodyPr>
          <a:lstStyle/>
          <a:p>
            <a:r>
              <a:rPr lang="bg-BG" dirty="0">
                <a:latin typeface="Comfortaa" pitchFamily="2" charset="0"/>
              </a:rPr>
              <a:t>Начини за защита от </a:t>
            </a:r>
            <a:r>
              <a:rPr lang="en-US" dirty="0">
                <a:latin typeface="Comfortaa" pitchFamily="2" charset="0"/>
              </a:rPr>
              <a:t>SQL </a:t>
            </a:r>
            <a:r>
              <a:rPr lang="bg-BG" dirty="0">
                <a:latin typeface="Comfortaa" pitchFamily="2" charset="0"/>
              </a:rPr>
              <a:t>инжекции</a:t>
            </a:r>
            <a:r>
              <a:rPr lang="en-US" dirty="0">
                <a:latin typeface="Comfortaa" pitchFamily="2" charset="0"/>
              </a:rPr>
              <a:t>:</a:t>
            </a:r>
          </a:p>
          <a:p>
            <a:pPr lvl="1"/>
            <a:r>
              <a:rPr lang="en-US" dirty="0">
                <a:latin typeface="Comfortaa" pitchFamily="2" charset="0"/>
              </a:rPr>
              <a:t>SQL-</a:t>
            </a:r>
            <a:r>
              <a:rPr lang="bg-BG" dirty="0">
                <a:latin typeface="Comfortaa" pitchFamily="2" charset="0"/>
              </a:rPr>
              <a:t>избягване на всички данни идващи „отвън“ приложението</a:t>
            </a:r>
            <a:r>
              <a:rPr lang="en-US" dirty="0">
                <a:latin typeface="Comfortaa" pitchFamily="2" charset="0"/>
              </a:rPr>
              <a:t>:</a:t>
            </a:r>
          </a:p>
          <a:p>
            <a:pPr lvl="1"/>
            <a:endParaRPr lang="en-US" dirty="0">
              <a:latin typeface="Comfortaa" pitchFamily="2" charset="0"/>
            </a:endParaRPr>
          </a:p>
          <a:p>
            <a:pPr lvl="1"/>
            <a:endParaRPr lang="en-US" dirty="0">
              <a:latin typeface="Comfortaa" pitchFamily="2" charset="0"/>
            </a:endParaRPr>
          </a:p>
          <a:p>
            <a:pPr lvl="1"/>
            <a:endParaRPr lang="en-US" dirty="0">
              <a:latin typeface="Comfortaa" pitchFamily="2" charset="0"/>
            </a:endParaRPr>
          </a:p>
          <a:p>
            <a:pPr lvl="1"/>
            <a:endParaRPr lang="en-US" dirty="0">
              <a:latin typeface="Comfortaa" pitchFamily="2" charset="0"/>
            </a:endParaRPr>
          </a:p>
          <a:p>
            <a:pPr lvl="1"/>
            <a:endParaRPr lang="en-US" dirty="0">
              <a:latin typeface="Comfortaa" pitchFamily="2" charset="0"/>
            </a:endParaRPr>
          </a:p>
          <a:p>
            <a:pPr lvl="1"/>
            <a:endParaRPr lang="en-US" dirty="0">
              <a:latin typeface="Comfortaa" pitchFamily="2" charset="0"/>
            </a:endParaRPr>
          </a:p>
          <a:p>
            <a:pPr lvl="2"/>
            <a:r>
              <a:rPr lang="bg-BG" dirty="0">
                <a:latin typeface="Comfortaa" pitchFamily="2" charset="0"/>
              </a:rPr>
              <a:t>Не се препоръчва: Само в краен случай!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Предпочитан подход</a:t>
            </a:r>
            <a:r>
              <a:rPr lang="en-US" dirty="0">
                <a:latin typeface="Comfortaa" pitchFamily="2" charset="0"/>
              </a:rPr>
              <a:t>:</a:t>
            </a:r>
          </a:p>
          <a:p>
            <a:pPr lvl="2"/>
            <a:r>
              <a:rPr lang="bg-BG" dirty="0">
                <a:latin typeface="Comfortaa" pitchFamily="2" charset="0"/>
              </a:rPr>
              <a:t>Чрез параметризирани заявки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/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parameterized queries</a:t>
            </a:r>
            <a:r>
              <a:rPr lang="bg-BG" dirty="0">
                <a:latin typeface="Comfortaa" pitchFamily="2" charset="0"/>
              </a:rPr>
              <a:t>/</a:t>
            </a:r>
            <a:endParaRPr lang="en-US" dirty="0">
              <a:solidFill>
                <a:schemeClr val="tx2">
                  <a:lumMod val="75000"/>
                </a:schemeClr>
              </a:solidFill>
              <a:latin typeface="Comfortaa" pitchFamily="2" charset="0"/>
            </a:endParaRPr>
          </a:p>
          <a:p>
            <a:pPr lvl="2"/>
            <a:r>
              <a:rPr lang="bg-BG" dirty="0">
                <a:latin typeface="Comfortaa" pitchFamily="2" charset="0"/>
              </a:rPr>
              <a:t>Отделя се </a:t>
            </a:r>
            <a:r>
              <a:rPr lang="en-US" dirty="0">
                <a:latin typeface="Comfortaa" pitchFamily="2" charset="0"/>
              </a:rPr>
              <a:t>SQL </a:t>
            </a:r>
            <a:r>
              <a:rPr lang="bg-BG" dirty="0">
                <a:latin typeface="Comfortaa" pitchFamily="2" charset="0"/>
              </a:rPr>
              <a:t>командата от нейните аргументи</a:t>
            </a:r>
            <a:endParaRPr lang="en-US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Защита от </a:t>
            </a:r>
            <a:r>
              <a:rPr lang="en-US" dirty="0">
                <a:latin typeface="Comfortaa" pitchFamily="2" charset="0"/>
              </a:rPr>
              <a:t>SQL </a:t>
            </a:r>
            <a:r>
              <a:rPr lang="bg-BG" dirty="0">
                <a:latin typeface="Comfortaa" pitchFamily="2" charset="0"/>
              </a:rPr>
              <a:t>инжекция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5" name="Rectangle 3"/>
          <p:cNvSpPr>
            <a:spLocks noChangeArrowheads="1"/>
          </p:cNvSpPr>
          <p:nvPr/>
        </p:nvSpPr>
        <p:spPr bwMode="auto">
          <a:xfrm>
            <a:off x="1626267" y="2997869"/>
            <a:ext cx="8889333" cy="1785104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string escapedUsername = username.Replace("'", "''");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string sql = 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  "SELECT COUNT(*) FROM Users " +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  "WHERE UserName = '" + escapedUsername + "' and " +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  "PasswordHash = '" + CalcSHA1(password) + "'";</a:t>
            </a:r>
          </a:p>
        </p:txBody>
      </p:sp>
    </p:spTree>
    <p:extLst>
      <p:ext uri="{BB962C8B-B14F-4D97-AF65-F5344CB8AC3E}">
        <p14:creationId xmlns:p14="http://schemas.microsoft.com/office/powerpoint/2010/main" val="20628912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  <a:cs typeface="Consolas" pitchFamily="49" charset="0"/>
              </a:rPr>
              <a:t>SqlParameter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bg-BG" dirty="0">
                <a:latin typeface="Comfortaa" pitchFamily="2" charset="0"/>
              </a:rPr>
              <a:t>Какво са 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SqlParameter</a:t>
            </a:r>
            <a:r>
              <a:rPr lang="bg-BG" dirty="0">
                <a:latin typeface="Comfortaa" pitchFamily="2" charset="0"/>
              </a:rPr>
              <a:t>?</a:t>
            </a:r>
          </a:p>
          <a:p>
            <a:pPr lvl="1">
              <a:spcBef>
                <a:spcPts val="0"/>
              </a:spcBef>
            </a:pPr>
            <a:r>
              <a:rPr lang="bg-BG" dirty="0">
                <a:latin typeface="Comfortaa" pitchFamily="2" charset="0"/>
              </a:rPr>
              <a:t>SQL заявките и съхранените процедури могат да имат входни и изходни параметри</a:t>
            </a:r>
          </a:p>
          <a:p>
            <a:pPr lvl="1">
              <a:spcBef>
                <a:spcPts val="0"/>
              </a:spcBef>
            </a:pPr>
            <a:r>
              <a:rPr lang="bg-BG" dirty="0">
                <a:latin typeface="Comfortaa" pitchFamily="2" charset="0"/>
              </a:rPr>
              <a:t>Достъпват се чрез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dirty="0">
                <a:latin typeface="Comfortaa" pitchFamily="2" charset="0"/>
                <a:cs typeface="Consolas" pitchFamily="49" charset="0"/>
              </a:rPr>
              <a:t>Parameters</a:t>
            </a:r>
            <a:r>
              <a:rPr lang="bg-BG" dirty="0">
                <a:latin typeface="Comfortaa" pitchFamily="2" charset="0"/>
              </a:rPr>
              <a:t> свойството на класа </a:t>
            </a:r>
            <a:r>
              <a:rPr lang="bg-BG" dirty="0">
                <a:latin typeface="Comfortaa" pitchFamily="2" charset="0"/>
                <a:cs typeface="Consolas" pitchFamily="49" charset="0"/>
              </a:rPr>
              <a:t>SqlCommand</a:t>
            </a:r>
            <a:endParaRPr lang="bg-BG" dirty="0">
              <a:latin typeface="Comfortaa" pitchFamily="2" charset="0"/>
            </a:endParaRPr>
          </a:p>
          <a:p>
            <a:r>
              <a:rPr lang="bg-BG" dirty="0">
                <a:latin typeface="Comfortaa" pitchFamily="2" charset="0"/>
              </a:rPr>
              <a:t>Свойства на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noProof="1">
                <a:latin typeface="Comfortaa" pitchFamily="2" charset="0"/>
                <a:cs typeface="Consolas" pitchFamily="49" charset="0"/>
              </a:rPr>
              <a:t>SqlParameter</a:t>
            </a:r>
            <a:r>
              <a:rPr lang="bg-BG" dirty="0">
                <a:latin typeface="Comfortaa" pitchFamily="2" charset="0"/>
              </a:rPr>
              <a:t>:</a:t>
            </a:r>
          </a:p>
          <a:p>
            <a:pPr lvl="1">
              <a:spcBef>
                <a:spcPts val="0"/>
              </a:spcBef>
            </a:pPr>
            <a:r>
              <a:rPr lang="bg-BG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ParameterName</a:t>
            </a:r>
            <a:r>
              <a:rPr lang="bg-BG" dirty="0">
                <a:latin typeface="Comfortaa" pitchFamily="2" charset="0"/>
              </a:rPr>
              <a:t> – име на параметъра</a:t>
            </a:r>
          </a:p>
          <a:p>
            <a:pPr lvl="1">
              <a:spcBef>
                <a:spcPts val="0"/>
              </a:spcBef>
            </a:pPr>
            <a:r>
              <a:rPr lang="bg-BG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DbType</a:t>
            </a:r>
            <a:r>
              <a:rPr lang="bg-BG" dirty="0">
                <a:latin typeface="Comfortaa" pitchFamily="2" charset="0"/>
              </a:rPr>
              <a:t> – </a:t>
            </a:r>
            <a:r>
              <a:rPr lang="en-US" dirty="0">
                <a:latin typeface="Comfortaa" pitchFamily="2" charset="0"/>
              </a:rPr>
              <a:t>SQL </a:t>
            </a:r>
            <a:r>
              <a:rPr lang="bg-BG" dirty="0">
                <a:latin typeface="Comfortaa" pitchFamily="2" charset="0"/>
              </a:rPr>
              <a:t>тип (</a:t>
            </a:r>
            <a:r>
              <a:rPr lang="bg-BG" dirty="0">
                <a:latin typeface="Comfortaa" pitchFamily="2" charset="0"/>
                <a:cs typeface="Consolas" pitchFamily="49" charset="0"/>
              </a:rPr>
              <a:t>NVarChar</a:t>
            </a:r>
            <a:r>
              <a:rPr lang="bg-BG" dirty="0">
                <a:latin typeface="Comfortaa" pitchFamily="2" charset="0"/>
              </a:rPr>
              <a:t>, </a:t>
            </a:r>
            <a:r>
              <a:rPr lang="bg-BG" dirty="0">
                <a:latin typeface="Comfortaa" pitchFamily="2" charset="0"/>
                <a:cs typeface="Consolas" pitchFamily="49" charset="0"/>
              </a:rPr>
              <a:t>Timestamp</a:t>
            </a:r>
            <a:r>
              <a:rPr lang="bg-BG" dirty="0">
                <a:latin typeface="Comfortaa" pitchFamily="2" charset="0"/>
              </a:rPr>
              <a:t>, …)</a:t>
            </a:r>
          </a:p>
          <a:p>
            <a:pPr lvl="1">
              <a:spcBef>
                <a:spcPts val="0"/>
              </a:spcBef>
            </a:pPr>
            <a:r>
              <a:rPr lang="bg-BG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Size</a:t>
            </a:r>
            <a:r>
              <a:rPr lang="bg-BG" dirty="0">
                <a:latin typeface="Comfortaa" pitchFamily="2" charset="0"/>
              </a:rPr>
              <a:t> – размер на типа (ако е приложимо)</a:t>
            </a:r>
          </a:p>
          <a:p>
            <a:pPr lvl="1">
              <a:spcBef>
                <a:spcPts val="0"/>
              </a:spcBef>
            </a:pPr>
            <a:r>
              <a:rPr lang="bg-BG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Direction</a:t>
            </a:r>
            <a:r>
              <a:rPr lang="bg-BG" dirty="0">
                <a:latin typeface="Comfortaa" pitchFamily="2" charset="0"/>
              </a:rPr>
              <a:t> – вход/изход</a:t>
            </a:r>
          </a:p>
        </p:txBody>
      </p:sp>
    </p:spTree>
    <p:extLst>
      <p:ext uri="{BB962C8B-B14F-4D97-AF65-F5344CB8AC3E}">
        <p14:creationId xmlns:p14="http://schemas.microsoft.com/office/powerpoint/2010/main" val="5111840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399" y="439153"/>
            <a:ext cx="11552321" cy="1325563"/>
          </a:xfrm>
        </p:spPr>
        <p:txBody>
          <a:bodyPr>
            <a:normAutofit/>
          </a:bodyPr>
          <a:lstStyle/>
          <a:p>
            <a:r>
              <a:rPr lang="bg-BG" sz="4200" dirty="0">
                <a:latin typeface="Comfortaa" pitchFamily="2" charset="0"/>
              </a:rPr>
              <a:t>Пример: Параметризирани команди</a:t>
            </a:r>
            <a:endParaRPr lang="en-US" sz="4200" dirty="0">
              <a:latin typeface="Comfortaa" pitchFamily="2" charset="0"/>
            </a:endParaRPr>
          </a:p>
        </p:txBody>
      </p:sp>
      <p:sp>
        <p:nvSpPr>
          <p:cNvPr id="6" name="Rectangle 3"/>
          <p:cNvSpPr>
            <a:spLocks noChangeArrowheads="1"/>
          </p:cNvSpPr>
          <p:nvPr/>
        </p:nvSpPr>
        <p:spPr bwMode="auto">
          <a:xfrm>
            <a:off x="533400" y="1724001"/>
            <a:ext cx="11125200" cy="4341766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void InsertProject(string name, string description, DateTime startDate)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{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SqlCommand cmd = new SqlCommand("INSERT INTO Projects " + 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  "(Name, Description, StartDate, EndDate) VALUES " +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  "(</a:t>
            </a:r>
            <a:r>
              <a:rPr lang="en-US" sz="22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@name</a:t>
            </a: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, </a:t>
            </a:r>
            <a:r>
              <a:rPr lang="en-US" sz="22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@desc</a:t>
            </a: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, </a:t>
            </a:r>
            <a:r>
              <a:rPr lang="en-US" sz="22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@start</a:t>
            </a: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, </a:t>
            </a:r>
            <a:r>
              <a:rPr lang="en-US" sz="22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@end</a:t>
            </a: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)", dbCon);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cmd.Parameters.AddWithValue("</a:t>
            </a:r>
            <a:r>
              <a:rPr lang="en-US" sz="22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@name</a:t>
            </a: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", name);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cmd.Parameters.AddWithValue("</a:t>
            </a:r>
            <a:r>
              <a:rPr lang="en-US" sz="22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@desc</a:t>
            </a: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", description);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cmd.Parameters.AddWithValue("</a:t>
            </a:r>
            <a:r>
              <a:rPr lang="en-US" sz="22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@start</a:t>
            </a: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", startDate);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cmd.ExecuteNonQuery();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}</a:t>
            </a:r>
            <a:endParaRPr lang="bg-BG" sz="2200" b="1" noProof="1">
              <a:solidFill>
                <a:schemeClr val="bg1"/>
              </a:solidFill>
              <a:latin typeface="Consolas" pitchFamily="49" charset="0"/>
              <a:cs typeface="Consolas" pitchFamily="49" charset="0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7311422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3" descr="Icon&#10;&#10;Description automatically generated with medium confidence">
            <a:extLst>
              <a:ext uri="{FF2B5EF4-FFF2-40B4-BE49-F238E27FC236}">
                <a16:creationId xmlns:a16="http://schemas.microsoft.com/office/drawing/2014/main" id="{09547CF4-B25A-F864-DA65-5C7F1F83C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52" y="83713"/>
            <a:ext cx="1575455" cy="15754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303128A-0EF3-84BD-F9ED-2E6316CD0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792" y="83713"/>
            <a:ext cx="1699472" cy="1414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EB993A-D432-5177-9922-4D00100F74D8}"/>
              </a:ext>
            </a:extLst>
          </p:cNvPr>
          <p:cNvSpPr txBox="1"/>
          <p:nvPr/>
        </p:nvSpPr>
        <p:spPr>
          <a:xfrm>
            <a:off x="1734047" y="365284"/>
            <a:ext cx="47294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Национална програма 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Обучение за ИТ умения и кариера</a:t>
            </a: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bg-BG" u="sng" dirty="0"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https://it-kariera.mon.bg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22BFFF-21D1-37C4-D08A-94EDDBB11DD9}"/>
              </a:ext>
            </a:extLst>
          </p:cNvPr>
          <p:cNvSpPr txBox="1"/>
          <p:nvPr/>
        </p:nvSpPr>
        <p:spPr>
          <a:xfrm>
            <a:off x="6373448" y="365284"/>
            <a:ext cx="40171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Министерството на образованието и науката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algn="r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</a:t>
            </a:r>
            <a:r>
              <a:rPr lang="bg-BG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mon.bg</a:t>
            </a:r>
            <a:endParaRPr lang="bg-BG" dirty="0">
              <a:latin typeface="Comfortaa" pitchFamily="2" charset="0"/>
            </a:endParaRPr>
          </a:p>
        </p:txBody>
      </p:sp>
      <p:pic>
        <p:nvPicPr>
          <p:cNvPr id="2" name="Logo CC-BY-NC-SA">
            <a:hlinkClick r:id="rId5"/>
            <a:extLst>
              <a:ext uri="{FF2B5EF4-FFF2-40B4-BE49-F238E27FC236}">
                <a16:creationId xmlns:a16="http://schemas.microsoft.com/office/drawing/2014/main" id="{39F87C09-7AAD-A59F-33F5-8BECE165CB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7447" y="2650021"/>
            <a:ext cx="4017104" cy="144081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DBEA407-2EEF-D82D-ADB6-D20902F79FA2}"/>
              </a:ext>
            </a:extLst>
          </p:cNvPr>
          <p:cNvSpPr txBox="1"/>
          <p:nvPr/>
        </p:nvSpPr>
        <p:spPr>
          <a:xfrm>
            <a:off x="262246" y="5452243"/>
            <a:ext cx="1166750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bg-BG" sz="1800" dirty="0">
                <a:latin typeface="Comfortaa" pitchFamily="2" charset="0"/>
              </a:rPr>
              <a:t>Документът е разработен за нуждите на Национална програма "Обучение за ИТ умения и кариера" на Министерството на образованието и науката (МОН)</a:t>
            </a:r>
            <a:r>
              <a:rPr lang="en-US" sz="1800" dirty="0">
                <a:latin typeface="Comfortaa" pitchFamily="2" charset="0"/>
              </a:rPr>
              <a:t> </a:t>
            </a:r>
            <a:r>
              <a:rPr lang="bg-BG" sz="1800" dirty="0">
                <a:latin typeface="Comfortaa" pitchFamily="2" charset="0"/>
              </a:rPr>
              <a:t>и се разпространява под свободен лиценз CC-BY-NC-SA (</a:t>
            </a:r>
            <a:r>
              <a:rPr lang="bg-BG" sz="1800" dirty="0" err="1">
                <a:latin typeface="Comfortaa" pitchFamily="2" charset="0"/>
              </a:rPr>
              <a:t>Creative</a:t>
            </a:r>
            <a:r>
              <a:rPr lang="bg-BG" sz="1800" dirty="0">
                <a:latin typeface="Comfortaa" pitchFamily="2" charset="0"/>
              </a:rPr>
              <a:t> </a:t>
            </a:r>
            <a:r>
              <a:rPr lang="bg-BG" sz="1800" dirty="0" err="1">
                <a:latin typeface="Comfortaa" pitchFamily="2" charset="0"/>
              </a:rPr>
              <a:t>Commons</a:t>
            </a:r>
            <a:r>
              <a:rPr lang="bg-BG" sz="1800" dirty="0">
                <a:latin typeface="Comfortaa" pitchFamily="2" charset="0"/>
              </a:rPr>
              <a:t> </a:t>
            </a:r>
            <a:r>
              <a:rPr lang="bg-BG" sz="1800" dirty="0" err="1">
                <a:latin typeface="Comfortaa" pitchFamily="2" charset="0"/>
              </a:rPr>
              <a:t>Attribution-Non-Commercial-Share-Alike</a:t>
            </a:r>
            <a:r>
              <a:rPr lang="bg-BG" sz="1800" dirty="0">
                <a:latin typeface="Comfortaa" pitchFamily="2" charset="0"/>
              </a:rPr>
              <a:t> 4.0 International).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241344677"/>
      </p:ext>
    </p:ext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SQL Инжекция — Демонстрация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Уязвим: WHERE Name='" + input + "'</a:t>
            </a:r>
          </a:p>
          <a:p>
            <a:r>
              <a:t>Нормален: input='admin' → WHERE Name='admin' OK</a:t>
            </a:r>
          </a:p>
          <a:p>
            <a:r>
              <a:t>Инжекция: input="' OR '1'='1" → ALWAYS TRUE!</a:t>
            </a:r>
          </a:p>
          <a:p>
            <a:r>
              <a:t>DROP инжекция: input="'; DROP TABLE Users; --"</a:t>
            </a:r>
          </a:p>
          <a:p>
            <a:r>
              <a:t>Целият ШАБЛОН: Заменете конкатенацията с @параметри!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Параметризирани команди — Правилният начин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ГРЕШНО: sql = $"INSERT VALUES ('{name}', '{pass}')"</a:t>
            </a:r>
          </a:p>
          <a:p>
            <a:r>
              <a:t>ПРАВИЛНО: sql = "INSERT VALUES (@name, @pass)"</a:t>
            </a:r>
          </a:p>
          <a:p>
            <a:r>
              <a:t>cmd.Parameters.AddWithValue("@name", name);</a:t>
            </a:r>
          </a:p>
          <a:p>
            <a:r>
              <a:t>cmd.Parameters.AddWithValue("@pass", pass);</a:t>
            </a:r>
          </a:p>
          <a:p>
            <a:r>
              <a:t>Предимства: защита, по-бърза компилация, авто ескапинг</a:t>
            </a:r>
          </a:p>
          <a:p>
            <a:r>
              <a:t>ПРАВИЛО: Ако има потребителски вход → @параметри!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90</TotalTime>
  <Words>636</Words>
  <Application>Microsoft Office PowerPoint</Application>
  <PresentationFormat>Widescreen</PresentationFormat>
  <Paragraphs>93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Comfortaa</vt:lpstr>
      <vt:lpstr>Consolas</vt:lpstr>
      <vt:lpstr>Office Theme</vt:lpstr>
      <vt:lpstr>SQL инжекция и ползване на параметризирани команди</vt:lpstr>
      <vt:lpstr>Съдържание</vt:lpstr>
      <vt:lpstr>PowerPoint Presentation</vt:lpstr>
      <vt:lpstr>Какво е SQL инжекцията? [1/2]</vt:lpstr>
      <vt:lpstr>Какво е SQL инжекцията? [2/2]</vt:lpstr>
      <vt:lpstr>Как работи SQL инжекцията?</vt:lpstr>
      <vt:lpstr>Защита от SQL инжекция</vt:lpstr>
      <vt:lpstr>SqlParameter</vt:lpstr>
      <vt:lpstr>Пример: Параметризирани команди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Димитър Минчев</dc:creator>
  <cp:lastModifiedBy>Димитър Минчев</cp:lastModifiedBy>
  <cp:revision>10</cp:revision>
  <dcterms:created xsi:type="dcterms:W3CDTF">2022-08-09T09:25:46Z</dcterms:created>
  <dcterms:modified xsi:type="dcterms:W3CDTF">2023-02-22T09:22:03Z</dcterms:modified>
</cp:coreProperties>
</file>