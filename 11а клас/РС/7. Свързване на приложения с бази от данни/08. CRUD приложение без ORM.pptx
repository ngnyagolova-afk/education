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8" r:id="rId2"/>
    <p:sldId id="629" r:id="rId3"/>
    <p:sldId id="633" r:id="rId4"/>
    <p:sldId id="636" r:id="rId5"/>
    <p:sldId id="626" r:id="rId6"/>
    <p:sldId id="637" r:id="rId7"/>
    <p:sldId id="638" r:id="rId8"/>
    <p:sldId id="639" r:id="rId9"/>
    <p:sldId id="640" r:id="rId10"/>
    <p:sldId id="627" r:id="rId11"/>
    <p:sldId id="628" r:id="rId12"/>
    <p:sldId id="641" r:id="rId13"/>
    <p:sldId id="642" r:id="rId14"/>
    <p:sldId id="5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29"/>
            <p14:sldId id="633"/>
            <p14:sldId id="636"/>
            <p14:sldId id="626"/>
            <p14:sldId id="637"/>
            <p14:sldId id="638"/>
            <p14:sldId id="639"/>
            <p14:sldId id="640"/>
            <p14:sldId id="627"/>
            <p14:sldId id="628"/>
            <p14:sldId id="641"/>
            <p14:sldId id="642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D1EA3-6D3A-4DBE-AE5E-13D2310C29EB}" v="25" dt="2023-02-22T11:26:47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977D1EA3-6D3A-4DBE-AE5E-13D2310C29EB}"/>
    <pc:docChg chg="undo custSel addSld delSld modSld modSection">
      <pc:chgData name="Димитър Минчев" userId="6da192e4-d32c-454b-8615-bbadf07b6639" providerId="ADAL" clId="{977D1EA3-6D3A-4DBE-AE5E-13D2310C29EB}" dt="2023-02-22T11:27:45.728" v="192" actId="27636"/>
      <pc:docMkLst>
        <pc:docMk/>
      </pc:docMkLst>
      <pc:sldChg chg="modSp mod">
        <pc:chgData name="Димитър Минчев" userId="6da192e4-d32c-454b-8615-bbadf07b6639" providerId="ADAL" clId="{977D1EA3-6D3A-4DBE-AE5E-13D2310C29EB}" dt="2023-02-22T11:18:27.260" v="30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977D1EA3-6D3A-4DBE-AE5E-13D2310C29EB}" dt="2023-02-22T11:18:19.357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977D1EA3-6D3A-4DBE-AE5E-13D2310C29EB}" dt="2023-02-22T11:18:27.260" v="30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del">
        <pc:chgData name="Димитър Минчев" userId="6da192e4-d32c-454b-8615-bbadf07b6639" providerId="ADAL" clId="{977D1EA3-6D3A-4DBE-AE5E-13D2310C29EB}" dt="2023-02-22T11:18:35.809" v="31" actId="47"/>
        <pc:sldMkLst>
          <pc:docMk/>
          <pc:sldMk cId="2385751420" sldId="571"/>
        </pc:sldMkLst>
      </pc:sldChg>
      <pc:sldChg chg="delSp modSp add mod modAnim">
        <pc:chgData name="Димитър Минчев" userId="6da192e4-d32c-454b-8615-bbadf07b6639" providerId="ADAL" clId="{977D1EA3-6D3A-4DBE-AE5E-13D2310C29EB}" dt="2023-02-22T11:23:08.716" v="106" actId="2711"/>
        <pc:sldMkLst>
          <pc:docMk/>
          <pc:sldMk cId="2783509483" sldId="626"/>
        </pc:sldMkLst>
        <pc:spChg chg="mod">
          <ac:chgData name="Димитър Минчев" userId="6da192e4-d32c-454b-8615-bbadf07b6639" providerId="ADAL" clId="{977D1EA3-6D3A-4DBE-AE5E-13D2310C29EB}" dt="2023-02-22T11:20:12.875" v="55" actId="2711"/>
          <ac:spMkLst>
            <pc:docMk/>
            <pc:sldMk cId="2783509483" sldId="62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0:22.273" v="58" actId="207"/>
          <ac:spMkLst>
            <pc:docMk/>
            <pc:sldMk cId="2783509483" sldId="62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0:36.472" v="63" actId="478"/>
          <ac:spMkLst>
            <pc:docMk/>
            <pc:sldMk cId="2783509483" sldId="626"/>
            <ac:spMk id="6" creationId="{B775D4F9-288B-43AF-AD39-6EB4BD639682}"/>
          </ac:spMkLst>
        </pc:spChg>
        <pc:spChg chg="mod">
          <ac:chgData name="Димитър Минчев" userId="6da192e4-d32c-454b-8615-bbadf07b6639" providerId="ADAL" clId="{977D1EA3-6D3A-4DBE-AE5E-13D2310C29EB}" dt="2023-02-22T11:23:08.716" v="106" actId="2711"/>
          <ac:spMkLst>
            <pc:docMk/>
            <pc:sldMk cId="2783509483" sldId="626"/>
            <ac:spMk id="8" creationId="{00000000-0000-0000-0000-000000000000}"/>
          </ac:spMkLst>
        </pc:spChg>
      </pc:sldChg>
      <pc:sldChg chg="delSp modSp add mod modAnim">
        <pc:chgData name="Димитър Минчев" userId="6da192e4-d32c-454b-8615-bbadf07b6639" providerId="ADAL" clId="{977D1EA3-6D3A-4DBE-AE5E-13D2310C29EB}" dt="2023-02-22T11:24:44.644" v="130"/>
        <pc:sldMkLst>
          <pc:docMk/>
          <pc:sldMk cId="3043871118" sldId="627"/>
        </pc:sldMkLst>
        <pc:spChg chg="mod">
          <ac:chgData name="Димитър Минчев" userId="6da192e4-d32c-454b-8615-bbadf07b6639" providerId="ADAL" clId="{977D1EA3-6D3A-4DBE-AE5E-13D2310C29EB}" dt="2023-02-22T11:23:38.588" v="112" actId="207"/>
          <ac:spMkLst>
            <pc:docMk/>
            <pc:sldMk cId="3043871118" sldId="62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4:37.294" v="129" actId="1076"/>
          <ac:spMkLst>
            <pc:docMk/>
            <pc:sldMk cId="3043871118" sldId="627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4:37.294" v="129" actId="1076"/>
          <ac:spMkLst>
            <pc:docMk/>
            <pc:sldMk cId="3043871118" sldId="627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4:37.294" v="129" actId="1076"/>
          <ac:spMkLst>
            <pc:docMk/>
            <pc:sldMk cId="3043871118" sldId="627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4:32.046" v="128" actId="478"/>
          <ac:spMkLst>
            <pc:docMk/>
            <pc:sldMk cId="3043871118" sldId="627"/>
            <ac:spMk id="9" creationId="{FFD49697-10A7-487D-960C-1528C816B010}"/>
          </ac:spMkLst>
        </pc:spChg>
        <pc:spChg chg="mod">
          <ac:chgData name="Димитър Минчев" userId="6da192e4-d32c-454b-8615-bbadf07b6639" providerId="ADAL" clId="{977D1EA3-6D3A-4DBE-AE5E-13D2310C29EB}" dt="2023-02-22T11:24:37.294" v="129" actId="1076"/>
          <ac:spMkLst>
            <pc:docMk/>
            <pc:sldMk cId="3043871118" sldId="627"/>
            <ac:spMk id="11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977D1EA3-6D3A-4DBE-AE5E-13D2310C29EB}" dt="2023-02-22T11:25:52.879" v="153" actId="20577"/>
        <pc:sldMkLst>
          <pc:docMk/>
          <pc:sldMk cId="2222170302" sldId="628"/>
        </pc:sldMkLst>
        <pc:spChg chg="mod">
          <ac:chgData name="Димитър Минчев" userId="6da192e4-d32c-454b-8615-bbadf07b6639" providerId="ADAL" clId="{977D1EA3-6D3A-4DBE-AE5E-13D2310C29EB}" dt="2023-02-22T11:25:52.879" v="153" actId="20577"/>
          <ac:spMkLst>
            <pc:docMk/>
            <pc:sldMk cId="2222170302" sldId="62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5:16.554" v="141" actId="1076"/>
          <ac:spMkLst>
            <pc:docMk/>
            <pc:sldMk cId="2222170302" sldId="62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5:19.153" v="142" actId="478"/>
          <ac:spMkLst>
            <pc:docMk/>
            <pc:sldMk cId="2222170302" sldId="628"/>
            <ac:spMk id="6" creationId="{48C22088-EA60-4DA6-81B6-E3917469C134}"/>
          </ac:spMkLst>
        </pc:spChg>
        <pc:picChg chg="mod modCrop">
          <ac:chgData name="Димитър Минчев" userId="6da192e4-d32c-454b-8615-bbadf07b6639" providerId="ADAL" clId="{977D1EA3-6D3A-4DBE-AE5E-13D2310C29EB}" dt="2023-02-22T11:25:25.331" v="143" actId="732"/>
          <ac:picMkLst>
            <pc:docMk/>
            <pc:sldMk cId="2222170302" sldId="628"/>
            <ac:picMk id="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977D1EA3-6D3A-4DBE-AE5E-13D2310C29EB}" dt="2023-02-22T11:18:48.436" v="40" actId="478"/>
        <pc:sldMkLst>
          <pc:docMk/>
          <pc:sldMk cId="2738770957" sldId="629"/>
        </pc:sldMkLst>
        <pc:spChg chg="mod">
          <ac:chgData name="Димитър Минчев" userId="6da192e4-d32c-454b-8615-bbadf07b6639" providerId="ADAL" clId="{977D1EA3-6D3A-4DBE-AE5E-13D2310C29EB}" dt="2023-02-22T11:18:43.049" v="37" actId="2711"/>
          <ac:spMkLst>
            <pc:docMk/>
            <pc:sldMk cId="2738770957" sldId="629"/>
            <ac:spMk id="2" creationId="{00000000-0000-0000-0000-000000000000}"/>
          </ac:spMkLst>
        </pc:spChg>
        <pc:spChg chg="del">
          <ac:chgData name="Димитър Минчев" userId="6da192e4-d32c-454b-8615-bbadf07b6639" providerId="ADAL" clId="{977D1EA3-6D3A-4DBE-AE5E-13D2310C29EB}" dt="2023-02-22T11:18:48.436" v="40" actId="478"/>
          <ac:spMkLst>
            <pc:docMk/>
            <pc:sldMk cId="2738770957" sldId="629"/>
            <ac:spMk id="5" creationId="{CA0993E8-9EEE-43BA-99C2-883E2F0C8CCA}"/>
          </ac:spMkLst>
        </pc:spChg>
        <pc:picChg chg="mod">
          <ac:chgData name="Димитър Минчев" userId="6da192e4-d32c-454b-8615-bbadf07b6639" providerId="ADAL" clId="{977D1EA3-6D3A-4DBE-AE5E-13D2310C29EB}" dt="2023-02-22T11:18:46.560" v="39" actId="1076"/>
          <ac:picMkLst>
            <pc:docMk/>
            <pc:sldMk cId="2738770957" sldId="629"/>
            <ac:picMk id="6" creationId="{00000000-0000-0000-0000-000000000000}"/>
          </ac:picMkLst>
        </pc:picChg>
      </pc:sldChg>
      <pc:sldChg chg="modSp add mod">
        <pc:chgData name="Димитър Минчев" userId="6da192e4-d32c-454b-8615-bbadf07b6639" providerId="ADAL" clId="{977D1EA3-6D3A-4DBE-AE5E-13D2310C29EB}" dt="2023-02-22T11:19:04.774" v="42" actId="207"/>
        <pc:sldMkLst>
          <pc:docMk/>
          <pc:sldMk cId="3779217921" sldId="633"/>
        </pc:sldMkLst>
        <pc:spChg chg="mod">
          <ac:chgData name="Димитър Минчев" userId="6da192e4-d32c-454b-8615-bbadf07b6639" providerId="ADAL" clId="{977D1EA3-6D3A-4DBE-AE5E-13D2310C29EB}" dt="2023-02-22T11:18:52.655" v="41" actId="2711"/>
          <ac:spMkLst>
            <pc:docMk/>
            <pc:sldMk cId="3779217921" sldId="63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19:04.774" v="42" actId="207"/>
          <ac:spMkLst>
            <pc:docMk/>
            <pc:sldMk cId="3779217921" sldId="63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18:37.787" v="32"/>
          <ac:spMkLst>
            <pc:docMk/>
            <pc:sldMk cId="3779217921" sldId="633"/>
            <ac:spMk id="5" creationId="{D5E9D84A-E4C2-4DB5-AA5A-7EBEDB6D72CC}"/>
          </ac:spMkLst>
        </pc:spChg>
      </pc:sldChg>
      <pc:sldChg chg="modSp add del">
        <pc:chgData name="Димитър Минчев" userId="6da192e4-d32c-454b-8615-bbadf07b6639" providerId="ADAL" clId="{977D1EA3-6D3A-4DBE-AE5E-13D2310C29EB}" dt="2023-02-22T11:19:07.520" v="43" actId="47"/>
        <pc:sldMkLst>
          <pc:docMk/>
          <pc:sldMk cId="1412662937" sldId="635"/>
        </pc:sldMkLst>
        <pc:spChg chg="mod">
          <ac:chgData name="Димитър Минчев" userId="6da192e4-d32c-454b-8615-bbadf07b6639" providerId="ADAL" clId="{977D1EA3-6D3A-4DBE-AE5E-13D2310C29EB}" dt="2023-02-22T11:18:37.787" v="32"/>
          <ac:spMkLst>
            <pc:docMk/>
            <pc:sldMk cId="1412662937" sldId="635"/>
            <ac:spMk id="5" creationId="{26FB790B-41BF-4E07-AF01-2D14D36F8A6F}"/>
          </ac:spMkLst>
        </pc:spChg>
      </pc:sldChg>
      <pc:sldChg chg="delSp modSp add mod">
        <pc:chgData name="Димитър Минчев" userId="6da192e4-d32c-454b-8615-bbadf07b6639" providerId="ADAL" clId="{977D1EA3-6D3A-4DBE-AE5E-13D2310C29EB}" dt="2023-02-22T11:19:59.098" v="52" actId="403"/>
        <pc:sldMkLst>
          <pc:docMk/>
          <pc:sldMk cId="1073395967" sldId="636"/>
        </pc:sldMkLst>
        <pc:spChg chg="mod">
          <ac:chgData name="Димитър Минчев" userId="6da192e4-d32c-454b-8615-bbadf07b6639" providerId="ADAL" clId="{977D1EA3-6D3A-4DBE-AE5E-13D2310C29EB}" dt="2023-02-22T11:19:13.833" v="44" actId="2711"/>
          <ac:spMkLst>
            <pc:docMk/>
            <pc:sldMk cId="1073395967" sldId="63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19:59.098" v="52" actId="403"/>
          <ac:spMkLst>
            <pc:docMk/>
            <pc:sldMk cId="1073395967" sldId="63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19:29.305" v="49" actId="478"/>
          <ac:spMkLst>
            <pc:docMk/>
            <pc:sldMk cId="1073395967" sldId="636"/>
            <ac:spMk id="5" creationId="{0D06B4B7-E16C-497E-B1ED-CF1742E85ECA}"/>
          </ac:spMkLst>
        </pc:spChg>
      </pc:sldChg>
      <pc:sldChg chg="delSp modSp add mod">
        <pc:chgData name="Димитър Минчев" userId="6da192e4-d32c-454b-8615-bbadf07b6639" providerId="ADAL" clId="{977D1EA3-6D3A-4DBE-AE5E-13D2310C29EB}" dt="2023-02-22T11:21:18.200" v="73" actId="478"/>
        <pc:sldMkLst>
          <pc:docMk/>
          <pc:sldMk cId="990244069" sldId="637"/>
        </pc:sldMkLst>
        <pc:spChg chg="mod">
          <ac:chgData name="Димитър Минчев" userId="6da192e4-d32c-454b-8615-bbadf07b6639" providerId="ADAL" clId="{977D1EA3-6D3A-4DBE-AE5E-13D2310C29EB}" dt="2023-02-22T11:20:56.971" v="66" actId="2711"/>
          <ac:spMkLst>
            <pc:docMk/>
            <pc:sldMk cId="990244069" sldId="63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1:16.261" v="72" actId="207"/>
          <ac:spMkLst>
            <pc:docMk/>
            <pc:sldMk cId="990244069" sldId="63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1:18.200" v="73" actId="478"/>
          <ac:spMkLst>
            <pc:docMk/>
            <pc:sldMk cId="990244069" sldId="637"/>
            <ac:spMk id="5" creationId="{4958639E-7A48-42CD-B082-A14DDB942BE5}"/>
          </ac:spMkLst>
        </pc:spChg>
      </pc:sldChg>
      <pc:sldChg chg="delSp modSp add mod">
        <pc:chgData name="Димитър Минчев" userId="6da192e4-d32c-454b-8615-bbadf07b6639" providerId="ADAL" clId="{977D1EA3-6D3A-4DBE-AE5E-13D2310C29EB}" dt="2023-02-22T11:21:59.339" v="85" actId="20577"/>
        <pc:sldMkLst>
          <pc:docMk/>
          <pc:sldMk cId="3514856962" sldId="638"/>
        </pc:sldMkLst>
        <pc:spChg chg="mod">
          <ac:chgData name="Димитър Минчев" userId="6da192e4-d32c-454b-8615-bbadf07b6639" providerId="ADAL" clId="{977D1EA3-6D3A-4DBE-AE5E-13D2310C29EB}" dt="2023-02-22T11:21:59.339" v="85" actId="20577"/>
          <ac:spMkLst>
            <pc:docMk/>
            <pc:sldMk cId="3514856962" sldId="63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1:47.610" v="78" actId="404"/>
          <ac:spMkLst>
            <pc:docMk/>
            <pc:sldMk cId="3514856962" sldId="63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1:50.457" v="79" actId="478"/>
          <ac:spMkLst>
            <pc:docMk/>
            <pc:sldMk cId="3514856962" sldId="638"/>
            <ac:spMk id="5" creationId="{387C80DA-D3C6-4BAB-B5BA-0CFD0E8F30F6}"/>
          </ac:spMkLst>
        </pc:spChg>
      </pc:sldChg>
      <pc:sldChg chg="addSp delSp modSp add mod">
        <pc:chgData name="Димитър Минчев" userId="6da192e4-d32c-454b-8615-bbadf07b6639" providerId="ADAL" clId="{977D1EA3-6D3A-4DBE-AE5E-13D2310C29EB}" dt="2023-02-22T11:22:38.506" v="97" actId="478"/>
        <pc:sldMkLst>
          <pc:docMk/>
          <pc:sldMk cId="3074044355" sldId="639"/>
        </pc:sldMkLst>
        <pc:spChg chg="del">
          <ac:chgData name="Димитър Минчев" userId="6da192e4-d32c-454b-8615-bbadf07b6639" providerId="ADAL" clId="{977D1EA3-6D3A-4DBE-AE5E-13D2310C29EB}" dt="2023-02-22T11:22:04.684" v="86" actId="478"/>
          <ac:spMkLst>
            <pc:docMk/>
            <pc:sldMk cId="3074044355" sldId="63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2:35.278" v="96" actId="5793"/>
          <ac:spMkLst>
            <pc:docMk/>
            <pc:sldMk cId="3074044355" sldId="63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2:38.506" v="97" actId="478"/>
          <ac:spMkLst>
            <pc:docMk/>
            <pc:sldMk cId="3074044355" sldId="639"/>
            <ac:spMk id="5" creationId="{30A4BB75-EB63-4EB3-B367-B81CE3E5D017}"/>
          </ac:spMkLst>
        </pc:spChg>
        <pc:spChg chg="add del mod">
          <ac:chgData name="Димитър Минчев" userId="6da192e4-d32c-454b-8615-bbadf07b6639" providerId="ADAL" clId="{977D1EA3-6D3A-4DBE-AE5E-13D2310C29EB}" dt="2023-02-22T11:22:05.756" v="87" actId="478"/>
          <ac:spMkLst>
            <pc:docMk/>
            <pc:sldMk cId="3074044355" sldId="639"/>
            <ac:spMk id="6" creationId="{08F64746-269C-2A0D-B22D-9D791D272D9C}"/>
          </ac:spMkLst>
        </pc:spChg>
        <pc:spChg chg="add mod">
          <ac:chgData name="Димитър Минчев" userId="6da192e4-d32c-454b-8615-bbadf07b6639" providerId="ADAL" clId="{977D1EA3-6D3A-4DBE-AE5E-13D2310C29EB}" dt="2023-02-22T11:22:08.993" v="90" actId="20577"/>
          <ac:spMkLst>
            <pc:docMk/>
            <pc:sldMk cId="3074044355" sldId="639"/>
            <ac:spMk id="7" creationId="{E8F240A6-C64A-B9FB-553E-F55194993918}"/>
          </ac:spMkLst>
        </pc:spChg>
      </pc:sldChg>
      <pc:sldChg chg="delSp modSp add mod modAnim">
        <pc:chgData name="Димитър Минчев" userId="6da192e4-d32c-454b-8615-bbadf07b6639" providerId="ADAL" clId="{977D1EA3-6D3A-4DBE-AE5E-13D2310C29EB}" dt="2023-02-22T11:23:24.805" v="110" actId="20577"/>
        <pc:sldMkLst>
          <pc:docMk/>
          <pc:sldMk cId="912684708" sldId="640"/>
        </pc:sldMkLst>
        <pc:spChg chg="mod">
          <ac:chgData name="Димитър Минчев" userId="6da192e4-d32c-454b-8615-bbadf07b6639" providerId="ADAL" clId="{977D1EA3-6D3A-4DBE-AE5E-13D2310C29EB}" dt="2023-02-22T11:22:43.148" v="98" actId="2711"/>
          <ac:spMkLst>
            <pc:docMk/>
            <pc:sldMk cId="912684708" sldId="64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2:47.995" v="100" actId="113"/>
          <ac:spMkLst>
            <pc:docMk/>
            <pc:sldMk cId="912684708" sldId="64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3:04.466" v="105" actId="478"/>
          <ac:spMkLst>
            <pc:docMk/>
            <pc:sldMk cId="912684708" sldId="640"/>
            <ac:spMk id="6" creationId="{886BCD32-00CA-4D6E-BB8D-8E1094BA4498}"/>
          </ac:spMkLst>
        </pc:spChg>
        <pc:spChg chg="mod">
          <ac:chgData name="Димитър Минчев" userId="6da192e4-d32c-454b-8615-bbadf07b6639" providerId="ADAL" clId="{977D1EA3-6D3A-4DBE-AE5E-13D2310C29EB}" dt="2023-02-22T11:23:24.805" v="110" actId="20577"/>
          <ac:spMkLst>
            <pc:docMk/>
            <pc:sldMk cId="912684708" sldId="640"/>
            <ac:spMk id="8" creationId="{00000000-0000-0000-0000-000000000000}"/>
          </ac:spMkLst>
        </pc:spChg>
      </pc:sldChg>
      <pc:sldChg chg="addSp delSp modSp add mod">
        <pc:chgData name="Димитър Минчев" userId="6da192e4-d32c-454b-8615-bbadf07b6639" providerId="ADAL" clId="{977D1EA3-6D3A-4DBE-AE5E-13D2310C29EB}" dt="2023-02-22T11:27:45.728" v="192" actId="27636"/>
        <pc:sldMkLst>
          <pc:docMk/>
          <pc:sldMk cId="1017543507" sldId="641"/>
        </pc:sldMkLst>
        <pc:spChg chg="del">
          <ac:chgData name="Димитър Минчев" userId="6da192e4-d32c-454b-8615-bbadf07b6639" providerId="ADAL" clId="{977D1EA3-6D3A-4DBE-AE5E-13D2310C29EB}" dt="2023-02-22T11:25:57.837" v="154" actId="478"/>
          <ac:spMkLst>
            <pc:docMk/>
            <pc:sldMk cId="1017543507" sldId="64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977D1EA3-6D3A-4DBE-AE5E-13D2310C29EB}" dt="2023-02-22T11:27:45.728" v="192" actId="27636"/>
          <ac:spMkLst>
            <pc:docMk/>
            <pc:sldMk cId="1017543507" sldId="64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6:27.032" v="163" actId="478"/>
          <ac:spMkLst>
            <pc:docMk/>
            <pc:sldMk cId="1017543507" sldId="641"/>
            <ac:spMk id="5" creationId="{C438EBCD-2CE2-4AEC-AD0E-11191D2B133B}"/>
          </ac:spMkLst>
        </pc:spChg>
        <pc:spChg chg="add del mod">
          <ac:chgData name="Димитър Минчев" userId="6da192e4-d32c-454b-8615-bbadf07b6639" providerId="ADAL" clId="{977D1EA3-6D3A-4DBE-AE5E-13D2310C29EB}" dt="2023-02-22T11:26:01.439" v="155" actId="478"/>
          <ac:spMkLst>
            <pc:docMk/>
            <pc:sldMk cId="1017543507" sldId="641"/>
            <ac:spMk id="6" creationId="{1D74AB96-95E1-3D2F-02EE-AF2E9E09268D}"/>
          </ac:spMkLst>
        </pc:spChg>
        <pc:spChg chg="add mod">
          <ac:chgData name="Димитър Минчев" userId="6da192e4-d32c-454b-8615-bbadf07b6639" providerId="ADAL" clId="{977D1EA3-6D3A-4DBE-AE5E-13D2310C29EB}" dt="2023-02-22T11:26:03.753" v="157" actId="20577"/>
          <ac:spMkLst>
            <pc:docMk/>
            <pc:sldMk cId="1017543507" sldId="641"/>
            <ac:spMk id="7" creationId="{69C2000F-7133-D120-57FA-A443698263A6}"/>
          </ac:spMkLst>
        </pc:spChg>
      </pc:sldChg>
      <pc:sldChg chg="addSp delSp modSp add mod">
        <pc:chgData name="Димитър Минчев" userId="6da192e4-d32c-454b-8615-bbadf07b6639" providerId="ADAL" clId="{977D1EA3-6D3A-4DBE-AE5E-13D2310C29EB}" dt="2023-02-22T11:27:39.609" v="190" actId="478"/>
        <pc:sldMkLst>
          <pc:docMk/>
          <pc:sldMk cId="2249314070" sldId="642"/>
        </pc:sldMkLst>
        <pc:spChg chg="del">
          <ac:chgData name="Димитър Минчев" userId="6da192e4-d32c-454b-8615-bbadf07b6639" providerId="ADAL" clId="{977D1EA3-6D3A-4DBE-AE5E-13D2310C29EB}" dt="2023-02-22T11:26:44.972" v="169" actId="478"/>
          <ac:spMkLst>
            <pc:docMk/>
            <pc:sldMk cId="2249314070" sldId="642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6:52.111" v="173" actId="478"/>
          <ac:spMkLst>
            <pc:docMk/>
            <pc:sldMk cId="2249314070" sldId="642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977D1EA3-6D3A-4DBE-AE5E-13D2310C29EB}" dt="2023-02-22T11:27:39.609" v="190" actId="478"/>
          <ac:spMkLst>
            <pc:docMk/>
            <pc:sldMk cId="2249314070" sldId="642"/>
            <ac:spMk id="5" creationId="{7BCF743E-003D-49E6-B94B-5D1FDBE8AC3D}"/>
          </ac:spMkLst>
        </pc:spChg>
        <pc:spChg chg="add del mod">
          <ac:chgData name="Димитър Минчев" userId="6da192e4-d32c-454b-8615-bbadf07b6639" providerId="ADAL" clId="{977D1EA3-6D3A-4DBE-AE5E-13D2310C29EB}" dt="2023-02-22T11:26:45.866" v="170" actId="478"/>
          <ac:spMkLst>
            <pc:docMk/>
            <pc:sldMk cId="2249314070" sldId="642"/>
            <ac:spMk id="6" creationId="{347D48F9-649A-CC88-3B4A-705E94294606}"/>
          </ac:spMkLst>
        </pc:spChg>
        <pc:spChg chg="add mod">
          <ac:chgData name="Димитър Минчев" userId="6da192e4-d32c-454b-8615-bbadf07b6639" providerId="ADAL" clId="{977D1EA3-6D3A-4DBE-AE5E-13D2310C29EB}" dt="2023-02-22T11:27:37.783" v="189" actId="20577"/>
          <ac:spMkLst>
            <pc:docMk/>
            <pc:sldMk cId="2249314070" sldId="642"/>
            <ac:spMk id="7" creationId="{135339A2-38E8-E9CB-5131-915E8C3F26B9}"/>
          </ac:spMkLst>
        </pc:spChg>
        <pc:spChg chg="add mod">
          <ac:chgData name="Димитър Минчев" userId="6da192e4-d32c-454b-8615-bbadf07b6639" providerId="ADAL" clId="{977D1EA3-6D3A-4DBE-AE5E-13D2310C29EB}" dt="2023-02-22T11:27:35.075" v="188" actId="1076"/>
          <ac:spMkLst>
            <pc:docMk/>
            <pc:sldMk cId="2249314070" sldId="642"/>
            <ac:spMk id="9" creationId="{18A87E24-2C50-FDBB-0C80-8521D0A96D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DD5F96E-4267-4F9C-A176-424F20289D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13487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D574021-6C14-43C7-A736-7D33068577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062452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35ECD94-7DF0-4D52-952A-E874ECABAA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27658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F0747F4-A693-4DED-A918-CC3358EBBD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95136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543DDD9-9095-4075-8CA0-7ED08C0476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800165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4944882-27BE-437E-ADF6-A3B6C481F3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5973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7C3DB1F-2BB6-4455-95F7-566A70FC35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05382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CRUD </a:t>
            </a:r>
            <a:r>
              <a:rPr lang="bg-BG" dirty="0">
                <a:latin typeface="Comfortaa" pitchFamily="2" charset="0"/>
              </a:rPr>
              <a:t>приложение без </a:t>
            </a:r>
            <a:r>
              <a:rPr lang="en-US" dirty="0">
                <a:latin typeface="Comfortaa" pitchFamily="2" charset="0"/>
              </a:rPr>
              <a:t>ORM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Разработка на софтуер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3000"/>
            <a:ext cx="10363200" cy="820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mfortaa" pitchFamily="2" charset="0"/>
              </a:rPr>
              <a:t>CRUD </a:t>
            </a:r>
            <a:r>
              <a:rPr lang="bg-BG" dirty="0">
                <a:latin typeface="Comfortaa" pitchFamily="2" charset="0"/>
              </a:rPr>
              <a:t>операции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586719"/>
            <a:ext cx="7467600" cy="300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7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</a:t>
            </a:r>
            <a:r>
              <a:rPr lang="en-US" noProof="1">
                <a:latin typeface="Comfortaa" pitchFamily="2" charset="0"/>
              </a:rPr>
              <a:t>RUD – </a:t>
            </a:r>
            <a:r>
              <a:rPr lang="bg-BG" dirty="0">
                <a:latin typeface="Comfortaa" pitchFamily="2" charset="0"/>
              </a:rPr>
              <a:t>Създаване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</a:t>
            </a:r>
            <a:r>
              <a:rPr lang="bg-BG" dirty="0">
                <a:latin typeface="Comfortaa" pitchFamily="2" charset="0"/>
              </a:rPr>
              <a:t>/</a:t>
            </a:r>
            <a:r>
              <a:rPr lang="en-US" dirty="0">
                <a:latin typeface="Comfortaa" pitchFamily="2" charset="0"/>
              </a:rPr>
              <a:t> - </a:t>
            </a:r>
            <a:r>
              <a:rPr lang="bg-BG" dirty="0">
                <a:latin typeface="Comfortaa" pitchFamily="2" charset="0"/>
              </a:rPr>
              <a:t>пример: добавяне на нов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</a:t>
            </a:r>
            <a:r>
              <a:rPr lang="en-US" noProof="1">
                <a:latin typeface="Comfortaa" pitchFamily="2" charset="0"/>
              </a:rPr>
              <a:t>UD – </a:t>
            </a:r>
            <a:r>
              <a:rPr lang="bg-BG" dirty="0">
                <a:latin typeface="Comfortaa" pitchFamily="2" charset="0"/>
              </a:rPr>
              <a:t>Прочитане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Read</a:t>
            </a:r>
            <a:r>
              <a:rPr lang="bg-BG" dirty="0">
                <a:latin typeface="Comfortaa" pitchFamily="2" charset="0"/>
              </a:rPr>
              <a:t>/ - пример: прочитане на запис от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CR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</a:t>
            </a:r>
            <a:r>
              <a:rPr lang="en-US" noProof="1">
                <a:latin typeface="Comfortaa" pitchFamily="2" charset="0"/>
              </a:rPr>
              <a:t>D – </a:t>
            </a:r>
            <a:r>
              <a:rPr lang="bg-BG" dirty="0">
                <a:latin typeface="Comfortaa" pitchFamily="2" charset="0"/>
              </a:rPr>
              <a:t>Променяне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Update</a:t>
            </a:r>
            <a:r>
              <a:rPr lang="bg-BG" dirty="0">
                <a:latin typeface="Comfortaa" pitchFamily="2" charset="0"/>
              </a:rPr>
              <a:t>/ - пример: промяна на един или няколко елемента от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CRU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</a:t>
            </a:r>
            <a:r>
              <a:rPr lang="en-US" noProof="1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Изтриване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Delete</a:t>
            </a:r>
            <a:r>
              <a:rPr lang="bg-BG" dirty="0">
                <a:latin typeface="Comfortaa" pitchFamily="2" charset="0"/>
              </a:rPr>
              <a:t>/ - пример: изтриване на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са </a:t>
            </a:r>
            <a:r>
              <a:rPr lang="en-US" dirty="0">
                <a:latin typeface="Comfortaa" pitchFamily="2" charset="0"/>
              </a:rPr>
              <a:t>CRUD</a:t>
            </a:r>
            <a:r>
              <a:rPr lang="bg-BG" dirty="0">
                <a:latin typeface="Comfortaa" pitchFamily="2" charset="0"/>
              </a:rPr>
              <a:t> операциите</a:t>
            </a:r>
            <a:r>
              <a:rPr lang="en-US" dirty="0">
                <a:latin typeface="Comfortaa" pitchFamily="2" charset="0"/>
              </a:rPr>
              <a:t>?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5E9D84A-E4C2-4DB5-AA5A-7EBEDB6D7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21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6155"/>
            <a:ext cx="11161799" cy="48467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Business</a:t>
            </a:r>
            <a:endParaRPr lang="en-US" sz="2000" b="1" noProof="1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ProductBusiness.cs</a:t>
            </a:r>
            <a:r>
              <a:rPr lang="bg-BG" sz="20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noProof="1">
                <a:latin typeface="Comfortaa" pitchFamily="2" charset="0"/>
              </a:rPr>
              <a:t>– описва бизнес логиката свързана с продуктите</a:t>
            </a:r>
            <a:endParaRPr lang="en-US" sz="20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Common</a:t>
            </a:r>
            <a:r>
              <a:rPr lang="en-US" sz="2000" noProof="1">
                <a:latin typeface="Comfortaa" pitchFamily="2" charset="0"/>
              </a:rPr>
              <a:t> – </a:t>
            </a:r>
            <a:r>
              <a:rPr lang="bg-BG" sz="2000" noProof="1">
                <a:latin typeface="Comfortaa" pitchFamily="2" charset="0"/>
              </a:rPr>
              <a:t>общ (споделен) слой между всички останали</a:t>
            </a:r>
            <a:endParaRPr lang="en-US" sz="2000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Product.cs</a:t>
            </a:r>
            <a:r>
              <a:rPr lang="bg-BG" sz="20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noProof="1">
                <a:latin typeface="Comfortaa" pitchFamily="2" charset="0"/>
              </a:rPr>
              <a:t>– описва класа данни за продукт</a:t>
            </a:r>
            <a:endParaRPr lang="en-US" sz="20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Data</a:t>
            </a:r>
            <a:endParaRPr lang="bg-BG" sz="2000" b="1" noProof="1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Database.cs</a:t>
            </a:r>
            <a:r>
              <a:rPr lang="en-US" sz="20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000" noProof="1">
                <a:latin typeface="Comfortaa" pitchFamily="2" charset="0"/>
              </a:rPr>
              <a:t>– </a:t>
            </a:r>
            <a:r>
              <a:rPr lang="bg-BG" sz="2000" noProof="1">
                <a:latin typeface="Comfortaa" pitchFamily="2" charset="0"/>
              </a:rPr>
              <a:t>статичен клас за връзка с базата данни</a:t>
            </a:r>
          </a:p>
          <a:p>
            <a:pPr lvl="1">
              <a:lnSpc>
                <a:spcPct val="100000"/>
              </a:lnSpc>
            </a:pP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ProductData.cs</a:t>
            </a:r>
            <a:r>
              <a:rPr lang="en-US" sz="20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000" noProof="1">
                <a:latin typeface="Comfortaa" pitchFamily="2" charset="0"/>
              </a:rPr>
              <a:t>– </a:t>
            </a:r>
            <a:r>
              <a:rPr lang="bg-BG" sz="2000" noProof="1">
                <a:latin typeface="Comfortaa" pitchFamily="2" charset="0"/>
              </a:rPr>
              <a:t>клас, в който ще изпълняваме заявки към БД</a:t>
            </a:r>
            <a:endParaRPr lang="en-US" sz="20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Presentation</a:t>
            </a:r>
            <a:endParaRPr lang="bg-BG" sz="2000" b="1" noProof="1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Display.cs</a:t>
            </a:r>
            <a:r>
              <a:rPr lang="en-US" sz="20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000" noProof="1">
                <a:latin typeface="Comfortaa" pitchFamily="2" charset="0"/>
              </a:rPr>
              <a:t>– </a:t>
            </a:r>
            <a:r>
              <a:rPr lang="bg-BG" sz="2000" noProof="1">
                <a:latin typeface="Comfortaa" pitchFamily="2" charset="0"/>
              </a:rPr>
              <a:t>клас, в който ще реализираме конзолно управление на приложението</a:t>
            </a:r>
            <a:endParaRPr lang="en-US" sz="20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Program.cs</a:t>
            </a:r>
            <a:r>
              <a:rPr lang="bg-BG" sz="24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noProof="1">
                <a:latin typeface="Comfortaa" pitchFamily="2" charset="0"/>
              </a:rPr>
              <a:t>– Място, където ще създадем обект от класа </a:t>
            </a:r>
            <a:r>
              <a:rPr lang="en-US" sz="2000" noProof="1">
                <a:latin typeface="Comfortaa" pitchFamily="2" charset="0"/>
              </a:rPr>
              <a:t>Display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Структура на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07339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7578"/>
            <a:ext cx="9346532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Създайте локална БД </a:t>
            </a:r>
            <a:r>
              <a:rPr lang="en-US" dirty="0">
                <a:latin typeface="Comfortaa" pitchFamily="2" charset="0"/>
              </a:rPr>
              <a:t>shop </a:t>
            </a:r>
            <a:r>
              <a:rPr lang="bg-BG" dirty="0">
                <a:latin typeface="Comfortaa" pitchFamily="2" charset="0"/>
              </a:rPr>
              <a:t>в </a:t>
            </a:r>
            <a:r>
              <a:rPr lang="en-US" dirty="0">
                <a:latin typeface="Comfortaa" pitchFamily="2" charset="0"/>
              </a:rPr>
              <a:t>SQL Server</a:t>
            </a:r>
            <a:r>
              <a:rPr lang="bg-BG" dirty="0">
                <a:latin typeface="Comfortaa" pitchFamily="2" charset="0"/>
              </a:rPr>
              <a:t> и таблица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product</a:t>
            </a:r>
            <a:r>
              <a:rPr lang="bg-BG" dirty="0">
                <a:latin typeface="Comfortaa" pitchFamily="2" charset="0"/>
              </a:rPr>
              <a:t>:</a:t>
            </a: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База данни</a:t>
            </a:r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1065212" y="2921145"/>
            <a:ext cx="10061576" cy="267765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create table product (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    Id int identity(100, 1) primary key,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    Name varchar(100),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    Price decimal(10,2),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    Stock Int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2783509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Създайте статичен клас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Database.cs</a:t>
            </a:r>
            <a:endParaRPr lang="en-US" sz="3600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  <a:p>
            <a:pPr lvl="1"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Създайте частно статично свойство за низа за връзката</a:t>
            </a:r>
          </a:p>
          <a:p>
            <a:pPr lvl="1"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Създайте статичен метод </a:t>
            </a:r>
            <a:r>
              <a:rPr lang="en-US" sz="36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GetConnection</a:t>
            </a:r>
            <a:r>
              <a:rPr lang="en-US" sz="3600" b="1" dirty="0">
                <a:latin typeface="Comfortaa" pitchFamily="2" charset="0"/>
                <a:cs typeface="Consolas" pitchFamily="49" charset="0"/>
              </a:rPr>
              <a:t>()</a:t>
            </a:r>
            <a:r>
              <a:rPr lang="bg-BG" sz="3600" dirty="0">
                <a:latin typeface="Comfortaa" pitchFamily="2" charset="0"/>
              </a:rPr>
              <a:t>, който връща </a:t>
            </a:r>
            <a:r>
              <a:rPr lang="en-US" sz="36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SqlConnection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обект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Data/</a:t>
            </a:r>
            <a:r>
              <a:rPr lang="en-US" dirty="0" err="1">
                <a:latin typeface="Comfortaa" pitchFamily="2" charset="0"/>
              </a:rPr>
              <a:t>Database.cs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24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bg-BG" sz="4000" dirty="0">
                <a:latin typeface="Comfortaa" pitchFamily="2" charset="0"/>
              </a:rPr>
              <a:t>Създайте следните методи:</a:t>
            </a:r>
            <a:endParaRPr lang="en-US" sz="4000" b="1" dirty="0">
              <a:latin typeface="Comfortaa" pitchFamily="2" charset="0"/>
              <a:cs typeface="Consolas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public List&lt;Product&gt; </a:t>
            </a:r>
            <a:r>
              <a:rPr lang="en-US" sz="3600" b="1" dirty="0" err="1">
                <a:solidFill>
                  <a:srgbClr val="00B0F0"/>
                </a:solidFill>
                <a:latin typeface="Comfortaa" pitchFamily="2" charset="0"/>
              </a:rPr>
              <a:t>GetAll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()</a:t>
            </a: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– този метод връща списък с всички продукти в таблицата</a:t>
            </a:r>
          </a:p>
          <a:p>
            <a:pPr lvl="1">
              <a:lnSpc>
                <a:spcPct val="100000"/>
              </a:lnSpc>
            </a:pP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public Product Get(</a:t>
            </a:r>
            <a:r>
              <a:rPr lang="en-US" sz="3600" b="1" dirty="0" err="1">
                <a:solidFill>
                  <a:srgbClr val="00B0F0"/>
                </a:solidFill>
                <a:latin typeface="Comfortaa" pitchFamily="2" charset="0"/>
              </a:rPr>
              <a:t>int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 id)</a:t>
            </a: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– този метод връща запис от таблицата според подадено </a:t>
            </a:r>
            <a:r>
              <a:rPr lang="en-US" sz="3600" dirty="0">
                <a:latin typeface="Comfortaa" pitchFamily="2" charset="0"/>
              </a:rPr>
              <a:t>id</a:t>
            </a:r>
            <a:endParaRPr lang="bg-BG" sz="3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public void Add(Product product) </a:t>
            </a:r>
            <a:r>
              <a:rPr lang="en-US" sz="3600" dirty="0">
                <a:latin typeface="Comfortaa" pitchFamily="2" charset="0"/>
              </a:rPr>
              <a:t>– </a:t>
            </a:r>
            <a:r>
              <a:rPr lang="bg-BG" sz="3600" dirty="0">
                <a:latin typeface="Comfortaa" pitchFamily="2" charset="0"/>
              </a:rPr>
              <a:t>този метод добавя запис в таблицата</a:t>
            </a:r>
          </a:p>
          <a:p>
            <a:pPr lvl="1">
              <a:lnSpc>
                <a:spcPct val="100000"/>
              </a:lnSpc>
            </a:pP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public void Update(Product product)</a:t>
            </a: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– този метод редактира запис в таблицата</a:t>
            </a:r>
          </a:p>
          <a:p>
            <a:pPr lvl="1">
              <a:lnSpc>
                <a:spcPct val="100000"/>
              </a:lnSpc>
            </a:pP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public void Delete(</a:t>
            </a:r>
            <a:r>
              <a:rPr lang="en-US" sz="3600" b="1" dirty="0" err="1">
                <a:solidFill>
                  <a:srgbClr val="00B0F0"/>
                </a:solidFill>
                <a:latin typeface="Comfortaa" pitchFamily="2" charset="0"/>
              </a:rPr>
              <a:t>int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</a:rPr>
              <a:t> id)</a:t>
            </a: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– този метод изтрива запис в таблицата по подадено </a:t>
            </a:r>
            <a:r>
              <a:rPr lang="en-US" sz="3600" dirty="0">
                <a:latin typeface="Comfortaa" pitchFamily="2" charset="0"/>
              </a:rPr>
              <a:t>id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Data/</a:t>
            </a:r>
            <a:r>
              <a:rPr lang="en-US" dirty="0" err="1">
                <a:latin typeface="Comfortaa" pitchFamily="2" charset="0"/>
              </a:rPr>
              <a:t>ProductData.cs</a:t>
            </a:r>
            <a:r>
              <a:rPr lang="en-US" dirty="0">
                <a:latin typeface="Comfortaa" pitchFamily="2" charset="0"/>
              </a:rPr>
              <a:t> [1/2]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85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bg-BG" sz="4000" dirty="0">
                <a:latin typeface="Comfortaa" pitchFamily="2" charset="0"/>
              </a:rPr>
              <a:t>Във всеки от методите трябва да изпълните </a:t>
            </a:r>
            <a:r>
              <a:rPr lang="en-US" sz="4000" dirty="0">
                <a:latin typeface="Comfortaa" pitchFamily="2" charset="0"/>
              </a:rPr>
              <a:t>SQL </a:t>
            </a:r>
            <a:r>
              <a:rPr lang="bg-BG" sz="4000" dirty="0">
                <a:latin typeface="Comfortaa" pitchFamily="2" charset="0"/>
              </a:rPr>
              <a:t>команди:</a:t>
            </a:r>
            <a:endParaRPr lang="en-US" sz="4000" b="1" dirty="0">
              <a:latin typeface="Comfortaa" pitchFamily="2" charset="0"/>
              <a:cs typeface="Consolas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sz="3800" b="1" dirty="0">
                <a:solidFill>
                  <a:srgbClr val="00B0F0"/>
                </a:solidFill>
                <a:latin typeface="Comfortaa" pitchFamily="2" charset="0"/>
              </a:rPr>
              <a:t>public List&lt;Product&gt; </a:t>
            </a:r>
            <a:r>
              <a:rPr lang="en-US" sz="3800" b="1" dirty="0" err="1">
                <a:solidFill>
                  <a:srgbClr val="00B0F0"/>
                </a:solidFill>
                <a:latin typeface="Comfortaa" pitchFamily="2" charset="0"/>
              </a:rPr>
              <a:t>GetAll</a:t>
            </a:r>
            <a:r>
              <a:rPr lang="en-US" sz="3800" b="1" dirty="0">
                <a:solidFill>
                  <a:srgbClr val="00B0F0"/>
                </a:solidFill>
                <a:latin typeface="Comfortaa" pitchFamily="2" charset="0"/>
              </a:rPr>
              <a:t>()</a:t>
            </a:r>
            <a:endParaRPr lang="bg-BG" sz="3800" b="1" dirty="0">
              <a:solidFill>
                <a:srgbClr val="00B0F0"/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en-US" sz="3600" dirty="0">
                <a:latin typeface="Comfortaa" pitchFamily="2" charset="0"/>
              </a:rPr>
              <a:t>INSERT INTO product (Name, Price, Stock) VALUES (@name, @price, @stock) </a:t>
            </a:r>
            <a:endParaRPr lang="bg-BG" sz="3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3800" b="1" dirty="0">
                <a:solidFill>
                  <a:srgbClr val="00B0F0"/>
                </a:solidFill>
                <a:latin typeface="Comfortaa" pitchFamily="2" charset="0"/>
              </a:rPr>
              <a:t>public Product Get(</a:t>
            </a:r>
            <a:r>
              <a:rPr lang="en-US" sz="3800" b="1" dirty="0" err="1">
                <a:solidFill>
                  <a:srgbClr val="00B0F0"/>
                </a:solidFill>
                <a:latin typeface="Comfortaa" pitchFamily="2" charset="0"/>
              </a:rPr>
              <a:t>int</a:t>
            </a:r>
            <a:r>
              <a:rPr lang="en-US" sz="3800" b="1" dirty="0">
                <a:solidFill>
                  <a:srgbClr val="00B0F0"/>
                </a:solidFill>
                <a:latin typeface="Comfortaa" pitchFamily="2" charset="0"/>
              </a:rPr>
              <a:t> id)</a:t>
            </a:r>
            <a:endParaRPr lang="bg-BG" sz="3800" b="1" dirty="0">
              <a:solidFill>
                <a:srgbClr val="00B0F0"/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en-US" sz="3400" dirty="0">
                <a:latin typeface="Comfortaa" pitchFamily="2" charset="0"/>
              </a:rPr>
              <a:t>SELECT * FROM product where Id = @id </a:t>
            </a:r>
            <a:endParaRPr lang="bg-BG" sz="3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3800" b="1" dirty="0">
                <a:solidFill>
                  <a:srgbClr val="00B0F0"/>
                </a:solidFill>
                <a:latin typeface="Comfortaa" pitchFamily="2" charset="0"/>
              </a:rPr>
              <a:t>public void Add(Product product</a:t>
            </a:r>
            <a:r>
              <a:rPr lang="en-US" sz="3800" dirty="0">
                <a:latin typeface="Comfortaa" pitchFamily="2" charset="0"/>
              </a:rPr>
              <a:t>)</a:t>
            </a:r>
            <a:endParaRPr lang="bg-BG" sz="38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en-US" sz="3600" dirty="0">
                <a:latin typeface="Comfortaa" pitchFamily="2" charset="0"/>
              </a:rPr>
              <a:t> INSERT INTO product (Name, Price, Stock) VALUES (@name, @price, @stock) </a:t>
            </a:r>
            <a:endParaRPr lang="bg-BG" sz="3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3800" b="1" dirty="0">
                <a:solidFill>
                  <a:srgbClr val="00B0F0"/>
                </a:solidFill>
                <a:latin typeface="Comfortaa" pitchFamily="2" charset="0"/>
              </a:rPr>
              <a:t>public void Update(Product product)</a:t>
            </a:r>
            <a:endParaRPr lang="bg-BG" sz="3800" b="1" dirty="0">
              <a:solidFill>
                <a:srgbClr val="00B0F0"/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en-US" sz="3600" dirty="0">
                <a:latin typeface="Comfortaa" pitchFamily="2" charset="0"/>
              </a:rPr>
              <a:t>UPDATE product SET Name = @name,</a:t>
            </a:r>
            <a:r>
              <a:rPr lang="bg-BG" sz="3600" dirty="0">
                <a:latin typeface="Comfortaa" pitchFamily="2" charset="0"/>
              </a:rPr>
              <a:t> </a:t>
            </a:r>
            <a:r>
              <a:rPr lang="en-US" sz="3600" dirty="0">
                <a:latin typeface="Comfortaa" pitchFamily="2" charset="0"/>
              </a:rPr>
              <a:t>Price = @price,</a:t>
            </a:r>
            <a:r>
              <a:rPr lang="bg-BG" sz="3600" dirty="0">
                <a:latin typeface="Comfortaa" pitchFamily="2" charset="0"/>
              </a:rPr>
              <a:t> </a:t>
            </a:r>
            <a:r>
              <a:rPr lang="en-US" sz="3600" dirty="0">
                <a:latin typeface="Comfortaa" pitchFamily="2" charset="0"/>
              </a:rPr>
              <a:t>Stock = @stock WHERE Id = @id </a:t>
            </a:r>
            <a:endParaRPr lang="bg-BG" sz="3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3800" b="1" dirty="0">
                <a:solidFill>
                  <a:srgbClr val="00B0F0"/>
                </a:solidFill>
                <a:latin typeface="Comfortaa" pitchFamily="2" charset="0"/>
              </a:rPr>
              <a:t>public void Delete(</a:t>
            </a:r>
            <a:r>
              <a:rPr lang="en-US" sz="3800" b="1" dirty="0" err="1">
                <a:solidFill>
                  <a:srgbClr val="00B0F0"/>
                </a:solidFill>
                <a:latin typeface="Comfortaa" pitchFamily="2" charset="0"/>
              </a:rPr>
              <a:t>int</a:t>
            </a:r>
            <a:r>
              <a:rPr lang="en-US" sz="3800" b="1" dirty="0">
                <a:solidFill>
                  <a:srgbClr val="00B0F0"/>
                </a:solidFill>
                <a:latin typeface="Comfortaa" pitchFamily="2" charset="0"/>
              </a:rPr>
              <a:t> id)</a:t>
            </a:r>
            <a:endParaRPr lang="bg-BG" sz="3800" b="1" dirty="0">
              <a:solidFill>
                <a:srgbClr val="00B0F0"/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en-US" sz="3700" dirty="0">
                <a:latin typeface="Comfortaa" pitchFamily="2" charset="0"/>
              </a:rPr>
              <a:t>DELETE product WHERE Id = @id </a:t>
            </a:r>
            <a:endParaRPr lang="bg-BG" sz="37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3800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F240A6-C64A-B9FB-553E-F5519499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Data/</a:t>
            </a:r>
            <a:r>
              <a:rPr lang="en-US" dirty="0" err="1">
                <a:latin typeface="Comfortaa" pitchFamily="2" charset="0"/>
              </a:rPr>
              <a:t>ProductData.cs</a:t>
            </a:r>
            <a:r>
              <a:rPr lang="en-US" dirty="0">
                <a:latin typeface="Comfortaa" pitchFamily="2" charset="0"/>
              </a:rPr>
              <a:t> [2/2]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04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 споделения клас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Product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описваме свойства, които съответстват на колоните от таблицата в БД. Добавяме и конструктори:</a:t>
            </a: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Common/</a:t>
            </a:r>
            <a:r>
              <a:rPr lang="en-US" dirty="0" err="1">
                <a:latin typeface="Comfortaa" pitchFamily="2" charset="0"/>
              </a:rPr>
              <a:t>Product.cs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1124953" y="3429000"/>
            <a:ext cx="10061576" cy="25853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public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Id { get; set; }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public string Name { get; set; }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public decimal Price { get; set; }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public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Stock { get; set; }</a:t>
            </a:r>
            <a:endParaRPr lang="bg-BG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public Product()</a:t>
            </a:r>
            <a:r>
              <a:rPr lang="bg-BG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  <a:r>
              <a:rPr lang="bg-BG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r>
              <a:rPr lang="bg-BG" dirty="0">
                <a:solidFill>
                  <a:schemeClr val="bg1"/>
                </a:solidFill>
                <a:latin typeface="Consolas" panose="020B0609020204030204" pitchFamily="49" charset="0"/>
              </a:rPr>
              <a:t> //</a:t>
            </a:r>
            <a:r>
              <a:rPr lang="bg-BG" i="1" dirty="0">
                <a:solidFill>
                  <a:schemeClr val="bg1"/>
                </a:solidFill>
                <a:latin typeface="Consolas" panose="020B0609020204030204" pitchFamily="49" charset="0"/>
              </a:rPr>
              <a:t>конструктор по подразбиране</a:t>
            </a:r>
            <a:endParaRPr lang="en-US" i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bg-BG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public Product(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id, string name, decimal price,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stock){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this.Id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id; // </a:t>
            </a:r>
            <a:r>
              <a:rPr lang="en-US" i="1" dirty="0">
                <a:solidFill>
                  <a:schemeClr val="bg1"/>
                </a:solidFill>
                <a:latin typeface="Consolas" panose="020B0609020204030204" pitchFamily="49" charset="0"/>
              </a:rPr>
              <a:t>TODO: </a:t>
            </a:r>
            <a:r>
              <a:rPr lang="bg-BG" i="1" dirty="0">
                <a:solidFill>
                  <a:schemeClr val="bg1"/>
                </a:solidFill>
                <a:latin typeface="Consolas" panose="020B0609020204030204" pitchFamily="49" charset="0"/>
              </a:rPr>
              <a:t>Добавете и останалите</a:t>
            </a:r>
            <a:endParaRPr lang="en-US" i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684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750" y="1752602"/>
            <a:ext cx="10666499" cy="4401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Създаваме управляващо поле от клас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ProductData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Създаваме методи, които извършват желаните операции, извиквайки методи от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ProductData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Реализирайте по сходен начин останалите методи в този клас.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Business/</a:t>
            </a:r>
            <a:r>
              <a:rPr lang="en-US" dirty="0" err="1">
                <a:latin typeface="Comfortaa" pitchFamily="2" charset="0"/>
              </a:rPr>
              <a:t>ProductBusiness.cs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116181" y="3633851"/>
            <a:ext cx="4868779" cy="13111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public List&lt;Product&gt; GetAll()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	return manager.GetAll();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1116181" y="2289265"/>
            <a:ext cx="9958136" cy="3970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</a:t>
            </a:r>
            <a:r>
              <a:rPr lang="en-US" sz="2200" b="1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ProductData</a:t>
            </a:r>
            <a:r>
              <a:rPr lang="en-US" sz="22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manager = new </a:t>
            </a:r>
            <a:r>
              <a:rPr lang="en-US" sz="2200" b="1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ProductData</a:t>
            </a:r>
            <a:r>
              <a:rPr lang="en-US" sz="22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6205540" y="3633851"/>
            <a:ext cx="4868777" cy="13111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public Product Get(int id)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	return manager.Get(id);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3871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87" y="1618174"/>
            <a:ext cx="10714625" cy="157413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В рамките на класа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Display.cs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реализирайте презентационен слой, който да предлага различни операции на потребителя: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5253" cy="1325563"/>
          </a:xfrm>
        </p:spPr>
        <p:txBody>
          <a:bodyPr>
            <a:normAutofit/>
          </a:bodyPr>
          <a:lstStyle/>
          <a:p>
            <a:r>
              <a:rPr lang="bg-BG" sz="3400" dirty="0">
                <a:latin typeface="Comfortaa" pitchFamily="2" charset="0"/>
              </a:rPr>
              <a:t>Реализиране на презентационен слой</a:t>
            </a:r>
            <a:r>
              <a:rPr lang="en-US" sz="3400" dirty="0">
                <a:latin typeface="Comfortaa" pitchFamily="2" charset="0"/>
              </a:rPr>
              <a:t> [1/3]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2206" b="-1"/>
          <a:stretch/>
        </p:blipFill>
        <p:spPr>
          <a:xfrm>
            <a:off x="1094873" y="3192305"/>
            <a:ext cx="6533148" cy="321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70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720641" cy="429326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private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ProductBusiness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productBusiness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= new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ProductBusiness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()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създава се обект от бизнес класа, който се използва за извикване на съответната бизнес логика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private void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ShowMenu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() </a:t>
            </a:r>
            <a:r>
              <a:rPr lang="bg-BG" dirty="0">
                <a:latin typeface="Comfortaa" pitchFamily="2" charset="0"/>
              </a:rPr>
              <a:t>– метод, който визуализира възможните операции за избор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private void Input()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метод, който въвежда желаната операция от потребителя и извиква някой от останалите методи, реалзиращи отделните операции</a:t>
            </a:r>
          </a:p>
          <a:p>
            <a:pPr>
              <a:lnSpc>
                <a:spcPct val="15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C2000F-7133-D120-57FA-A4436982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5253" cy="1325563"/>
          </a:xfrm>
        </p:spPr>
        <p:txBody>
          <a:bodyPr>
            <a:normAutofit/>
          </a:bodyPr>
          <a:lstStyle/>
          <a:p>
            <a:r>
              <a:rPr lang="bg-BG" sz="3400" dirty="0">
                <a:latin typeface="Comfortaa" pitchFamily="2" charset="0"/>
              </a:rPr>
              <a:t>Реализиране на презентационен слой</a:t>
            </a:r>
            <a:r>
              <a:rPr lang="en-US" sz="34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1017543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5339A2-38E8-E9CB-5131-915E8C3F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5253" cy="1325563"/>
          </a:xfrm>
        </p:spPr>
        <p:txBody>
          <a:bodyPr>
            <a:normAutofit/>
          </a:bodyPr>
          <a:lstStyle/>
          <a:p>
            <a:r>
              <a:rPr lang="bg-BG" sz="3400" dirty="0">
                <a:latin typeface="Comfortaa" pitchFamily="2" charset="0"/>
              </a:rPr>
              <a:t>Реализиране на презентационен слой</a:t>
            </a:r>
            <a:r>
              <a:rPr lang="en-US" sz="3400" dirty="0">
                <a:latin typeface="Comfortaa" pitchFamily="2" charset="0"/>
              </a:rPr>
              <a:t> [3/3]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87E24-2C50-FDBB-0C80-8521D0A96DFC}"/>
              </a:ext>
            </a:extLst>
          </p:cNvPr>
          <p:cNvSpPr txBox="1"/>
          <p:nvPr/>
        </p:nvSpPr>
        <p:spPr>
          <a:xfrm>
            <a:off x="885574" y="1690688"/>
            <a:ext cx="10420851" cy="422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</a:t>
            </a:r>
            <a:r>
              <a:rPr lang="en-US" sz="2600" b="1" dirty="0" err="1">
                <a:solidFill>
                  <a:srgbClr val="00B0F0"/>
                </a:solidFill>
                <a:latin typeface="Comfortaa" pitchFamily="2" charset="0"/>
              </a:rPr>
              <a:t>ListAll</a:t>
            </a: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() </a:t>
            </a:r>
            <a:r>
              <a:rPr lang="en-US" sz="2600" dirty="0">
                <a:latin typeface="Comfortaa" pitchFamily="2" charset="0"/>
              </a:rPr>
              <a:t>– </a:t>
            </a:r>
            <a:r>
              <a:rPr lang="bg-BG" sz="2600" dirty="0">
                <a:latin typeface="Comfortaa" pitchFamily="2" charset="0"/>
              </a:rPr>
              <a:t>визуализира всички данни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Add() </a:t>
            </a:r>
            <a:r>
              <a:rPr lang="en-US" sz="2600" dirty="0">
                <a:latin typeface="Comfortaa" pitchFamily="2" charset="0"/>
              </a:rPr>
              <a:t>– </a:t>
            </a:r>
            <a:r>
              <a:rPr lang="bg-BG" sz="2600" dirty="0">
                <a:latin typeface="Comfortaa" pitchFamily="2" charset="0"/>
              </a:rPr>
              <a:t>въвежда информация за</a:t>
            </a:r>
            <a:r>
              <a:rPr lang="en-US" sz="2600" dirty="0">
                <a:latin typeface="Comfortaa" pitchFamily="2" charset="0"/>
              </a:rPr>
              <a:t> </a:t>
            </a:r>
            <a:r>
              <a:rPr lang="bg-BG" sz="2600" dirty="0">
                <a:latin typeface="Comfortaa" pitchFamily="2" charset="0"/>
              </a:rPr>
              <a:t> продукт и я предава за съхранение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Update() </a:t>
            </a:r>
            <a:r>
              <a:rPr lang="bg-BG" sz="2600" dirty="0">
                <a:latin typeface="Comfortaa" pitchFamily="2" charset="0"/>
              </a:rPr>
              <a:t>– приема </a:t>
            </a:r>
            <a:r>
              <a:rPr lang="en-US" sz="2600" dirty="0">
                <a:latin typeface="Comfortaa" pitchFamily="2" charset="0"/>
              </a:rPr>
              <a:t>id</a:t>
            </a:r>
            <a:r>
              <a:rPr lang="bg-BG" sz="2600" dirty="0">
                <a:latin typeface="Comfortaa" pitchFamily="2" charset="0"/>
              </a:rPr>
              <a:t>, въвежда информация за него и предава за съхранение променената информация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Fetch() </a:t>
            </a:r>
            <a:r>
              <a:rPr lang="bg-BG" sz="2600" dirty="0">
                <a:latin typeface="Comfortaa" pitchFamily="2" charset="0"/>
              </a:rPr>
              <a:t>– извлича информация за продукт по </a:t>
            </a:r>
            <a:r>
              <a:rPr lang="en-US" sz="2600" dirty="0">
                <a:latin typeface="Comfortaa" pitchFamily="2" charset="0"/>
              </a:rPr>
              <a:t>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void Delete() </a:t>
            </a:r>
            <a:r>
              <a:rPr lang="bg-BG" sz="2600" dirty="0">
                <a:latin typeface="Comfortaa" pitchFamily="2" charset="0"/>
              </a:rPr>
              <a:t>– изтрива информация за продукт по </a:t>
            </a:r>
            <a:r>
              <a:rPr lang="en-US" sz="2600" dirty="0">
                <a:latin typeface="Comfortaa" pitchFamily="2" charset="0"/>
              </a:rPr>
              <a:t>id </a:t>
            </a:r>
            <a:endParaRPr lang="bg-BG" sz="2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14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1055</Words>
  <Application>Microsoft Office PowerPoint</Application>
  <PresentationFormat>Widescreen</PresentationFormat>
  <Paragraphs>129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Comfortaa</vt:lpstr>
      <vt:lpstr>Consolas</vt:lpstr>
      <vt:lpstr>Office Theme</vt:lpstr>
      <vt:lpstr>CRUD приложение без ORM</vt:lpstr>
      <vt:lpstr>CRUD операции</vt:lpstr>
      <vt:lpstr>Какво са CRUD операциите?</vt:lpstr>
      <vt:lpstr>Структура на проекта</vt:lpstr>
      <vt:lpstr>База данни</vt:lpstr>
      <vt:lpstr>Data/Database.cs</vt:lpstr>
      <vt:lpstr>Data/ProductData.cs [1/2]</vt:lpstr>
      <vt:lpstr>Data/ProductData.cs [2/2]</vt:lpstr>
      <vt:lpstr>Common/Product.cs</vt:lpstr>
      <vt:lpstr>Business/ProductBusiness.cs</vt:lpstr>
      <vt:lpstr>Реализиране на презентационен слой [1/3]</vt:lpstr>
      <vt:lpstr>Реализиране на презентационен слой [2/3]</vt:lpstr>
      <vt:lpstr>Реализиране на презентационен слой [3/3]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2023-02-22T11:27:55Z</dcterms:modified>
</cp:coreProperties>
</file>