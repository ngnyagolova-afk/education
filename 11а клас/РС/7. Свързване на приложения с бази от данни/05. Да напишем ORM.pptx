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6"/>
  </p:notesMasterIdLst>
  <p:sldIdLst>
    <p:sldId id="258" r:id="rId2"/>
    <p:sldId id="571" r:id="rId3"/>
    <p:sldId id="625" r:id="rId4"/>
    <p:sldId id="626" r:id="rId5"/>
    <p:sldId id="627" r:id="rId6"/>
    <p:sldId id="628" r:id="rId7"/>
    <p:sldId id="629" r:id="rId8"/>
    <p:sldId id="630" r:id="rId9"/>
    <p:sldId id="631" r:id="rId10"/>
    <p:sldId id="632" r:id="rId11"/>
    <p:sldId id="633" r:id="rId12"/>
    <p:sldId id="634" r:id="rId13"/>
    <p:sldId id="635" r:id="rId14"/>
    <p:sldId id="63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625"/>
            <p14:sldId id="626"/>
            <p14:sldId id="627"/>
            <p14:sldId id="628"/>
            <p14:sldId id="629"/>
            <p14:sldId id="630"/>
            <p14:sldId id="631"/>
            <p14:sldId id="632"/>
            <p14:sldId id="633"/>
            <p14:sldId id="634"/>
          </p14:sldIdLst>
        </p14:section>
        <p14:section name="Заключение" id="{9315BEE7-605C-4839-996A-A4EEA70921D9}">
          <p14:sldIdLst>
            <p14:sldId id="635"/>
            <p14:sldId id="63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5C45ED-8486-4659-B927-678948D55FB5}" v="210" dt="2023-02-22T09:47:51.2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Димитър Минчев" userId="6da192e4-d32c-454b-8615-bbadf07b6639" providerId="ADAL" clId="{425C45ED-8486-4659-B927-678948D55FB5}"/>
    <pc:docChg chg="undo custSel addSld modSld">
      <pc:chgData name="Димитър Минчев" userId="6da192e4-d32c-454b-8615-bbadf07b6639" providerId="ADAL" clId="{425C45ED-8486-4659-B927-678948D55FB5}" dt="2023-02-22T09:47:51.262" v="322" actId="1076"/>
      <pc:docMkLst>
        <pc:docMk/>
      </pc:docMkLst>
      <pc:sldChg chg="modSp mod">
        <pc:chgData name="Димитър Минчев" userId="6da192e4-d32c-454b-8615-bbadf07b6639" providerId="ADAL" clId="{425C45ED-8486-4659-B927-678948D55FB5}" dt="2023-02-22T09:35:42.916" v="23" actId="20577"/>
        <pc:sldMkLst>
          <pc:docMk/>
          <pc:sldMk cId="2386959723" sldId="258"/>
        </pc:sldMkLst>
        <pc:spChg chg="mod">
          <ac:chgData name="Димитър Минчев" userId="6da192e4-d32c-454b-8615-bbadf07b6639" providerId="ADAL" clId="{425C45ED-8486-4659-B927-678948D55FB5}" dt="2023-02-22T09:35:36.773" v="2" actId="20577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Димитър Минчев" userId="6da192e4-d32c-454b-8615-bbadf07b6639" providerId="ADAL" clId="{425C45ED-8486-4659-B927-678948D55FB5}" dt="2023-02-22T09:35:42.916" v="23" actId="20577"/>
          <ac:spMkLst>
            <pc:docMk/>
            <pc:sldMk cId="2386959723" sldId="258"/>
            <ac:spMk id="5" creationId="{FD72CEAD-2598-2D6F-7FF9-AF95330D8A09}"/>
          </ac:spMkLst>
        </pc:spChg>
      </pc:sldChg>
      <pc:sldChg chg="modSp mod">
        <pc:chgData name="Димитър Минчев" userId="6da192e4-d32c-454b-8615-bbadf07b6639" providerId="ADAL" clId="{425C45ED-8486-4659-B927-678948D55FB5}" dt="2023-02-22T09:35:52.331" v="24"/>
        <pc:sldMkLst>
          <pc:docMk/>
          <pc:sldMk cId="2385751420" sldId="571"/>
        </pc:sldMkLst>
        <pc:spChg chg="mod">
          <ac:chgData name="Димитър Минчев" userId="6da192e4-d32c-454b-8615-bbadf07b6639" providerId="ADAL" clId="{425C45ED-8486-4659-B927-678948D55FB5}" dt="2023-02-22T09:35:52.331" v="24"/>
          <ac:spMkLst>
            <pc:docMk/>
            <pc:sldMk cId="2385751420" sldId="571"/>
            <ac:spMk id="8" creationId="{00000000-0000-0000-0000-000000000000}"/>
          </ac:spMkLst>
        </pc:spChg>
      </pc:sldChg>
      <pc:sldChg chg="delSp modSp add mod">
        <pc:chgData name="Димитър Минчев" userId="6da192e4-d32c-454b-8615-bbadf07b6639" providerId="ADAL" clId="{425C45ED-8486-4659-B927-678948D55FB5}" dt="2023-02-22T09:47:51.262" v="322" actId="1076"/>
        <pc:sldMkLst>
          <pc:docMk/>
          <pc:sldMk cId="1820680665" sldId="625"/>
        </pc:sldMkLst>
        <pc:spChg chg="mod">
          <ac:chgData name="Димитър Минчев" userId="6da192e4-d32c-454b-8615-bbadf07b6639" providerId="ADAL" clId="{425C45ED-8486-4659-B927-678948D55FB5}" dt="2023-02-22T09:36:20.719" v="29" actId="404"/>
          <ac:spMkLst>
            <pc:docMk/>
            <pc:sldMk cId="1820680665" sldId="62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25C45ED-8486-4659-B927-678948D55FB5}" dt="2023-02-22T09:36:15.420" v="28" actId="2711"/>
          <ac:spMkLst>
            <pc:docMk/>
            <pc:sldMk cId="1820680665" sldId="625"/>
            <ac:spMk id="3" creationId="{00000000-0000-0000-0000-000000000000}"/>
          </ac:spMkLst>
        </pc:spChg>
        <pc:spChg chg="del">
          <ac:chgData name="Димитър Минчев" userId="6da192e4-d32c-454b-8615-bbadf07b6639" providerId="ADAL" clId="{425C45ED-8486-4659-B927-678948D55FB5}" dt="2023-02-22T09:36:23.432" v="30" actId="478"/>
          <ac:spMkLst>
            <pc:docMk/>
            <pc:sldMk cId="1820680665" sldId="625"/>
            <ac:spMk id="5" creationId="{51DCDC92-8376-4716-997C-CD7FB84559F4}"/>
          </ac:spMkLst>
        </pc:spChg>
        <pc:picChg chg="mod">
          <ac:chgData name="Димитър Минчев" userId="6da192e4-d32c-454b-8615-bbadf07b6639" providerId="ADAL" clId="{425C45ED-8486-4659-B927-678948D55FB5}" dt="2023-02-22T09:47:51.262" v="322" actId="1076"/>
          <ac:picMkLst>
            <pc:docMk/>
            <pc:sldMk cId="1820680665" sldId="625"/>
            <ac:picMk id="1026" creationId="{3277F51A-7167-42DC-9696-C9EAB7170849}"/>
          </ac:picMkLst>
        </pc:picChg>
      </pc:sldChg>
      <pc:sldChg chg="delSp modSp add mod modAnim">
        <pc:chgData name="Димитър Минчев" userId="6da192e4-d32c-454b-8615-bbadf07b6639" providerId="ADAL" clId="{425C45ED-8486-4659-B927-678948D55FB5}" dt="2023-02-22T09:36:50.895" v="36"/>
        <pc:sldMkLst>
          <pc:docMk/>
          <pc:sldMk cId="2663300796" sldId="626"/>
        </pc:sldMkLst>
        <pc:spChg chg="mod">
          <ac:chgData name="Димитър Минчев" userId="6da192e4-d32c-454b-8615-bbadf07b6639" providerId="ADAL" clId="{425C45ED-8486-4659-B927-678948D55FB5}" dt="2023-02-22T09:36:47.608" v="35" actId="207"/>
          <ac:spMkLst>
            <pc:docMk/>
            <pc:sldMk cId="2663300796" sldId="626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425C45ED-8486-4659-B927-678948D55FB5}" dt="2023-02-22T09:36:33.847" v="33" actId="2711"/>
          <ac:spMkLst>
            <pc:docMk/>
            <pc:sldMk cId="2663300796" sldId="626"/>
            <ac:spMk id="4" creationId="{00000000-0000-0000-0000-000000000000}"/>
          </ac:spMkLst>
        </pc:spChg>
        <pc:spChg chg="del mod">
          <ac:chgData name="Димитър Минчев" userId="6da192e4-d32c-454b-8615-bbadf07b6639" providerId="ADAL" clId="{425C45ED-8486-4659-B927-678948D55FB5}" dt="2023-02-22T09:36:28.471" v="32" actId="478"/>
          <ac:spMkLst>
            <pc:docMk/>
            <pc:sldMk cId="2663300796" sldId="626"/>
            <ac:spMk id="6" creationId="{23EAF4D8-FB92-47E1-8683-3A8F07CA5058}"/>
          </ac:spMkLst>
        </pc:spChg>
        <pc:picChg chg="del">
          <ac:chgData name="Димитър Минчев" userId="6da192e4-d32c-454b-8615-bbadf07b6639" providerId="ADAL" clId="{425C45ED-8486-4659-B927-678948D55FB5}" dt="2023-02-22T09:36:27.411" v="31" actId="478"/>
          <ac:picMkLst>
            <pc:docMk/>
            <pc:sldMk cId="2663300796" sldId="626"/>
            <ac:picMk id="5" creationId="{AE43D900-189E-4912-A72E-39F386E1387F}"/>
          </ac:picMkLst>
        </pc:picChg>
      </pc:sldChg>
      <pc:sldChg chg="delSp modSp add mod modAnim">
        <pc:chgData name="Димитър Минчев" userId="6da192e4-d32c-454b-8615-bbadf07b6639" providerId="ADAL" clId="{425C45ED-8486-4659-B927-678948D55FB5}" dt="2023-02-22T09:40:52.527" v="155" actId="6549"/>
        <pc:sldMkLst>
          <pc:docMk/>
          <pc:sldMk cId="919693629" sldId="627"/>
        </pc:sldMkLst>
        <pc:spChg chg="mod">
          <ac:chgData name="Димитър Минчев" userId="6da192e4-d32c-454b-8615-bbadf07b6639" providerId="ADAL" clId="{425C45ED-8486-4659-B927-678948D55FB5}" dt="2023-02-22T09:40:52.527" v="155" actId="6549"/>
          <ac:spMkLst>
            <pc:docMk/>
            <pc:sldMk cId="919693629" sldId="627"/>
            <ac:spMk id="3" creationId="{033F1258-09D1-4C65-9BF5-20CD7682CDD5}"/>
          </ac:spMkLst>
        </pc:spChg>
        <pc:spChg chg="mod">
          <ac:chgData name="Димитър Минчев" userId="6da192e4-d32c-454b-8615-bbadf07b6639" providerId="ADAL" clId="{425C45ED-8486-4659-B927-678948D55FB5}" dt="2023-02-22T09:36:59.421" v="38" actId="2711"/>
          <ac:spMkLst>
            <pc:docMk/>
            <pc:sldMk cId="919693629" sldId="627"/>
            <ac:spMk id="4" creationId="{1565B736-54BF-4456-8711-795C3156163C}"/>
          </ac:spMkLst>
        </pc:spChg>
        <pc:spChg chg="del mod">
          <ac:chgData name="Димитър Минчев" userId="6da192e4-d32c-454b-8615-bbadf07b6639" providerId="ADAL" clId="{425C45ED-8486-4659-B927-678948D55FB5}" dt="2023-02-22T09:37:22.698" v="47" actId="478"/>
          <ac:spMkLst>
            <pc:docMk/>
            <pc:sldMk cId="919693629" sldId="627"/>
            <ac:spMk id="5" creationId="{323F7336-77E8-45D5-A83A-39C0177B7AE0}"/>
          </ac:spMkLst>
        </pc:spChg>
      </pc:sldChg>
      <pc:sldChg chg="delSp modSp add mod modAnim">
        <pc:chgData name="Димитър Минчев" userId="6da192e4-d32c-454b-8615-bbadf07b6639" providerId="ADAL" clId="{425C45ED-8486-4659-B927-678948D55FB5}" dt="2023-02-22T09:41:23.876" v="163" actId="1076"/>
        <pc:sldMkLst>
          <pc:docMk/>
          <pc:sldMk cId="2085751667" sldId="628"/>
        </pc:sldMkLst>
        <pc:spChg chg="mod">
          <ac:chgData name="Димитър Минчев" userId="6da192e4-d32c-454b-8615-bbadf07b6639" providerId="ADAL" clId="{425C45ED-8486-4659-B927-678948D55FB5}" dt="2023-02-22T09:41:14.710" v="162" actId="20577"/>
          <ac:spMkLst>
            <pc:docMk/>
            <pc:sldMk cId="2085751667" sldId="628"/>
            <ac:spMk id="3" creationId="{F4D48667-56EE-45C2-BE62-F8164DE5B833}"/>
          </ac:spMkLst>
        </pc:spChg>
        <pc:spChg chg="mod">
          <ac:chgData name="Димитър Минчев" userId="6da192e4-d32c-454b-8615-bbadf07b6639" providerId="ADAL" clId="{425C45ED-8486-4659-B927-678948D55FB5}" dt="2023-02-22T09:39:55.050" v="127" actId="1076"/>
          <ac:spMkLst>
            <pc:docMk/>
            <pc:sldMk cId="2085751667" sldId="628"/>
            <ac:spMk id="4" creationId="{E8383147-6342-4630-9C10-06F61F79754E}"/>
          </ac:spMkLst>
        </pc:spChg>
        <pc:spChg chg="del mod">
          <ac:chgData name="Димитър Минчев" userId="6da192e4-d32c-454b-8615-bbadf07b6639" providerId="ADAL" clId="{425C45ED-8486-4659-B927-678948D55FB5}" dt="2023-02-22T09:40:46.808" v="153" actId="478"/>
          <ac:spMkLst>
            <pc:docMk/>
            <pc:sldMk cId="2085751667" sldId="628"/>
            <ac:spMk id="8" creationId="{DFD73B0E-CB44-4A76-BF01-FE01109C27B7}"/>
          </ac:spMkLst>
        </pc:spChg>
        <pc:spChg chg="mod">
          <ac:chgData name="Димитър Минчев" userId="6da192e4-d32c-454b-8615-bbadf07b6639" providerId="ADAL" clId="{425C45ED-8486-4659-B927-678948D55FB5}" dt="2023-02-22T09:41:23.876" v="163" actId="1076"/>
          <ac:spMkLst>
            <pc:docMk/>
            <pc:sldMk cId="2085751667" sldId="628"/>
            <ac:spMk id="11" creationId="{39B7A457-4650-455A-BC28-638AABD92396}"/>
          </ac:spMkLst>
        </pc:spChg>
        <pc:picChg chg="mod">
          <ac:chgData name="Димитър Минчев" userId="6da192e4-d32c-454b-8615-bbadf07b6639" providerId="ADAL" clId="{425C45ED-8486-4659-B927-678948D55FB5}" dt="2023-02-22T09:41:23.876" v="163" actId="1076"/>
          <ac:picMkLst>
            <pc:docMk/>
            <pc:sldMk cId="2085751667" sldId="628"/>
            <ac:picMk id="5" creationId="{8378483B-4047-4A32-8169-92A18C46E79B}"/>
          </ac:picMkLst>
        </pc:picChg>
        <pc:picChg chg="mod">
          <ac:chgData name="Димитър Минчев" userId="6da192e4-d32c-454b-8615-bbadf07b6639" providerId="ADAL" clId="{425C45ED-8486-4659-B927-678948D55FB5}" dt="2023-02-22T09:41:23.876" v="163" actId="1076"/>
          <ac:picMkLst>
            <pc:docMk/>
            <pc:sldMk cId="2085751667" sldId="628"/>
            <ac:picMk id="6" creationId="{FA070704-862A-431C-AC38-00A83460FE84}"/>
          </ac:picMkLst>
        </pc:picChg>
      </pc:sldChg>
      <pc:sldChg chg="delSp modSp add mod modAnim">
        <pc:chgData name="Димитър Минчев" userId="6da192e4-d32c-454b-8615-bbadf07b6639" providerId="ADAL" clId="{425C45ED-8486-4659-B927-678948D55FB5}" dt="2023-02-22T09:43:17.097" v="224" actId="20577"/>
        <pc:sldMkLst>
          <pc:docMk/>
          <pc:sldMk cId="568367697" sldId="629"/>
        </pc:sldMkLst>
        <pc:spChg chg="mod">
          <ac:chgData name="Димитър Минчев" userId="6da192e4-d32c-454b-8615-bbadf07b6639" providerId="ADAL" clId="{425C45ED-8486-4659-B927-678948D55FB5}" dt="2023-02-22T09:43:17.097" v="224" actId="20577"/>
          <ac:spMkLst>
            <pc:docMk/>
            <pc:sldMk cId="568367697" sldId="62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25C45ED-8486-4659-B927-678948D55FB5}" dt="2023-02-22T09:42:16.814" v="204" actId="20577"/>
          <ac:spMkLst>
            <pc:docMk/>
            <pc:sldMk cId="568367697" sldId="629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425C45ED-8486-4659-B927-678948D55FB5}" dt="2023-02-22T09:42:22.102" v="205" actId="478"/>
          <ac:spMkLst>
            <pc:docMk/>
            <pc:sldMk cId="568367697" sldId="629"/>
            <ac:spMk id="6" creationId="{3BDCAA3D-43F7-404A-9683-10E58DD383A9}"/>
          </ac:spMkLst>
        </pc:spChg>
      </pc:sldChg>
      <pc:sldChg chg="addSp delSp modSp add mod modAnim">
        <pc:chgData name="Димитър Минчев" userId="6da192e4-d32c-454b-8615-bbadf07b6639" providerId="ADAL" clId="{425C45ED-8486-4659-B927-678948D55FB5}" dt="2023-02-22T09:44:58.128" v="267"/>
        <pc:sldMkLst>
          <pc:docMk/>
          <pc:sldMk cId="3062754610" sldId="630"/>
        </pc:sldMkLst>
        <pc:spChg chg="del">
          <ac:chgData name="Димитър Минчев" userId="6da192e4-d32c-454b-8615-bbadf07b6639" providerId="ADAL" clId="{425C45ED-8486-4659-B927-678948D55FB5}" dt="2023-02-22T09:43:22.636" v="225" actId="478"/>
          <ac:spMkLst>
            <pc:docMk/>
            <pc:sldMk cId="3062754610" sldId="63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25C45ED-8486-4659-B927-678948D55FB5}" dt="2023-02-22T09:44:13.610" v="254" actId="27636"/>
          <ac:spMkLst>
            <pc:docMk/>
            <pc:sldMk cId="3062754610" sldId="630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425C45ED-8486-4659-B927-678948D55FB5}" dt="2023-02-22T09:44:50.966" v="265" actId="1076"/>
          <ac:spMkLst>
            <pc:docMk/>
            <pc:sldMk cId="3062754610" sldId="630"/>
            <ac:spMk id="5" creationId="{00000000-0000-0000-0000-000000000000}"/>
          </ac:spMkLst>
        </pc:spChg>
        <pc:spChg chg="add del mod">
          <ac:chgData name="Димитър Минчев" userId="6da192e4-d32c-454b-8615-bbadf07b6639" providerId="ADAL" clId="{425C45ED-8486-4659-B927-678948D55FB5}" dt="2023-02-22T09:43:25.726" v="226" actId="478"/>
          <ac:spMkLst>
            <pc:docMk/>
            <pc:sldMk cId="3062754610" sldId="630"/>
            <ac:spMk id="6" creationId="{40270EDF-B63F-83C7-56E5-7885F7BEAB25}"/>
          </ac:spMkLst>
        </pc:spChg>
        <pc:spChg chg="del mod">
          <ac:chgData name="Димитър Минчев" userId="6da192e4-d32c-454b-8615-bbadf07b6639" providerId="ADAL" clId="{425C45ED-8486-4659-B927-678948D55FB5}" dt="2023-02-22T09:44:52.322" v="266" actId="478"/>
          <ac:spMkLst>
            <pc:docMk/>
            <pc:sldMk cId="3062754610" sldId="630"/>
            <ac:spMk id="7" creationId="{C05A1B09-F841-4F20-AC06-092D98D2A27A}"/>
          </ac:spMkLst>
        </pc:spChg>
        <pc:spChg chg="add mod">
          <ac:chgData name="Димитър Минчев" userId="6da192e4-d32c-454b-8615-bbadf07b6639" providerId="ADAL" clId="{425C45ED-8486-4659-B927-678948D55FB5}" dt="2023-02-22T09:43:29.519" v="229" actId="20577"/>
          <ac:spMkLst>
            <pc:docMk/>
            <pc:sldMk cId="3062754610" sldId="630"/>
            <ac:spMk id="8" creationId="{F54563CE-92ED-7002-8945-9086326EC6B9}"/>
          </ac:spMkLst>
        </pc:spChg>
      </pc:sldChg>
      <pc:sldChg chg="delSp modSp add mod">
        <pc:chgData name="Димитър Минчев" userId="6da192e4-d32c-454b-8615-bbadf07b6639" providerId="ADAL" clId="{425C45ED-8486-4659-B927-678948D55FB5}" dt="2023-02-22T09:43:09.775" v="218" actId="478"/>
        <pc:sldMkLst>
          <pc:docMk/>
          <pc:sldMk cId="1677110170" sldId="631"/>
        </pc:sldMkLst>
        <pc:spChg chg="mod">
          <ac:chgData name="Димитър Минчев" userId="6da192e4-d32c-454b-8615-bbadf07b6639" providerId="ADAL" clId="{425C45ED-8486-4659-B927-678948D55FB5}" dt="2023-02-22T09:43:03.364" v="214" actId="1076"/>
          <ac:spMkLst>
            <pc:docMk/>
            <pc:sldMk cId="1677110170" sldId="631"/>
            <ac:spMk id="5" creationId="{971BA20B-A0F4-465B-B6CF-ED757FC7D725}"/>
          </ac:spMkLst>
        </pc:spChg>
        <pc:spChg chg="mod">
          <ac:chgData name="Димитър Минчев" userId="6da192e4-d32c-454b-8615-bbadf07b6639" providerId="ADAL" clId="{425C45ED-8486-4659-B927-678948D55FB5}" dt="2023-02-22T09:43:03.364" v="214" actId="1076"/>
          <ac:spMkLst>
            <pc:docMk/>
            <pc:sldMk cId="1677110170" sldId="631"/>
            <ac:spMk id="6" creationId="{381C3B5D-00EA-4480-AF19-D0984A6A284B}"/>
          </ac:spMkLst>
        </pc:spChg>
        <pc:spChg chg="del">
          <ac:chgData name="Димитър Минчев" userId="6da192e4-d32c-454b-8615-bbadf07b6639" providerId="ADAL" clId="{425C45ED-8486-4659-B927-678948D55FB5}" dt="2023-02-22T09:43:09.775" v="218" actId="478"/>
          <ac:spMkLst>
            <pc:docMk/>
            <pc:sldMk cId="1677110170" sldId="631"/>
            <ac:spMk id="8" creationId="{A36D6B2D-D2E8-45FC-B602-4EBA068AB3E3}"/>
          </ac:spMkLst>
        </pc:spChg>
        <pc:picChg chg="mod">
          <ac:chgData name="Димитър Минчев" userId="6da192e4-d32c-454b-8615-bbadf07b6639" providerId="ADAL" clId="{425C45ED-8486-4659-B927-678948D55FB5}" dt="2023-02-22T09:43:08.107" v="217" actId="1076"/>
          <ac:picMkLst>
            <pc:docMk/>
            <pc:sldMk cId="1677110170" sldId="631"/>
            <ac:picMk id="7" creationId="{4ECA0D9F-40F7-4481-89AE-EB556A7F2A55}"/>
          </ac:picMkLst>
        </pc:picChg>
      </pc:sldChg>
      <pc:sldChg chg="delSp modSp add mod modAnim">
        <pc:chgData name="Димитър Минчев" userId="6da192e4-d32c-454b-8615-bbadf07b6639" providerId="ADAL" clId="{425C45ED-8486-4659-B927-678948D55FB5}" dt="2023-02-22T09:45:44.987" v="283"/>
        <pc:sldMkLst>
          <pc:docMk/>
          <pc:sldMk cId="2484931774" sldId="632"/>
        </pc:sldMkLst>
        <pc:spChg chg="mod">
          <ac:chgData name="Димитър Минчев" userId="6da192e4-d32c-454b-8615-bbadf07b6639" providerId="ADAL" clId="{425C45ED-8486-4659-B927-678948D55FB5}" dt="2023-02-22T09:45:11.207" v="268" actId="2711"/>
          <ac:spMkLst>
            <pc:docMk/>
            <pc:sldMk cId="2484931774" sldId="632"/>
            <ac:spMk id="4" creationId="{CC95CAFB-2539-410E-81FC-DB15621B4C11}"/>
          </ac:spMkLst>
        </pc:spChg>
        <pc:spChg chg="mod">
          <ac:chgData name="Димитър Минчев" userId="6da192e4-d32c-454b-8615-bbadf07b6639" providerId="ADAL" clId="{425C45ED-8486-4659-B927-678948D55FB5}" dt="2023-02-22T09:45:18.470" v="271" actId="14100"/>
          <ac:spMkLst>
            <pc:docMk/>
            <pc:sldMk cId="2484931774" sldId="632"/>
            <ac:spMk id="5" creationId="{31EE1B38-3F1F-4DB7-9405-63CF5E64B8C2}"/>
          </ac:spMkLst>
        </pc:spChg>
        <pc:spChg chg="mod ord">
          <ac:chgData name="Димитър Минчев" userId="6da192e4-d32c-454b-8615-bbadf07b6639" providerId="ADAL" clId="{425C45ED-8486-4659-B927-678948D55FB5}" dt="2023-02-22T09:45:39.633" v="281" actId="2085"/>
          <ac:spMkLst>
            <pc:docMk/>
            <pc:sldMk cId="2484931774" sldId="632"/>
            <ac:spMk id="6" creationId="{463E63A5-2AE4-4D3E-AE8E-990C7419FF37}"/>
          </ac:spMkLst>
        </pc:spChg>
        <pc:spChg chg="del mod">
          <ac:chgData name="Димитър Минчев" userId="6da192e4-d32c-454b-8615-bbadf07b6639" providerId="ADAL" clId="{425C45ED-8486-4659-B927-678948D55FB5}" dt="2023-02-22T09:45:41.182" v="282" actId="478"/>
          <ac:spMkLst>
            <pc:docMk/>
            <pc:sldMk cId="2484931774" sldId="632"/>
            <ac:spMk id="10" creationId="{21E2D0A2-BFFF-4A9B-A3DF-D72ED20089EE}"/>
          </ac:spMkLst>
        </pc:spChg>
        <pc:picChg chg="mod">
          <ac:chgData name="Димитър Минчев" userId="6da192e4-d32c-454b-8615-bbadf07b6639" providerId="ADAL" clId="{425C45ED-8486-4659-B927-678948D55FB5}" dt="2023-02-22T09:45:30.537" v="275" actId="1076"/>
          <ac:picMkLst>
            <pc:docMk/>
            <pc:sldMk cId="2484931774" sldId="632"/>
            <ac:picMk id="7" creationId="{C1DE467F-32CC-4402-B129-0E1F3DC026D0}"/>
          </ac:picMkLst>
        </pc:picChg>
        <pc:picChg chg="mod">
          <ac:chgData name="Димитър Минчев" userId="6da192e4-d32c-454b-8615-bbadf07b6639" providerId="ADAL" clId="{425C45ED-8486-4659-B927-678948D55FB5}" dt="2023-02-22T09:45:22.262" v="272" actId="1076"/>
          <ac:picMkLst>
            <pc:docMk/>
            <pc:sldMk cId="2484931774" sldId="632"/>
            <ac:picMk id="8" creationId="{B5BE9C2A-767B-4826-81CD-0D9CD0CD9EBB}"/>
          </ac:picMkLst>
        </pc:picChg>
      </pc:sldChg>
      <pc:sldChg chg="delSp modSp add mod modAnim">
        <pc:chgData name="Димитър Минчев" userId="6da192e4-d32c-454b-8615-bbadf07b6639" providerId="ADAL" clId="{425C45ED-8486-4659-B927-678948D55FB5}" dt="2023-02-22T09:46:44.464" v="302" actId="20577"/>
        <pc:sldMkLst>
          <pc:docMk/>
          <pc:sldMk cId="2600894362" sldId="633"/>
        </pc:sldMkLst>
        <pc:spChg chg="mod">
          <ac:chgData name="Димитър Минчев" userId="6da192e4-d32c-454b-8615-bbadf07b6639" providerId="ADAL" clId="{425C45ED-8486-4659-B927-678948D55FB5}" dt="2023-02-22T09:45:57.357" v="286" actId="404"/>
          <ac:spMkLst>
            <pc:docMk/>
            <pc:sldMk cId="2600894362" sldId="633"/>
            <ac:spMk id="3" creationId="{D23D8892-B37B-40F4-9C66-D47AF15B3080}"/>
          </ac:spMkLst>
        </pc:spChg>
        <pc:spChg chg="mod">
          <ac:chgData name="Димитър Минчев" userId="6da192e4-d32c-454b-8615-bbadf07b6639" providerId="ADAL" clId="{425C45ED-8486-4659-B927-678948D55FB5}" dt="2023-02-22T09:46:44.464" v="302" actId="20577"/>
          <ac:spMkLst>
            <pc:docMk/>
            <pc:sldMk cId="2600894362" sldId="633"/>
            <ac:spMk id="4" creationId="{B91DB43E-A337-454C-936A-EA496C7977AF}"/>
          </ac:spMkLst>
        </pc:spChg>
        <pc:spChg chg="mod">
          <ac:chgData name="Димитър Минчев" userId="6da192e4-d32c-454b-8615-bbadf07b6639" providerId="ADAL" clId="{425C45ED-8486-4659-B927-678948D55FB5}" dt="2023-02-22T09:46:32.192" v="294" actId="207"/>
          <ac:spMkLst>
            <pc:docMk/>
            <pc:sldMk cId="2600894362" sldId="633"/>
            <ac:spMk id="5" creationId="{B18C3FA2-0A7A-4ECC-A706-9C47B34DE221}"/>
          </ac:spMkLst>
        </pc:spChg>
        <pc:spChg chg="del mod">
          <ac:chgData name="Димитър Минчев" userId="6da192e4-d32c-454b-8615-bbadf07b6639" providerId="ADAL" clId="{425C45ED-8486-4659-B927-678948D55FB5}" dt="2023-02-22T09:46:07.533" v="289" actId="478"/>
          <ac:spMkLst>
            <pc:docMk/>
            <pc:sldMk cId="2600894362" sldId="633"/>
            <ac:spMk id="6" creationId="{1107F39B-AC03-40E7-85DF-5E936C896329}"/>
          </ac:spMkLst>
        </pc:spChg>
      </pc:sldChg>
      <pc:sldChg chg="addSp delSp modSp add mod modAnim">
        <pc:chgData name="Димитър Минчев" userId="6da192e4-d32c-454b-8615-bbadf07b6639" providerId="ADAL" clId="{425C45ED-8486-4659-B927-678948D55FB5}" dt="2023-02-22T09:47:40.029" v="320"/>
        <pc:sldMkLst>
          <pc:docMk/>
          <pc:sldMk cId="205865841" sldId="634"/>
        </pc:sldMkLst>
        <pc:spChg chg="mod">
          <ac:chgData name="Димитър Минчев" userId="6da192e4-d32c-454b-8615-bbadf07b6639" providerId="ADAL" clId="{425C45ED-8486-4659-B927-678948D55FB5}" dt="2023-02-22T09:47:17.172" v="313"/>
          <ac:spMkLst>
            <pc:docMk/>
            <pc:sldMk cId="205865841" sldId="634"/>
            <ac:spMk id="3" creationId="{D23D8892-B37B-40F4-9C66-D47AF15B3080}"/>
          </ac:spMkLst>
        </pc:spChg>
        <pc:spChg chg="del">
          <ac:chgData name="Димитър Минчев" userId="6da192e4-d32c-454b-8615-bbadf07b6639" providerId="ADAL" clId="{425C45ED-8486-4659-B927-678948D55FB5}" dt="2023-02-22T09:46:52.658" v="303" actId="478"/>
          <ac:spMkLst>
            <pc:docMk/>
            <pc:sldMk cId="205865841" sldId="634"/>
            <ac:spMk id="4" creationId="{B91DB43E-A337-454C-936A-EA496C7977AF}"/>
          </ac:spMkLst>
        </pc:spChg>
        <pc:spChg chg="mod">
          <ac:chgData name="Димитър Минчев" userId="6da192e4-d32c-454b-8615-bbadf07b6639" providerId="ADAL" clId="{425C45ED-8486-4659-B927-678948D55FB5}" dt="2023-02-22T09:47:33.726" v="318" actId="207"/>
          <ac:spMkLst>
            <pc:docMk/>
            <pc:sldMk cId="205865841" sldId="634"/>
            <ac:spMk id="5" creationId="{B18C3FA2-0A7A-4ECC-A706-9C47B34DE221}"/>
          </ac:spMkLst>
        </pc:spChg>
        <pc:spChg chg="del mod">
          <ac:chgData name="Димитър Минчев" userId="6da192e4-d32c-454b-8615-bbadf07b6639" providerId="ADAL" clId="{425C45ED-8486-4659-B927-678948D55FB5}" dt="2023-02-22T09:47:35.764" v="319" actId="478"/>
          <ac:spMkLst>
            <pc:docMk/>
            <pc:sldMk cId="205865841" sldId="634"/>
            <ac:spMk id="6" creationId="{D6621A1C-57EF-46C4-BE84-F9A27272552C}"/>
          </ac:spMkLst>
        </pc:spChg>
        <pc:spChg chg="add del mod">
          <ac:chgData name="Димитър Минчев" userId="6da192e4-d32c-454b-8615-bbadf07b6639" providerId="ADAL" clId="{425C45ED-8486-4659-B927-678948D55FB5}" dt="2023-02-22T09:46:54.892" v="304" actId="478"/>
          <ac:spMkLst>
            <pc:docMk/>
            <pc:sldMk cId="205865841" sldId="634"/>
            <ac:spMk id="7" creationId="{4E3CA9E5-228E-6F79-AF21-C9D4D393815F}"/>
          </ac:spMkLst>
        </pc:spChg>
        <pc:spChg chg="add mod">
          <ac:chgData name="Димитър Минчев" userId="6da192e4-d32c-454b-8615-bbadf07b6639" providerId="ADAL" clId="{425C45ED-8486-4659-B927-678948D55FB5}" dt="2023-02-22T09:47:00.966" v="307" actId="6549"/>
          <ac:spMkLst>
            <pc:docMk/>
            <pc:sldMk cId="205865841" sldId="634"/>
            <ac:spMk id="8" creationId="{9FA38C30-BCEE-0AC3-7D73-6934DF5B7920}"/>
          </ac:spMkLst>
        </pc:spChg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25.3.2026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ЦЕЛ: Да разберем как работи EFC отвътре. MiniORM е учебен проект.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t>Рефлексията е ключова - четем метаданни за класовете по време на изпълнение.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Database-First: БД вече съществува. Flow: Connection -&gt; DbContext -&gt; DbSet&lt;T&gt; -&gt; CRUD.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Рефлексия: typeof(Employee).GetProperties() -&gt; намираме свойствата автоматично.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DbContext = 'папка'. DbSets = 'файлове'. ChangeTracker = история на Ctrl+Z.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Навигационни свойства = JOIN в обектния свят. employee.Department вместо SELECT JOIN.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Entity = POCO клас. [Key]=PK, [Required]=NOT NULL, [ForeignKey]=FK.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0C6ED27-037B-4E22-A7E4-A00836B67DB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7808991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ПОвАЖНО: Entity класовете НЕ наследяват нищо. Чисти POCO.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F2E7AA30-B4A7-4547-B0A0-1F4BBD26848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67922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ICollection&lt;Employee&gt; = SELECT * WHERE DepartmentId=X. Двупосочна навигация.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Демо: typeof(string).GetMethods() -&gt; всички методи на 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Учениците трябва да знаят кой клас отговаря за какво.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25.3.2026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25.3.2026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25.3.2026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25.3.2026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25.3.2026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25.3.2026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25.3.2026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25.3.2026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25.3.2026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25.3.2026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25.3.2026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25.3.2026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mon.bg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Да напишем </a:t>
            </a:r>
            <a:r>
              <a:rPr lang="en-US" dirty="0">
                <a:latin typeface="Comfortaa" pitchFamily="2" charset="0"/>
              </a:rPr>
              <a:t>ORM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>
                <a:latin typeface="Comfortaa" pitchFamily="2" charset="0"/>
              </a:rPr>
              <a:t>Разработка на софтуер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ORM анатомия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Класове от данни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ru-RU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ru-RU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ru-RU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53000"/>
            <a:ext cx="10363200" cy="820600"/>
          </a:xfrm>
        </p:spPr>
        <p:txBody>
          <a:bodyPr>
            <a:noAutofit/>
          </a:bodyPr>
          <a:lstStyle/>
          <a:p>
            <a:r>
              <a:rPr lang="bg-BG" sz="4800" dirty="0">
                <a:latin typeface="Comfortaa" pitchFamily="2" charset="0"/>
              </a:rPr>
              <a:t>Да си направим </a:t>
            </a:r>
            <a:r>
              <a:rPr lang="en-US" sz="4800" dirty="0">
                <a:latin typeface="Comfortaa" pitchFamily="2" charset="0"/>
              </a:rPr>
              <a:t>ORM </a:t>
            </a:r>
            <a:r>
              <a:rPr lang="bg-BG" sz="4800" dirty="0">
                <a:latin typeface="Comfortaa" pitchFamily="2" charset="0"/>
              </a:rPr>
              <a:t>рамка</a:t>
            </a:r>
            <a:endParaRPr lang="en-US" sz="4800" dirty="0">
              <a:latin typeface="Comfortaa" pitchFamily="2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5754968"/>
            <a:ext cx="10363200" cy="719034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Какво и как?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277F51A-7167-42DC-9696-C9EAB7170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28669" y="1243264"/>
            <a:ext cx="5134662" cy="2865520"/>
          </a:xfrm>
          <a:prstGeom prst="roundRect">
            <a:avLst>
              <a:gd name="adj" fmla="val 1313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680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Проектиран по подобие на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Entity Framework Core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Дава ни възможност да използваме</a:t>
            </a:r>
            <a:r>
              <a:rPr lang="en-US" dirty="0">
                <a:latin typeface="Comfortaa" pitchFamily="2" charset="0"/>
              </a:rPr>
              <a:t> LINQ-</a:t>
            </a:r>
            <a:r>
              <a:rPr lang="bg-BG" dirty="0">
                <a:latin typeface="Comfortaa" pitchFamily="2" charset="0"/>
              </a:rPr>
              <a:t>базирани заявки и 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CRUD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операции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Change tracking </a:t>
            </a:r>
            <a:r>
              <a:rPr lang="en-US" dirty="0">
                <a:latin typeface="Comfortaa" pitchFamily="2" charset="0"/>
              </a:rPr>
              <a:t>of in-memory objects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Съпоставя навигационни свойства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Съпоставя колекции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Един-към-много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Много-към-един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..</a:t>
            </a:r>
            <a:r>
              <a:rPr lang="en-US" dirty="0">
                <a:latin typeface="Comfortaa" pitchFamily="2" charset="0"/>
              </a:rPr>
              <a:t>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omfortaa" pitchFamily="2" charset="0"/>
              </a:rPr>
              <a:t>MiniORM</a:t>
            </a:r>
            <a:r>
              <a:rPr lang="en-US" dirty="0">
                <a:latin typeface="Comfortaa" pitchFamily="2" charset="0"/>
              </a:rPr>
              <a:t> Core: </a:t>
            </a:r>
            <a:r>
              <a:rPr lang="bg-BG" dirty="0">
                <a:latin typeface="Comfortaa" pitchFamily="2" charset="0"/>
              </a:rPr>
              <a:t>Преглед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300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F1258-09D1-4C65-9BF5-20CD7682C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bg-BG" dirty="0">
                <a:latin typeface="Comfortaa" pitchFamily="2" charset="0"/>
              </a:rPr>
              <a:t>Дефинираме модел на информацията</a:t>
            </a:r>
            <a:r>
              <a:rPr lang="en-US" dirty="0">
                <a:latin typeface="Comfortaa" pitchFamily="2" charset="0"/>
              </a:rPr>
              <a:t> </a:t>
            </a:r>
            <a:endParaRPr lang="bg-BG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Подход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база данни с предимство =&gt;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database-first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Класове на данните </a:t>
            </a:r>
            <a:r>
              <a:rPr lang="en-US" dirty="0">
                <a:latin typeface="Comfortaa" pitchFamily="2" charset="0"/>
              </a:rPr>
              <a:t>=</a:t>
            </a:r>
            <a:r>
              <a:rPr lang="bg-BG" dirty="0">
                <a:latin typeface="Comfortaa" pitchFamily="2" charset="0"/>
              </a:rPr>
              <a:t>&gt;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Entity Classes</a:t>
            </a:r>
          </a:p>
          <a:p>
            <a:pPr lvl="1"/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DbContext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с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DbSets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Инициализиране на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DbContext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Използвайки низ за връзка </a:t>
            </a:r>
            <a:r>
              <a:rPr lang="en-US" dirty="0">
                <a:latin typeface="Comfortaa" pitchFamily="2" charset="0"/>
              </a:rPr>
              <a:t>=</a:t>
            </a:r>
            <a:r>
              <a:rPr lang="bg-BG" dirty="0">
                <a:latin typeface="Comfortaa" pitchFamily="2" charset="0"/>
              </a:rPr>
              <a:t>&gt;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connection string</a:t>
            </a:r>
          </a:p>
          <a:p>
            <a:r>
              <a:rPr lang="bg-BG" dirty="0">
                <a:latin typeface="Comfortaa" pitchFamily="2" charset="0"/>
              </a:rPr>
              <a:t>Изпълняване на заявки върху информация, чрез контекст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Манипулиране на данни</a:t>
            </a:r>
          </a:p>
          <a:p>
            <a:pPr lvl="1"/>
            <a:r>
              <a:rPr lang="en-US" dirty="0">
                <a:latin typeface="Comfortaa" pitchFamily="2" charset="0"/>
              </a:rPr>
              <a:t>(</a:t>
            </a:r>
            <a:r>
              <a:rPr lang="bg-BG" dirty="0">
                <a:latin typeface="Comfortaa" pitchFamily="2" charset="0"/>
              </a:rPr>
              <a:t>добавяне/премахване/промяна на данни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r>
              <a:rPr lang="bg-BG" dirty="0">
                <a:latin typeface="Comfortaa" pitchFamily="2" charset="0"/>
              </a:rPr>
              <a:t>Контекстът се запазва в базата данни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65B736-54BF-4456-8711-795C31561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mfortaa" pitchFamily="2" charset="0"/>
              </a:rPr>
              <a:t>MiniORM</a:t>
            </a:r>
            <a:r>
              <a:rPr lang="en-US" dirty="0">
                <a:latin typeface="Comfortaa" pitchFamily="2" charset="0"/>
              </a:rPr>
              <a:t> Core </a:t>
            </a:r>
            <a:r>
              <a:rPr lang="bg-BG" dirty="0">
                <a:latin typeface="Comfortaa" pitchFamily="2" charset="0"/>
              </a:rPr>
              <a:t>работен поток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693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48667-56EE-45C2-BE62-F8164DE5B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5389"/>
            <a:ext cx="10515600" cy="4351338"/>
          </a:xfrm>
        </p:spPr>
        <p:txBody>
          <a:bodyPr>
            <a:normAutofit/>
          </a:bodyPr>
          <a:lstStyle/>
          <a:p>
            <a:r>
              <a:rPr lang="bg-BG" sz="2400" dirty="0">
                <a:latin typeface="Comfortaa" pitchFamily="2" charset="0"/>
              </a:rPr>
              <a:t>Подходът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База данни с предимство (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database-first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) </a:t>
            </a:r>
            <a:r>
              <a:rPr lang="bg-BG" sz="2400" dirty="0">
                <a:latin typeface="Comfortaa" pitchFamily="2" charset="0"/>
              </a:rPr>
              <a:t>моделира класовете на данните /</a:t>
            </a:r>
            <a:r>
              <a:rPr lang="en-US" sz="2400" dirty="0">
                <a:latin typeface="Comfortaa" pitchFamily="2" charset="0"/>
              </a:rPr>
              <a:t>entity classes/ </a:t>
            </a:r>
            <a:r>
              <a:rPr lang="bg-BG" sz="2400" dirty="0">
                <a:latin typeface="Comfortaa" pitchFamily="2" charset="0"/>
              </a:rPr>
              <a:t>според базата данни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8383147-6342-4630-9C10-06F61F797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Модел „База данни с предимство“</a:t>
            </a:r>
            <a:endParaRPr lang="en-US" sz="4000" dirty="0">
              <a:latin typeface="Comfortaa" pitchFamily="2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9B7A457-4650-455A-BC28-638AABD92396}"/>
              </a:ext>
            </a:extLst>
          </p:cNvPr>
          <p:cNvSpPr/>
          <p:nvPr/>
        </p:nvSpPr>
        <p:spPr>
          <a:xfrm>
            <a:off x="5287796" y="4267401"/>
            <a:ext cx="886496" cy="760707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78483B-4047-4A32-8169-92A18C46E7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0" t="8279" r="-190" b="9966"/>
          <a:stretch/>
        </p:blipFill>
        <p:spPr>
          <a:xfrm>
            <a:off x="743960" y="2895155"/>
            <a:ext cx="4664072" cy="3505200"/>
          </a:xfrm>
          <a:prstGeom prst="roundRect">
            <a:avLst>
              <a:gd name="adj" fmla="val 5523"/>
            </a:avLst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070704-862A-431C-AC38-00A83460F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644" y="3285736"/>
            <a:ext cx="5065289" cy="2844354"/>
          </a:xfrm>
          <a:prstGeom prst="roundRect">
            <a:avLst>
              <a:gd name="adj" fmla="val 10910"/>
            </a:avLst>
          </a:prstGeom>
        </p:spPr>
      </p:pic>
    </p:spTree>
    <p:extLst>
      <p:ext uri="{BB962C8B-B14F-4D97-AF65-F5344CB8AC3E}">
        <p14:creationId xmlns:p14="http://schemas.microsoft.com/office/powerpoint/2010/main" val="2085751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mfortaa" pitchFamily="2" charset="0"/>
              </a:rPr>
              <a:t>MiniORM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компоненти</a:t>
            </a:r>
            <a:r>
              <a:rPr lang="en-US" dirty="0">
                <a:latin typeface="Comfortaa" pitchFamily="2" charset="0"/>
              </a:rPr>
              <a:t> [1/2]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DbContext</a:t>
            </a:r>
            <a:r>
              <a:rPr lang="en-US" noProof="1">
                <a:latin typeface="Comfortaa" pitchFamily="2" charset="0"/>
              </a:rPr>
              <a:t> </a:t>
            </a:r>
            <a:r>
              <a:rPr lang="bg-BG" noProof="1">
                <a:latin typeface="Comfortaa" pitchFamily="2" charset="0"/>
              </a:rPr>
              <a:t>класът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Отговаря за връзката с БД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</a:t>
            </a:r>
            <a:r>
              <a:rPr lang="en-US" dirty="0">
                <a:latin typeface="Comfortaa" pitchFamily="2" charset="0"/>
              </a:rPr>
              <a:t> DB Sets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Предоставя ни</a:t>
            </a:r>
            <a:r>
              <a:rPr lang="en-US" dirty="0">
                <a:latin typeface="Comfortaa" pitchFamily="2" charset="0"/>
              </a:rPr>
              <a:t> LINQ-</a:t>
            </a:r>
            <a:r>
              <a:rPr lang="bg-BG" dirty="0">
                <a:latin typeface="Comfortaa" pitchFamily="2" charset="0"/>
              </a:rPr>
              <a:t>базиран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достъп до данните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Предоставя ни</a:t>
            </a:r>
            <a:r>
              <a:rPr lang="en-US" dirty="0">
                <a:latin typeface="Comfortaa" pitchFamily="2" charset="0"/>
              </a:rPr>
              <a:t> change tracking,</a:t>
            </a:r>
            <a:r>
              <a:rPr lang="bg-BG" dirty="0">
                <a:latin typeface="Comfortaa" pitchFamily="2" charset="0"/>
              </a:rPr>
              <a:t> и</a:t>
            </a:r>
            <a:r>
              <a:rPr lang="en-US" dirty="0">
                <a:latin typeface="Comfortaa" pitchFamily="2" charset="0"/>
              </a:rPr>
              <a:t> API </a:t>
            </a:r>
            <a:r>
              <a:rPr lang="bg-BG" dirty="0">
                <a:latin typeface="Comfortaa" pitchFamily="2" charset="0"/>
              </a:rPr>
              <a:t>за</a:t>
            </a:r>
            <a:r>
              <a:rPr lang="en-US" dirty="0">
                <a:latin typeface="Comfortaa" pitchFamily="2" charset="0"/>
              </a:rPr>
              <a:t> CRUD </a:t>
            </a:r>
            <a:r>
              <a:rPr lang="bg-BG" dirty="0">
                <a:latin typeface="Comfortaa" pitchFamily="2" charset="0"/>
              </a:rPr>
              <a:t>операции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DbSets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Съдържат данни </a:t>
            </a:r>
            <a:r>
              <a:rPr lang="en-US" dirty="0">
                <a:latin typeface="Comfortaa" pitchFamily="2" charset="0"/>
              </a:rPr>
              <a:t>(entities) =&gt; </a:t>
            </a:r>
            <a:r>
              <a:rPr lang="bg-BG" dirty="0">
                <a:latin typeface="Comfortaa" pitchFamily="2" charset="0"/>
              </a:rPr>
              <a:t>обекти с техните атрибути и връзки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Всяка таблица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 БД обикновено съответства на единствен</a:t>
            </a:r>
            <a:r>
              <a:rPr lang="en-US" dirty="0">
                <a:latin typeface="Comfortaa" pitchFamily="2" charset="0"/>
              </a:rPr>
              <a:t> C# </a:t>
            </a:r>
            <a:r>
              <a:rPr lang="bg-BG" dirty="0">
                <a:latin typeface="Comfortaa" pitchFamily="2" charset="0"/>
              </a:rPr>
              <a:t>клас</a:t>
            </a:r>
          </a:p>
        </p:txBody>
      </p:sp>
    </p:spTree>
    <p:extLst>
      <p:ext uri="{BB962C8B-B14F-4D97-AF65-F5344CB8AC3E}">
        <p14:creationId xmlns:p14="http://schemas.microsoft.com/office/powerpoint/2010/main" val="568367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15017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bg-BG" b="1" noProof="1">
                <a:solidFill>
                  <a:srgbClr val="00B0F0"/>
                </a:solidFill>
                <a:latin typeface="Comfortaa" pitchFamily="2" charset="0"/>
              </a:rPr>
              <a:t>Асоциации</a:t>
            </a:r>
            <a:r>
              <a:rPr lang="bg-BG" noProof="1"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</a:rPr>
              <a:t>(</a:t>
            </a:r>
            <a:r>
              <a:rPr lang="bg-BG" dirty="0">
                <a:latin typeface="Comfortaa" pitchFamily="2" charset="0"/>
              </a:rPr>
              <a:t>съотвествия на връзките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Асоциацията е връзка базирана на първичен или външен ключ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между два класа на данни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Позволява навигиране от един клас данни към друг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en-US" dirty="0" err="1">
                <a:latin typeface="Comfortaa" pitchFamily="2" charset="0"/>
              </a:rPr>
              <a:t>MiniORM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поддържа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връзки </a:t>
            </a:r>
            <a:r>
              <a:rPr lang="en-US" dirty="0">
                <a:latin typeface="Comfortaa" pitchFamily="2" charset="0"/>
              </a:rPr>
              <a:t>: </a:t>
            </a: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един-към-един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един-към-много</a:t>
            </a:r>
            <a:r>
              <a:rPr lang="en-US" dirty="0">
                <a:latin typeface="Comfortaa" pitchFamily="2" charset="0"/>
              </a:rPr>
              <a:t> </a:t>
            </a: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много-към-много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Text Placeholder 4"/>
          <p:cNvSpPr txBox="1">
            <a:spLocks/>
          </p:cNvSpPr>
          <p:nvPr/>
        </p:nvSpPr>
        <p:spPr>
          <a:xfrm>
            <a:off x="1524418" y="3641953"/>
            <a:ext cx="8955088" cy="58477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var courses = student.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Courses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.Where(…);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4563CE-92ED-7002-8945-9086326EC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>
                <a:latin typeface="Comfortaa" pitchFamily="2" charset="0"/>
              </a:rPr>
              <a:t>MiniORM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компоненти</a:t>
            </a:r>
            <a:r>
              <a:rPr lang="en-US" dirty="0">
                <a:latin typeface="Comfortaa" pitchFamily="2" charset="0"/>
              </a:rPr>
              <a:t> [2/2]</a:t>
            </a:r>
          </a:p>
        </p:txBody>
      </p:sp>
    </p:spTree>
    <p:extLst>
      <p:ext uri="{BB962C8B-B14F-4D97-AF65-F5344CB8AC3E}">
        <p14:creationId xmlns:p14="http://schemas.microsoft.com/office/powerpoint/2010/main" val="3062754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71BA20B-A0F4-465B-B6CF-ED757FC7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720166"/>
            <a:ext cx="9144000" cy="1508794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Класове от данни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1C3B5D-00EA-4480-AF19-D0984A6A2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5408618"/>
            <a:ext cx="9144000" cy="1046324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(</a:t>
            </a:r>
            <a:r>
              <a:rPr lang="en-US" dirty="0">
                <a:latin typeface="Comfortaa" pitchFamily="2" charset="0"/>
              </a:rPr>
              <a:t>Entity Classes</a:t>
            </a:r>
            <a:r>
              <a:rPr lang="bg-BG" dirty="0">
                <a:latin typeface="Comfortaa" pitchFamily="2" charset="0"/>
              </a:rPr>
              <a:t>)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CA0D9F-40F7-4481-89AE-EB556A7F2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674" y="403058"/>
            <a:ext cx="7408519" cy="3579395"/>
          </a:xfrm>
          <a:prstGeom prst="roundRect">
            <a:avLst>
              <a:gd name="adj" fmla="val 8070"/>
            </a:avLst>
          </a:prstGeom>
        </p:spPr>
      </p:pic>
    </p:spTree>
    <p:extLst>
      <p:ext uri="{BB962C8B-B14F-4D97-AF65-F5344CB8AC3E}">
        <p14:creationId xmlns:p14="http://schemas.microsoft.com/office/powerpoint/2010/main" val="1677110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EE1B38-3F1F-4DB7-9405-63CF5E64B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28212" cy="4351338"/>
          </a:xfrm>
        </p:spPr>
        <p:txBody>
          <a:bodyPr>
            <a:normAutofit/>
          </a:bodyPr>
          <a:lstStyle/>
          <a:p>
            <a:r>
              <a:rPr lang="bg-BG" sz="2400" dirty="0">
                <a:latin typeface="Comfortaa" pitchFamily="2" charset="0"/>
              </a:rPr>
              <a:t>Класовете от данни са обикновени</a:t>
            </a:r>
            <a:r>
              <a:rPr lang="en-US" sz="2400" dirty="0">
                <a:latin typeface="Comfortaa" pitchFamily="2" charset="0"/>
              </a:rPr>
              <a:t> C# </a:t>
            </a:r>
            <a:r>
              <a:rPr lang="bg-BG" sz="2400" dirty="0">
                <a:latin typeface="Comfortaa" pitchFamily="2" charset="0"/>
              </a:rPr>
              <a:t>класове</a:t>
            </a:r>
            <a:endParaRPr lang="en-US" sz="2400" dirty="0"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Използват се, за да съхраняват данните от БД в паметта</a:t>
            </a:r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C95CAFB-2539-410E-81FC-DB15621B4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Класове от данни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DE467F-32CC-4402-B129-0E1F3DC02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431" y="2993201"/>
            <a:ext cx="6358068" cy="3071875"/>
          </a:xfrm>
          <a:prstGeom prst="roundRect">
            <a:avLst>
              <a:gd name="adj" fmla="val 8070"/>
            </a:avLst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BE9C2A-767B-4826-81CD-0D9CD0CD9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71" y="3016251"/>
            <a:ext cx="2869466" cy="3071876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463E63A5-2AE4-4D3E-AE8E-990C7419FF37}"/>
              </a:ext>
            </a:extLst>
          </p:cNvPr>
          <p:cNvSpPr/>
          <p:nvPr/>
        </p:nvSpPr>
        <p:spPr>
          <a:xfrm>
            <a:off x="4210603" y="4301108"/>
            <a:ext cx="786828" cy="502162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484931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D8892-B37B-40F4-9C66-D47AF15B3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400" dirty="0">
                <a:latin typeface="Comfortaa" pitchFamily="2" charset="0"/>
              </a:rPr>
              <a:t>Свойства от референтен тип</a:t>
            </a:r>
          </a:p>
          <a:p>
            <a:r>
              <a:rPr lang="bg-BG" sz="2400" dirty="0">
                <a:latin typeface="Comfortaa" pitchFamily="2" charset="0"/>
              </a:rPr>
              <a:t>Сочат към съответни обекти, свързани чрез външен ключ</a:t>
            </a:r>
          </a:p>
          <a:p>
            <a:r>
              <a:rPr lang="bg-BG" sz="2400" dirty="0">
                <a:latin typeface="Comfortaa" pitchFamily="2" charset="0"/>
              </a:rPr>
              <a:t>Задават се от рамката</a:t>
            </a:r>
            <a:endParaRPr lang="en-US" sz="2400" dirty="0"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Пример</a:t>
            </a:r>
            <a:r>
              <a:rPr lang="en-US" sz="2400" dirty="0">
                <a:latin typeface="Comfortaa" pitchFamily="2" charset="0"/>
              </a:rPr>
              <a:t>: </a:t>
            </a:r>
            <a:r>
              <a:rPr lang="bg-BG" sz="2400" dirty="0">
                <a:latin typeface="Comfortaa" pitchFamily="2" charset="0"/>
              </a:rPr>
              <a:t>Отдел служители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1DB43E-A337-454C-936A-EA496C797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Класове от данни</a:t>
            </a:r>
            <a:r>
              <a:rPr lang="en-US" sz="4000" dirty="0">
                <a:latin typeface="Comfortaa" pitchFamily="2" charset="0"/>
              </a:rPr>
              <a:t>: </a:t>
            </a:r>
            <a:br>
              <a:rPr lang="en-US" sz="4000" dirty="0">
                <a:latin typeface="Comfortaa" pitchFamily="2" charset="0"/>
              </a:rPr>
            </a:br>
            <a:r>
              <a:rPr lang="bg-BG" sz="4000" dirty="0">
                <a:latin typeface="Comfortaa" pitchFamily="2" charset="0"/>
              </a:rPr>
              <a:t>Навигационни свойства</a:t>
            </a:r>
            <a:r>
              <a:rPr lang="en-US" sz="4000" dirty="0">
                <a:latin typeface="Comfortaa" pitchFamily="2" charset="0"/>
              </a:rPr>
              <a:t> [1/2]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8C3FA2-0A7A-4ECC-A706-9C47B34DE221}"/>
              </a:ext>
            </a:extLst>
          </p:cNvPr>
          <p:cNvSpPr txBox="1">
            <a:spLocks/>
          </p:cNvSpPr>
          <p:nvPr/>
        </p:nvSpPr>
        <p:spPr>
          <a:xfrm>
            <a:off x="1089274" y="3749810"/>
            <a:ext cx="10214393" cy="265874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public class Employee</a:t>
            </a:r>
          </a:p>
          <a:p>
            <a:pPr>
              <a:lnSpc>
                <a:spcPct val="80000"/>
              </a:lnSpc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  public int Id { get; set; }</a:t>
            </a:r>
          </a:p>
          <a:p>
            <a:pPr>
              <a:lnSpc>
                <a:spcPct val="80000"/>
              </a:lnSpc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  ...</a:t>
            </a:r>
          </a:p>
          <a:p>
            <a:pPr>
              <a:lnSpc>
                <a:spcPct val="80000"/>
              </a:lnSpc>
            </a:pPr>
            <a:r>
              <a:rPr lang="en-US" sz="2600" b="1" noProof="1">
                <a:solidFill>
                  <a:srgbClr val="FBEEDC"/>
                </a:solidFill>
                <a:latin typeface="Consolas" pitchFamily="49" charset="0"/>
              </a:rPr>
              <a:t>  </a:t>
            </a:r>
            <a:r>
              <a:rPr lang="en-US" sz="2600" b="1" noProof="1">
                <a:solidFill>
                  <a:srgbClr val="00B0F0"/>
                </a:solidFill>
                <a:latin typeface="Consolas" pitchFamily="49" charset="0"/>
              </a:rPr>
              <a:t>[ForeignKey(nameof(Department))]</a:t>
            </a:r>
          </a:p>
          <a:p>
            <a:pPr>
              <a:lnSpc>
                <a:spcPct val="80000"/>
              </a:lnSpc>
            </a:pPr>
            <a:r>
              <a:rPr lang="en-US" sz="2600" b="1" noProof="1">
                <a:solidFill>
                  <a:srgbClr val="FBEEDC"/>
                </a:solidFill>
                <a:latin typeface="Consolas" pitchFamily="49" charset="0"/>
              </a:rPr>
              <a:t>  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public int </a:t>
            </a:r>
            <a:r>
              <a:rPr lang="en-US" sz="2600" b="1" noProof="1">
                <a:solidFill>
                  <a:srgbClr val="00B0F0"/>
                </a:solidFill>
                <a:latin typeface="Consolas" pitchFamily="49" charset="0"/>
              </a:rPr>
              <a:t>DepartmentId</a:t>
            </a:r>
            <a:r>
              <a:rPr lang="en-US" sz="2600" b="1" noProof="1">
                <a:solidFill>
                  <a:srgbClr val="FBEEDC"/>
                </a:solidFill>
                <a:latin typeface="Consolas" pitchFamily="49" charset="0"/>
              </a:rPr>
              <a:t> 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{ get; set; }</a:t>
            </a:r>
          </a:p>
          <a:p>
            <a:pPr>
              <a:lnSpc>
                <a:spcPct val="80000"/>
              </a:lnSpc>
            </a:pPr>
            <a:r>
              <a:rPr lang="en-US" sz="2600" b="1" noProof="1">
                <a:solidFill>
                  <a:srgbClr val="FBEEDC"/>
                </a:solidFill>
                <a:latin typeface="Consolas" pitchFamily="49" charset="0"/>
              </a:rPr>
              <a:t>  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public</a:t>
            </a:r>
            <a:r>
              <a:rPr lang="en-US" sz="2600" b="1" noProof="1">
                <a:solidFill>
                  <a:srgbClr val="FBEEDC"/>
                </a:solidFill>
                <a:latin typeface="Consolas" pitchFamily="49" charset="0"/>
              </a:rPr>
              <a:t> </a:t>
            </a:r>
            <a:r>
              <a:rPr lang="en-US" sz="2600" b="1" noProof="1">
                <a:solidFill>
                  <a:srgbClr val="00B0F0"/>
                </a:solidFill>
                <a:latin typeface="Consolas" pitchFamily="49" charset="0"/>
              </a:rPr>
              <a:t>Department</a:t>
            </a:r>
            <a:r>
              <a:rPr lang="en-US" sz="2600" b="1" noProof="1">
                <a:solidFill>
                  <a:srgbClr val="FBEEDC"/>
                </a:solidFill>
                <a:latin typeface="Consolas" pitchFamily="49" charset="0"/>
              </a:rPr>
              <a:t> </a:t>
            </a:r>
            <a:r>
              <a:rPr lang="en-US" sz="2600" b="1" noProof="1">
                <a:solidFill>
                  <a:srgbClr val="00B0F0"/>
                </a:solidFill>
                <a:latin typeface="Consolas" pitchFamily="49" charset="0"/>
              </a:rPr>
              <a:t>Department</a:t>
            </a:r>
            <a:r>
              <a:rPr lang="en-US" sz="2600" b="1" noProof="1">
                <a:solidFill>
                  <a:srgbClr val="FBEEDC"/>
                </a:solidFill>
                <a:latin typeface="Consolas" pitchFamily="49" charset="0"/>
              </a:rPr>
              <a:t> 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{ get; set; }</a:t>
            </a:r>
          </a:p>
          <a:p>
            <a:pPr>
              <a:lnSpc>
                <a:spcPct val="80000"/>
              </a:lnSpc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00894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D8892-B37B-40F4-9C66-D47AF15B3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400" dirty="0">
                <a:latin typeface="Comfortaa" pitchFamily="2" charset="0"/>
              </a:rPr>
              <a:t>Навигационните свойства могат и да са колекции</a:t>
            </a:r>
            <a:endParaRPr lang="en-US" sz="2400" dirty="0"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Обикновено се използва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b="1" noProof="1">
                <a:solidFill>
                  <a:srgbClr val="00B0F0"/>
                </a:solidFill>
                <a:latin typeface="Comfortaa" pitchFamily="2" charset="0"/>
              </a:rPr>
              <a:t>ICollection&lt;T&gt;</a:t>
            </a:r>
          </a:p>
          <a:p>
            <a:r>
              <a:rPr lang="bg-BG" sz="2400" dirty="0">
                <a:latin typeface="Comfortaa" pitchFamily="2" charset="0"/>
              </a:rPr>
              <a:t>Съдържат всиочки обекти, чиито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външни ключове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са същите като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основния ключ </a:t>
            </a:r>
            <a:r>
              <a:rPr lang="bg-BG" sz="2400" dirty="0">
                <a:latin typeface="Comfortaa" pitchFamily="2" charset="0"/>
              </a:rPr>
              <a:t>на класа от данни</a:t>
            </a:r>
            <a:endParaRPr lang="en-US" sz="2400" dirty="0">
              <a:solidFill>
                <a:schemeClr val="accent1"/>
              </a:solidFill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Задава се от </a:t>
            </a:r>
            <a:r>
              <a:rPr lang="en-US" sz="2400" dirty="0">
                <a:latin typeface="Comfortaa" pitchFamily="2" charset="0"/>
              </a:rPr>
              <a:t>ORM </a:t>
            </a:r>
            <a:r>
              <a:rPr lang="bg-BG" sz="2400" dirty="0">
                <a:latin typeface="Comfortaa" pitchFamily="2" charset="0"/>
              </a:rPr>
              <a:t>рамката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8C3FA2-0A7A-4ECC-A706-9C47B34DE221}"/>
              </a:ext>
            </a:extLst>
          </p:cNvPr>
          <p:cNvSpPr txBox="1">
            <a:spLocks/>
          </p:cNvSpPr>
          <p:nvPr/>
        </p:nvSpPr>
        <p:spPr>
          <a:xfrm>
            <a:off x="962944" y="4164104"/>
            <a:ext cx="10059988" cy="201285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public class Department</a:t>
            </a:r>
          </a:p>
          <a:p>
            <a:pPr>
              <a:lnSpc>
                <a:spcPct val="80000"/>
              </a:lnSpc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  public int Id { get; set; }</a:t>
            </a:r>
          </a:p>
          <a:p>
            <a:pPr>
              <a:lnSpc>
                <a:spcPct val="80000"/>
              </a:lnSpc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  ...</a:t>
            </a:r>
          </a:p>
          <a:p>
            <a:pPr>
              <a:lnSpc>
                <a:spcPct val="80000"/>
              </a:lnSpc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  public </a:t>
            </a:r>
            <a:r>
              <a:rPr lang="en-US" sz="2600" b="1" noProof="1">
                <a:solidFill>
                  <a:srgbClr val="00B0F0"/>
                </a:solidFill>
                <a:latin typeface="Consolas" pitchFamily="49" charset="0"/>
              </a:rPr>
              <a:t>ICollection&lt;Employee&gt; 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Employees { get; set; }</a:t>
            </a:r>
          </a:p>
          <a:p>
            <a:pPr>
              <a:lnSpc>
                <a:spcPct val="80000"/>
              </a:lnSpc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9FA38C30-BCEE-0AC3-7D73-6934DF5B7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Класове от данни</a:t>
            </a:r>
            <a:r>
              <a:rPr lang="en-US" sz="4000" dirty="0">
                <a:latin typeface="Comfortaa" pitchFamily="2" charset="0"/>
              </a:rPr>
              <a:t>: </a:t>
            </a:r>
            <a:br>
              <a:rPr lang="en-US" sz="4000" dirty="0">
                <a:latin typeface="Comfortaa" pitchFamily="2" charset="0"/>
              </a:rPr>
            </a:br>
            <a:r>
              <a:rPr lang="bg-BG" sz="4000" dirty="0">
                <a:latin typeface="Comfortaa" pitchFamily="2" charset="0"/>
              </a:rPr>
              <a:t>Навигационни свойства</a:t>
            </a:r>
            <a:r>
              <a:rPr lang="en-US" sz="4000" dirty="0">
                <a:latin typeface="Comfortaa" pitchFamily="2" charset="0"/>
              </a:rPr>
              <a:t> [2/2]</a:t>
            </a:r>
          </a:p>
        </p:txBody>
      </p:sp>
    </p:spTree>
    <p:extLst>
      <p:ext uri="{BB962C8B-B14F-4D97-AF65-F5344CB8AC3E}">
        <p14:creationId xmlns:p14="http://schemas.microsoft.com/office/powerpoint/2010/main" val="205865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Рефлексия — Магията зад 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typeof(Employee).GetProperties() → всички свойства</a:t>
            </a:r>
          </a:p>
          <a:p>
            <a:r>
              <a:t>Activator.CreateInstance&lt;T&gt;() → нов обект без new T()</a:t>
            </a:r>
          </a:p>
          <a:p>
            <a:r>
              <a:t>property.SetValue(obj, value) → задава стойност</a:t>
            </a:r>
          </a:p>
          <a:p>
            <a:r>
              <a:t>property.GetValue(obj) → чете стойност</a:t>
            </a:r>
          </a:p>
          <a:p>
            <a:r>
              <a:t>MiniORM чете атрибути, генерира SQL, попълва обекти</a:t>
            </a:r>
          </a:p>
          <a:p>
            <a:r>
              <a:t>Цена: Рефлексията е по-бавна = ORM е по-бавън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MiniORM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DbContext: координатор - открива, зарежда, запазва</a:t>
            </a:r>
          </a:p>
          <a:p>
            <a:r>
              <a:t>DbSet&lt;T&gt;: умна колекция за всяка таблица</a:t>
            </a:r>
          </a:p>
          <a:p>
            <a:r>
              <a:t>ChangeTracker&lt;T&gt;: пазач на промените</a:t>
            </a:r>
          </a:p>
          <a:p>
            <a:r>
              <a:t>SaveChanges(): INSERT + UPDATE + DELETE в 1 транзакция</a:t>
            </a:r>
          </a:p>
          <a:p>
            <a:r>
              <a:t>Нарисувайте UML диаграма на дъската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</TotalTime>
  <Words>728</Words>
  <Application>Microsoft Office PowerPoint</Application>
  <PresentationFormat>Widescreen</PresentationFormat>
  <Paragraphs>114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Comfortaa</vt:lpstr>
      <vt:lpstr>Consolas</vt:lpstr>
      <vt:lpstr>Times New Roman</vt:lpstr>
      <vt:lpstr>Office Theme</vt:lpstr>
      <vt:lpstr>Да напишем ORM</vt:lpstr>
      <vt:lpstr>Съдържание</vt:lpstr>
      <vt:lpstr>Да си направим ORM рамка</vt:lpstr>
      <vt:lpstr>MiniORM Core: Преглед</vt:lpstr>
      <vt:lpstr>MiniORM Core работен поток</vt:lpstr>
      <vt:lpstr>Модел „База данни с предимство“</vt:lpstr>
      <vt:lpstr>MiniORM компоненти [1/2]</vt:lpstr>
      <vt:lpstr>MiniORM компоненти [2/2]</vt:lpstr>
      <vt:lpstr>Класове от данни</vt:lpstr>
      <vt:lpstr>Класове от данни</vt:lpstr>
      <vt:lpstr>Класове от данни:  Навигационни свойства [1/2]</vt:lpstr>
      <vt:lpstr>Класове от данни:  Навигационни свойства [2/2]</vt:lpstr>
      <vt:lpstr>Рефлексия — Магията зад ORM</vt:lpstr>
      <vt:lpstr>MiniORM Архитектура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Нели Г. Няголова</cp:lastModifiedBy>
  <cp:revision>11</cp:revision>
  <dcterms:created xsi:type="dcterms:W3CDTF">2022-08-09T09:25:46Z</dcterms:created>
  <dcterms:modified xsi:type="dcterms:W3CDTF">2026-03-25T04:29:04Z</dcterms:modified>
</cp:coreProperties>
</file>