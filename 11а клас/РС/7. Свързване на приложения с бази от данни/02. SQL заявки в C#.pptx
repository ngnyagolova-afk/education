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4"/>
  </p:notesMasterIdLst>
  <p:sldIdLst>
    <p:sldId id="258" r:id="rId2"/>
    <p:sldId id="571" r:id="rId3"/>
    <p:sldId id="637" r:id="rId4"/>
    <p:sldId id="638" r:id="rId5"/>
    <p:sldId id="639" r:id="rId6"/>
    <p:sldId id="640" r:id="rId7"/>
    <p:sldId id="641" r:id="rId8"/>
    <p:sldId id="642" r:id="rId9"/>
    <p:sldId id="643" r:id="rId10"/>
    <p:sldId id="644" r:id="rId11"/>
    <p:sldId id="645" r:id="rId12"/>
    <p:sldId id="5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ъведение" id="{B53E63A6-15B2-40C3-A9DC-5006FD089CC5}">
          <p14:sldIdLst>
            <p14:sldId id="258"/>
            <p14:sldId id="571"/>
          </p14:sldIdLst>
        </p14:section>
        <p14:section name="Съдържание" id="{0B0C01F3-1F60-4ADB-AC1E-9589654EAEF3}">
          <p14:sldIdLst>
            <p14:sldId id="637"/>
            <p14:sldId id="638"/>
            <p14:sldId id="639"/>
            <p14:sldId id="640"/>
            <p14:sldId id="641"/>
            <p14:sldId id="642"/>
            <p14:sldId id="643"/>
            <p14:sldId id="644"/>
            <p14:sldId id="645"/>
          </p14:sldIdLst>
        </p14:section>
        <p14:section name="Заключение" id="{9315BEE7-605C-4839-996A-A4EEA70921D9}">
          <p14:sldIdLst>
            <p14:sldId id="5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16B635C-018A-4F09-A3C2-73045C3ED403}" v="74" dt="2023-02-22T09:13:19.5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 varScale="1">
        <p:scale>
          <a:sx n="91" d="100"/>
          <a:sy n="91" d="100"/>
        </p:scale>
        <p:origin x="10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Димитър Минчев" userId="6da192e4-d32c-454b-8615-bbadf07b6639" providerId="ADAL" clId="{508A51F5-6E34-4A9B-8787-8C29D4F40D1D}"/>
    <pc:docChg chg="addSld modSld">
      <pc:chgData name="Димитър Минчев" userId="6da192e4-d32c-454b-8615-bbadf07b6639" providerId="ADAL" clId="{508A51F5-6E34-4A9B-8787-8C29D4F40D1D}" dt="2022-08-10T06:34:56.108" v="0"/>
      <pc:docMkLst>
        <pc:docMk/>
      </pc:docMkLst>
      <pc:sldChg chg="add">
        <pc:chgData name="Димитър Минчев" userId="6da192e4-d32c-454b-8615-bbadf07b6639" providerId="ADAL" clId="{508A51F5-6E34-4A9B-8787-8C29D4F40D1D}" dt="2022-08-10T06:34:56.108" v="0"/>
        <pc:sldMkLst>
          <pc:docMk/>
          <pc:sldMk cId="2002111910" sldId="439"/>
        </pc:sldMkLst>
      </pc:sldChg>
    </pc:docChg>
  </pc:docChgLst>
  <pc:docChgLst>
    <pc:chgData name="Димитър Минчев" userId="6da192e4-d32c-454b-8615-bbadf07b6639" providerId="ADAL" clId="{B16B635C-018A-4F09-A3C2-73045C3ED403}"/>
    <pc:docChg chg="undo custSel addSld delSld modSld modSection">
      <pc:chgData name="Димитър Минчев" userId="6da192e4-d32c-454b-8615-bbadf07b6639" providerId="ADAL" clId="{B16B635C-018A-4F09-A3C2-73045C3ED403}" dt="2023-02-22T09:13:40.305" v="163" actId="14100"/>
      <pc:docMkLst>
        <pc:docMk/>
      </pc:docMkLst>
      <pc:sldChg chg="modSp mod">
        <pc:chgData name="Димитър Минчев" userId="6da192e4-d32c-454b-8615-bbadf07b6639" providerId="ADAL" clId="{B16B635C-018A-4F09-A3C2-73045C3ED403}" dt="2023-02-22T09:03:20.341" v="29" actId="20577"/>
        <pc:sldMkLst>
          <pc:docMk/>
          <pc:sldMk cId="2386959723" sldId="258"/>
        </pc:sldMkLst>
        <pc:spChg chg="mod">
          <ac:chgData name="Димитър Минчев" userId="6da192e4-d32c-454b-8615-bbadf07b6639" providerId="ADAL" clId="{B16B635C-018A-4F09-A3C2-73045C3ED403}" dt="2023-02-22T09:03:13.734" v="4" actId="20577"/>
          <ac:spMkLst>
            <pc:docMk/>
            <pc:sldMk cId="2386959723" sldId="258"/>
            <ac:spMk id="4" creationId="{31A11B2B-6DC7-2642-A5E2-7E3177B71883}"/>
          </ac:spMkLst>
        </pc:spChg>
        <pc:spChg chg="mod">
          <ac:chgData name="Димитър Минчев" userId="6da192e4-d32c-454b-8615-bbadf07b6639" providerId="ADAL" clId="{B16B635C-018A-4F09-A3C2-73045C3ED403}" dt="2023-02-22T09:03:20.341" v="29" actId="20577"/>
          <ac:spMkLst>
            <pc:docMk/>
            <pc:sldMk cId="2386959723" sldId="258"/>
            <ac:spMk id="5" creationId="{FD72CEAD-2598-2D6F-7FF9-AF95330D8A09}"/>
          </ac:spMkLst>
        </pc:spChg>
      </pc:sldChg>
      <pc:sldChg chg="modSp mod">
        <pc:chgData name="Димитър Минчев" userId="6da192e4-d32c-454b-8615-bbadf07b6639" providerId="ADAL" clId="{B16B635C-018A-4F09-A3C2-73045C3ED403}" dt="2023-02-22T09:04:59.282" v="33" actId="5793"/>
        <pc:sldMkLst>
          <pc:docMk/>
          <pc:sldMk cId="2385751420" sldId="571"/>
        </pc:sldMkLst>
        <pc:spChg chg="mod">
          <ac:chgData name="Димитър Минчев" userId="6da192e4-d32c-454b-8615-bbadf07b6639" providerId="ADAL" clId="{B16B635C-018A-4F09-A3C2-73045C3ED403}" dt="2023-02-22T09:04:59.282" v="33" actId="5793"/>
          <ac:spMkLst>
            <pc:docMk/>
            <pc:sldMk cId="2385751420" sldId="571"/>
            <ac:spMk id="8" creationId="{00000000-0000-0000-0000-000000000000}"/>
          </ac:spMkLst>
        </pc:spChg>
      </pc:sldChg>
      <pc:sldChg chg="modSp add del mod">
        <pc:chgData name="Димитър Минчев" userId="6da192e4-d32c-454b-8615-bbadf07b6639" providerId="ADAL" clId="{B16B635C-018A-4F09-A3C2-73045C3ED403}" dt="2023-02-22T09:05:12.527" v="40" actId="47"/>
        <pc:sldMkLst>
          <pc:docMk/>
          <pc:sldMk cId="3124450915" sldId="636"/>
        </pc:sldMkLst>
        <pc:spChg chg="mod">
          <ac:chgData name="Димитър Минчев" userId="6da192e4-d32c-454b-8615-bbadf07b6639" providerId="ADAL" clId="{B16B635C-018A-4F09-A3C2-73045C3ED403}" dt="2023-02-22T09:05:07.225" v="35" actId="27636"/>
          <ac:spMkLst>
            <pc:docMk/>
            <pc:sldMk cId="3124450915" sldId="636"/>
            <ac:spMk id="2" creationId="{00000000-0000-0000-0000-000000000000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05:42.031" v="44"/>
        <pc:sldMkLst>
          <pc:docMk/>
          <pc:sldMk cId="2614993241" sldId="637"/>
        </pc:sldMkLst>
        <pc:spChg chg="mod">
          <ac:chgData name="Димитър Минчев" userId="6da192e4-d32c-454b-8615-bbadf07b6639" providerId="ADAL" clId="{B16B635C-018A-4F09-A3C2-73045C3ED403}" dt="2023-02-22T09:05:19.600" v="41" actId="2711"/>
          <ac:spMkLst>
            <pc:docMk/>
            <pc:sldMk cId="2614993241" sldId="637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5:35.526" v="42" actId="207"/>
          <ac:spMkLst>
            <pc:docMk/>
            <pc:sldMk cId="2614993241" sldId="637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05:37.782" v="43" actId="478"/>
          <ac:spMkLst>
            <pc:docMk/>
            <pc:sldMk cId="2614993241" sldId="637"/>
            <ac:spMk id="5" creationId="{E9515327-CFA0-40D5-AB72-F7D2E7ED5017}"/>
          </ac:spMkLst>
        </pc:spChg>
      </pc:sldChg>
      <pc:sldChg chg="modSp add mod modAnim">
        <pc:chgData name="Димитър Минчев" userId="6da192e4-d32c-454b-8615-bbadf07b6639" providerId="ADAL" clId="{B16B635C-018A-4F09-A3C2-73045C3ED403}" dt="2023-02-22T09:07:15.568" v="63"/>
        <pc:sldMkLst>
          <pc:docMk/>
          <pc:sldMk cId="2825254874" sldId="638"/>
        </pc:sldMkLst>
        <pc:spChg chg="mod">
          <ac:chgData name="Димитър Минчев" userId="6da192e4-d32c-454b-8615-bbadf07b6639" providerId="ADAL" clId="{B16B635C-018A-4F09-A3C2-73045C3ED403}" dt="2023-02-22T09:05:50.028" v="45" actId="2711"/>
          <ac:spMkLst>
            <pc:docMk/>
            <pc:sldMk cId="2825254874" sldId="638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6:28.495" v="54" actId="14100"/>
          <ac:spMkLst>
            <pc:docMk/>
            <pc:sldMk cId="2825254874" sldId="638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7:04.762" v="62" actId="14100"/>
          <ac:spMkLst>
            <pc:docMk/>
            <pc:sldMk cId="2825254874" sldId="638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7:04.762" v="62" actId="14100"/>
          <ac:spMkLst>
            <pc:docMk/>
            <pc:sldMk cId="2825254874" sldId="638"/>
            <ac:spMk id="6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6:59.462" v="61" actId="14100"/>
          <ac:spMkLst>
            <pc:docMk/>
            <pc:sldMk cId="2825254874" sldId="638"/>
            <ac:spMk id="8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5:07.161" v="34"/>
          <ac:spMkLst>
            <pc:docMk/>
            <pc:sldMk cId="2825254874" sldId="638"/>
            <ac:spMk id="9" creationId="{8951CBB0-7CD0-4134-BE11-D8ADBD9F09DD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08:09.896" v="76"/>
        <pc:sldMkLst>
          <pc:docMk/>
          <pc:sldMk cId="4283266241" sldId="639"/>
        </pc:sldMkLst>
        <pc:spChg chg="mod">
          <ac:chgData name="Димитър Минчев" userId="6da192e4-d32c-454b-8615-bbadf07b6639" providerId="ADAL" clId="{B16B635C-018A-4F09-A3C2-73045C3ED403}" dt="2023-02-22T09:07:28.290" v="68" actId="2711"/>
          <ac:spMkLst>
            <pc:docMk/>
            <pc:sldMk cId="4283266241" sldId="639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7:58.996" v="74" actId="207"/>
          <ac:spMkLst>
            <pc:docMk/>
            <pc:sldMk cId="4283266241" sldId="639"/>
            <ac:spMk id="3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7:55.030" v="73" actId="207"/>
          <ac:spMkLst>
            <pc:docMk/>
            <pc:sldMk cId="4283266241" sldId="639"/>
            <ac:spMk id="5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08:03.129" v="75" actId="478"/>
          <ac:spMkLst>
            <pc:docMk/>
            <pc:sldMk cId="4283266241" sldId="639"/>
            <ac:spMk id="6" creationId="{C7879601-54AB-4B13-9213-42E85E207CC7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09:18.500" v="107"/>
        <pc:sldMkLst>
          <pc:docMk/>
          <pc:sldMk cId="1124191170" sldId="640"/>
        </pc:sldMkLst>
        <pc:spChg chg="mod">
          <ac:chgData name="Димитър Минчев" userId="6da192e4-d32c-454b-8615-bbadf07b6639" providerId="ADAL" clId="{B16B635C-018A-4F09-A3C2-73045C3ED403}" dt="2023-02-22T09:08:18.510" v="77" actId="2711"/>
          <ac:spMkLst>
            <pc:docMk/>
            <pc:sldMk cId="1124191170" sldId="640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9:13.216" v="105" actId="207"/>
          <ac:spMkLst>
            <pc:docMk/>
            <pc:sldMk cId="1124191170" sldId="640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09:14.974" v="106" actId="478"/>
          <ac:spMkLst>
            <pc:docMk/>
            <pc:sldMk cId="1124191170" sldId="640"/>
            <ac:spMk id="5" creationId="{E266EF88-B1CB-4937-B792-A5EC0825EE9F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09:59.483" v="112"/>
        <pc:sldMkLst>
          <pc:docMk/>
          <pc:sldMk cId="2955317039" sldId="641"/>
        </pc:sldMkLst>
        <pc:spChg chg="mod">
          <ac:chgData name="Димитър Минчев" userId="6da192e4-d32c-454b-8615-bbadf07b6639" providerId="ADAL" clId="{B16B635C-018A-4F09-A3C2-73045C3ED403}" dt="2023-02-22T09:09:39.890" v="108" actId="2711"/>
          <ac:spMkLst>
            <pc:docMk/>
            <pc:sldMk cId="2955317039" sldId="641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9:52.839" v="110" actId="207"/>
          <ac:spMkLst>
            <pc:docMk/>
            <pc:sldMk cId="2955317039" sldId="641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09:54.915" v="111" actId="478"/>
          <ac:spMkLst>
            <pc:docMk/>
            <pc:sldMk cId="2955317039" sldId="641"/>
            <ac:spMk id="5" creationId="{44DB7C9D-C143-4734-8F4D-D95FDC74DCD3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10:29.852" v="121"/>
        <pc:sldMkLst>
          <pc:docMk/>
          <pc:sldMk cId="3300813438" sldId="642"/>
        </pc:sldMkLst>
        <pc:spChg chg="mod">
          <ac:chgData name="Димитър Минчев" userId="6da192e4-d32c-454b-8615-bbadf07b6639" providerId="ADAL" clId="{B16B635C-018A-4F09-A3C2-73045C3ED403}" dt="2023-02-22T09:10:05.741" v="113" actId="2711"/>
          <ac:spMkLst>
            <pc:docMk/>
            <pc:sldMk cId="3300813438" sldId="642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10:23.917" v="119" actId="113"/>
          <ac:spMkLst>
            <pc:docMk/>
            <pc:sldMk cId="3300813438" sldId="642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10:26.023" v="120" actId="478"/>
          <ac:spMkLst>
            <pc:docMk/>
            <pc:sldMk cId="3300813438" sldId="642"/>
            <ac:spMk id="5" creationId="{E4F2CF80-508A-423D-9ADB-BB95D94218AD}"/>
          </ac:spMkLst>
        </pc:spChg>
      </pc:sldChg>
      <pc:sldChg chg="modSp add mod modAnim">
        <pc:chgData name="Димитър Минчев" userId="6da192e4-d32c-454b-8615-bbadf07b6639" providerId="ADAL" clId="{B16B635C-018A-4F09-A3C2-73045C3ED403}" dt="2023-02-22T09:11:59.107" v="138"/>
        <pc:sldMkLst>
          <pc:docMk/>
          <pc:sldMk cId="702449450" sldId="643"/>
        </pc:sldMkLst>
        <pc:spChg chg="mod">
          <ac:chgData name="Димитър Минчев" userId="6da192e4-d32c-454b-8615-bbadf07b6639" providerId="ADAL" clId="{B16B635C-018A-4F09-A3C2-73045C3ED403}" dt="2023-02-22T09:10:46.996" v="126" actId="2711"/>
          <ac:spMkLst>
            <pc:docMk/>
            <pc:sldMk cId="702449450" sldId="643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11:27.845" v="133" actId="207"/>
          <ac:spMkLst>
            <pc:docMk/>
            <pc:sldMk cId="702449450" sldId="643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05:07.161" v="34"/>
          <ac:spMkLst>
            <pc:docMk/>
            <pc:sldMk cId="702449450" sldId="643"/>
            <ac:spMk id="6" creationId="{26F4534B-145F-445C-A93F-D6194ABC365D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11:52.964" v="137"/>
        <pc:sldMkLst>
          <pc:docMk/>
          <pc:sldMk cId="2302474905" sldId="644"/>
        </pc:sldMkLst>
        <pc:spChg chg="mod">
          <ac:chgData name="Димитър Минчев" userId="6da192e4-d32c-454b-8615-bbadf07b6639" providerId="ADAL" clId="{B16B635C-018A-4F09-A3C2-73045C3ED403}" dt="2023-02-22T09:11:46.050" v="135" actId="207"/>
          <ac:spMkLst>
            <pc:docMk/>
            <pc:sldMk cId="2302474905" sldId="644"/>
            <ac:spMk id="3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11:49.783" v="136" actId="478"/>
          <ac:spMkLst>
            <pc:docMk/>
            <pc:sldMk cId="2302474905" sldId="644"/>
            <ac:spMk id="5" creationId="{C33CBCA5-3F00-415A-9E93-E09CB7A92EC0}"/>
          </ac:spMkLst>
        </pc:spChg>
      </pc:sldChg>
      <pc:sldChg chg="delSp modSp add mod modAnim">
        <pc:chgData name="Димитър Минчев" userId="6da192e4-d32c-454b-8615-bbadf07b6639" providerId="ADAL" clId="{B16B635C-018A-4F09-A3C2-73045C3ED403}" dt="2023-02-22T09:13:40.305" v="163" actId="14100"/>
        <pc:sldMkLst>
          <pc:docMk/>
          <pc:sldMk cId="1746157362" sldId="645"/>
        </pc:sldMkLst>
        <pc:spChg chg="mod">
          <ac:chgData name="Димитър Минчев" userId="6da192e4-d32c-454b-8615-bbadf07b6639" providerId="ADAL" clId="{B16B635C-018A-4F09-A3C2-73045C3ED403}" dt="2023-02-22T09:13:40.305" v="163" actId="14100"/>
          <ac:spMkLst>
            <pc:docMk/>
            <pc:sldMk cId="1746157362" sldId="645"/>
            <ac:spMk id="2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13:36.182" v="161" actId="1076"/>
          <ac:spMkLst>
            <pc:docMk/>
            <pc:sldMk cId="1746157362" sldId="645"/>
            <ac:spMk id="5" creationId="{00000000-0000-0000-0000-000000000000}"/>
          </ac:spMkLst>
        </pc:spChg>
        <pc:spChg chg="mod">
          <ac:chgData name="Димитър Минчев" userId="6da192e4-d32c-454b-8615-bbadf07b6639" providerId="ADAL" clId="{B16B635C-018A-4F09-A3C2-73045C3ED403}" dt="2023-02-22T09:13:27.691" v="159" actId="1076"/>
          <ac:spMkLst>
            <pc:docMk/>
            <pc:sldMk cId="1746157362" sldId="645"/>
            <ac:spMk id="6" creationId="{00000000-0000-0000-0000-000000000000}"/>
          </ac:spMkLst>
        </pc:spChg>
        <pc:spChg chg="del mod">
          <ac:chgData name="Димитър Минчев" userId="6da192e4-d32c-454b-8615-bbadf07b6639" providerId="ADAL" clId="{B16B635C-018A-4F09-A3C2-73045C3ED403}" dt="2023-02-22T09:12:54.928" v="155" actId="478"/>
          <ac:spMkLst>
            <pc:docMk/>
            <pc:sldMk cId="1746157362" sldId="645"/>
            <ac:spMk id="7" creationId="{E145C233-2AD4-46E4-8C67-E36EF203EADD}"/>
          </ac:spMkLst>
        </pc:spChg>
      </pc:sldChg>
    </pc:docChg>
  </pc:docChgLst>
  <pc:docChgLst>
    <pc:chgData name="БСУ" userId="bdbaa275-9249-41b1-8d15-242f632c67bf" providerId="ADAL" clId="{E8EBBEA8-749B-4042-B043-5A6FD507A9B3}"/>
    <pc:docChg chg="modSld sldOrd modSection">
      <pc:chgData name="БСУ" userId="bdbaa275-9249-41b1-8d15-242f632c67bf" providerId="ADAL" clId="{E8EBBEA8-749B-4042-B043-5A6FD507A9B3}" dt="2023-02-17T11:21:52.587" v="1"/>
      <pc:docMkLst>
        <pc:docMk/>
      </pc:docMkLst>
      <pc:sldChg chg="ord">
        <pc:chgData name="БСУ" userId="bdbaa275-9249-41b1-8d15-242f632c67bf" providerId="ADAL" clId="{E8EBBEA8-749B-4042-B043-5A6FD507A9B3}" dt="2023-02-17T11:21:52.587" v="1"/>
        <pc:sldMkLst>
          <pc:docMk/>
          <pc:sldMk cId="2385751420" sldId="57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A0D3FF-81AC-477B-919E-75762E6B2153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88142EC-5991-4235-A99B-961F17902D60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7940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softuni.foundation/" TargetMode="External"/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://creativecommons.org/licenses/by-nc-sa/4.0/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4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5443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3CB8708A-8556-42FD-AFB9-1485951BC6C6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427278124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3EBA5BD7-F043-4D1B-AA17-CD412FC534DE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C254BA7-BFA8-44CB-9100-64B6E103F61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-1" y="8747999"/>
            <a:ext cx="6308999" cy="3944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/>
            </a:lvl1pPr>
          </a:lstStyle>
          <a:p>
            <a:r>
              <a:rPr lang="en-US" dirty="0"/>
              <a:t>Created by the </a:t>
            </a:r>
            <a:r>
              <a:rPr lang="en-US" b="1" dirty="0"/>
              <a:t>Software University Foundation</a:t>
            </a:r>
            <a:r>
              <a:rPr lang="en-US" dirty="0"/>
              <a:t> – </a:t>
            </a:r>
            <a:r>
              <a:rPr lang="en-US" u="sng" dirty="0">
                <a:hlinkClick r:id="rId3"/>
              </a:rPr>
              <a:t>https://softuni.foundation</a:t>
            </a:r>
            <a:endParaRPr lang="en-US" dirty="0"/>
          </a:p>
          <a:p>
            <a:r>
              <a:rPr lang="en-US" dirty="0"/>
              <a:t>This work is licensed under the </a:t>
            </a:r>
            <a:r>
              <a:rPr lang="en-US" u="sng" noProof="1">
                <a:hlinkClick r:id="rId4"/>
              </a:rPr>
              <a:t>Creative Commons Attribution-NonCommercial-ShareAlike</a:t>
            </a:r>
            <a:r>
              <a:rPr lang="en-US" noProof="1"/>
              <a:t> </a:t>
            </a:r>
            <a:r>
              <a:rPr lang="en-US" dirty="0"/>
              <a:t>license.</a:t>
            </a:r>
          </a:p>
        </p:txBody>
      </p:sp>
    </p:spTree>
    <p:extLst>
      <p:ext uri="{BB962C8B-B14F-4D97-AF65-F5344CB8AC3E}">
        <p14:creationId xmlns:p14="http://schemas.microsoft.com/office/powerpoint/2010/main" val="188400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7143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34437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40543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29758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61148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86021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638390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3708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97053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28007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69803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69AEA-C8BE-4DD6-B9AB-21EA40DF5D87}" type="datetimeFigureOut">
              <a:rPr lang="bg-BG" smtClean="0"/>
              <a:t>22.2.2023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18CDA-8465-4F94-AC0C-B721D911091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52542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mon.bg/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hyperlink" Target="https://creativecommons.org/licenses/by-nc-sa/4.0" TargetMode="External"/><Relationship Id="rId4" Type="http://schemas.openxmlformats.org/officeDocument/2006/relationships/hyperlink" Target="https://www.mon.bg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A11B2B-6DC7-2642-A5E2-7E3177B71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24336"/>
            <a:ext cx="9144000" cy="2387600"/>
          </a:xfrm>
        </p:spPr>
        <p:txBody>
          <a:bodyPr/>
          <a:lstStyle/>
          <a:p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заявки в </a:t>
            </a:r>
            <a:r>
              <a:rPr lang="en-US" dirty="0">
                <a:latin typeface="Comfortaa" pitchFamily="2" charset="0"/>
              </a:rPr>
              <a:t>C#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FD72CEAD-2598-2D6F-7FF9-AF95330D8A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04011"/>
            <a:ext cx="9144000" cy="1655762"/>
          </a:xfrm>
        </p:spPr>
        <p:txBody>
          <a:bodyPr/>
          <a:lstStyle/>
          <a:p>
            <a:r>
              <a:rPr lang="bg-BG" dirty="0">
                <a:latin typeface="Comfortaa" pitchFamily="2" charset="0"/>
              </a:rPr>
              <a:t>Разработка на софтуер</a:t>
            </a:r>
          </a:p>
        </p:txBody>
      </p:sp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9597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418" name="Rectangle 2"/>
          <p:cNvSpPr>
            <a:spLocks noGrp="1" noChangeArrowheads="1"/>
          </p:cNvSpPr>
          <p:nvPr>
            <p:ph type="title"/>
          </p:nvPr>
        </p:nvSpPr>
        <p:spPr>
          <a:xfrm>
            <a:off x="957959" y="733260"/>
            <a:ext cx="10515600" cy="1325563"/>
          </a:xfrm>
        </p:spPr>
        <p:txBody>
          <a:bodyPr>
            <a:normAutofit/>
          </a:bodyPr>
          <a:lstStyle/>
          <a:p>
            <a:r>
              <a:rPr lang="bg-BG" b="1" dirty="0">
                <a:latin typeface="Comfortaa" pitchFamily="2" charset="0"/>
              </a:rPr>
              <a:t>Съдържание</a:t>
            </a:r>
          </a:p>
        </p:txBody>
      </p:sp>
      <p:sp>
        <p:nvSpPr>
          <p:cNvPr id="8" name="Rectangle 3"/>
          <p:cNvSpPr>
            <a:spLocks noGrp="1" noChangeArrowheads="1"/>
          </p:cNvSpPr>
          <p:nvPr>
            <p:ph idx="4294967295"/>
          </p:nvPr>
        </p:nvSpPr>
        <p:spPr>
          <a:xfrm>
            <a:off x="957959" y="2058823"/>
            <a:ext cx="10515600" cy="42177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ru-RU" sz="3200" dirty="0">
                <a:latin typeface="Comfortaa" pitchFamily="2" charset="0"/>
              </a:rPr>
              <a:t>SQL Client доставчик на данни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ru-RU" sz="3200" dirty="0">
              <a:latin typeface="Comfortaa" pitchFamily="2" charset="0"/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buNone/>
            </a:pPr>
            <a:endParaRPr lang="ru-RU" sz="3200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751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SqlConnection</a:t>
            </a:r>
          </a:p>
          <a:p>
            <a:pPr lvl="1"/>
            <a:r>
              <a:rPr lang="bg-BG" dirty="0">
                <a:latin typeface="Comfortaa" pitchFamily="2" charset="0"/>
              </a:rPr>
              <a:t>Създава връзката към БД на SQL Server </a:t>
            </a:r>
          </a:p>
          <a:p>
            <a:r>
              <a:rPr lang="en-US" sz="3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SqlCommand</a:t>
            </a:r>
          </a:p>
          <a:p>
            <a:pPr lvl="1"/>
            <a:r>
              <a:rPr lang="bg-BG" dirty="0">
                <a:latin typeface="Comfortaa" pitchFamily="2" charset="0"/>
              </a:rPr>
              <a:t>Изпълнява</a:t>
            </a:r>
            <a:r>
              <a:rPr lang="en-US" dirty="0">
                <a:latin typeface="Comfortaa" pitchFamily="2" charset="0"/>
              </a:rPr>
              <a:t> SQL </a:t>
            </a:r>
            <a:r>
              <a:rPr lang="bg-BG" dirty="0">
                <a:latin typeface="Comfortaa" pitchFamily="2" charset="0"/>
              </a:rPr>
              <a:t>команди върху SQL Server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чрез създадената връзка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Може да приема параметри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SQLParameter</a:t>
            </a:r>
            <a:r>
              <a:rPr lang="en-US" dirty="0">
                <a:latin typeface="Comfortaa" pitchFamily="2" charset="0"/>
              </a:rPr>
              <a:t>)</a:t>
            </a:r>
            <a:endParaRPr lang="bg-BG" dirty="0">
              <a:latin typeface="Comfortaa" pitchFamily="2" charset="0"/>
            </a:endParaRPr>
          </a:p>
          <a:p>
            <a:r>
              <a:rPr lang="en-US" sz="3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SqlDataReader</a:t>
            </a:r>
          </a:p>
          <a:p>
            <a:pPr lvl="1"/>
            <a:r>
              <a:rPr lang="bg-BG" dirty="0">
                <a:latin typeface="Comfortaa" pitchFamily="2" charset="0"/>
              </a:rPr>
              <a:t>Извлича данни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множество от записи</a:t>
            </a:r>
            <a:r>
              <a:rPr lang="en-US" dirty="0">
                <a:latin typeface="Comfortaa" pitchFamily="2" charset="0"/>
              </a:rPr>
              <a:t>) </a:t>
            </a:r>
            <a:r>
              <a:rPr lang="bg-BG" dirty="0">
                <a:latin typeface="Comfortaa" pitchFamily="2" charset="0"/>
              </a:rPr>
              <a:t>от SQL Server</a:t>
            </a:r>
            <a:br>
              <a:rPr lang="en-US" dirty="0">
                <a:latin typeface="Comfortaa" pitchFamily="2" charset="0"/>
              </a:rPr>
            </a:br>
            <a:r>
              <a:rPr lang="bg-BG" dirty="0">
                <a:latin typeface="Comfortaa" pitchFamily="2" charset="0"/>
              </a:rPr>
              <a:t>като резултат от изпълнението на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заявка</a:t>
            </a:r>
          </a:p>
          <a:p>
            <a:pPr>
              <a:lnSpc>
                <a:spcPct val="85000"/>
              </a:lnSpc>
              <a:buNone/>
            </a:pPr>
            <a:endParaRPr lang="bg-BG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SqlClient доставчик на данни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4993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657974" cy="4563143"/>
          </a:xfrm>
        </p:spPr>
        <p:txBody>
          <a:bodyPr/>
          <a:lstStyle/>
          <a:p>
            <a:r>
              <a:rPr lang="en-US" sz="3000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SqlConnection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създава връзка към </a:t>
            </a:r>
            <a:r>
              <a:rPr lang="en-US" dirty="0">
                <a:latin typeface="Comfortaa" pitchFamily="2" charset="0"/>
              </a:rPr>
              <a:t>SQL Server </a:t>
            </a:r>
            <a:r>
              <a:rPr lang="bg-BG" dirty="0">
                <a:latin typeface="Comfortaa" pitchFamily="2" charset="0"/>
              </a:rPr>
              <a:t>БД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Нуждае се от валиден низ на връзката</a:t>
            </a:r>
            <a:endParaRPr lang="en-US" dirty="0">
              <a:latin typeface="Comfortaa" pitchFamily="2" charset="0"/>
            </a:endParaRPr>
          </a:p>
          <a:p>
            <a:pPr>
              <a:spcBef>
                <a:spcPct val="20000"/>
              </a:spcBef>
            </a:pPr>
            <a:r>
              <a:rPr lang="bg-BG" dirty="0">
                <a:latin typeface="Comfortaa" pitchFamily="2" charset="0"/>
              </a:rPr>
              <a:t>Пример за низ на връзката /</a:t>
            </a:r>
            <a:r>
              <a:rPr lang="en-US" dirty="0">
                <a:latin typeface="Comfortaa" pitchFamily="2" charset="0"/>
              </a:rPr>
              <a:t>connection string</a:t>
            </a:r>
            <a:r>
              <a:rPr lang="bg-BG" dirty="0">
                <a:latin typeface="Comfortaa" pitchFamily="2" charset="0"/>
              </a:rPr>
              <a:t>/</a:t>
            </a:r>
            <a:r>
              <a:rPr lang="en-US" dirty="0">
                <a:latin typeface="Comfortaa" pitchFamily="2" charset="0"/>
              </a:rPr>
              <a:t>:</a:t>
            </a:r>
          </a:p>
          <a:p>
            <a:pPr>
              <a:lnSpc>
                <a:spcPct val="100000"/>
              </a:lnSpc>
              <a:spcAft>
                <a:spcPts val="1800"/>
              </a:spcAft>
            </a:pPr>
            <a:endParaRPr lang="en-US" dirty="0">
              <a:latin typeface="Comfortaa" pitchFamily="2" charset="0"/>
            </a:endParaRPr>
          </a:p>
          <a:p>
            <a:r>
              <a:rPr lang="bg-BG" dirty="0">
                <a:latin typeface="Comfortaa" pitchFamily="2" charset="0"/>
              </a:rPr>
              <a:t>Свързване към </a:t>
            </a:r>
            <a:r>
              <a:rPr lang="en-US" dirty="0">
                <a:latin typeface="Comfortaa" pitchFamily="2" charset="0"/>
              </a:rPr>
              <a:t>SQL Server: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latin typeface="Comfortaa" pitchFamily="2" charset="0"/>
                <a:cs typeface="Consolas" pitchFamily="49" charset="0"/>
              </a:rPr>
              <a:t>SqlConnection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класът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256646" y="3182510"/>
            <a:ext cx="9493570" cy="769441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Data Source=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(local)\SQLEXPRESS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;Initial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Catalog=</a:t>
            </a:r>
            <a:r>
              <a:rPr lang="en-US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Northwind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;Integrated Security=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true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;</a:t>
            </a:r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1256646" y="4583441"/>
            <a:ext cx="9493570" cy="1785104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SqlConnection con = new SqlConnection(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"Server=.;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Database=Northwind;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Integrated Security=true");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con.Open();</a:t>
            </a:r>
          </a:p>
        </p:txBody>
      </p:sp>
      <p:sp>
        <p:nvSpPr>
          <p:cNvPr id="8" name="AutoShape 5"/>
          <p:cNvSpPr>
            <a:spLocks noChangeArrowheads="1"/>
          </p:cNvSpPr>
          <p:nvPr/>
        </p:nvSpPr>
        <p:spPr bwMode="auto">
          <a:xfrm>
            <a:off x="7832612" y="3410530"/>
            <a:ext cx="3733800" cy="979408"/>
          </a:xfrm>
          <a:prstGeom prst="wedgeRoundRectCallout">
            <a:avLst>
              <a:gd name="adj1" fmla="val -59493"/>
              <a:gd name="adj2" fmla="val -7736"/>
              <a:gd name="adj3" fmla="val 16667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800" dirty="0">
                <a:solidFill>
                  <a:schemeClr val="bg1"/>
                </a:solidFill>
                <a:latin typeface="Comfortaa" pitchFamily="2" charset="0"/>
              </a:rPr>
              <a:t>Име на БД</a:t>
            </a:r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951CBB0-7CD0-4134-BE11-D8ADBD9F09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/>
              <a:t>4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52548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Създаване и отваряне на връзка към</a:t>
            </a:r>
            <a:r>
              <a:rPr lang="en-US" dirty="0">
                <a:latin typeface="Comfortaa" pitchFamily="2" charset="0"/>
              </a:rPr>
              <a:t> SQL Server (</a:t>
            </a:r>
            <a:r>
              <a:rPr lang="bg-BG" dirty="0">
                <a:latin typeface="Comfortaa" pitchFamily="2" charset="0"/>
              </a:rPr>
              <a:t>база данни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ItKariera</a:t>
            </a:r>
            <a:r>
              <a:rPr lang="en-US" dirty="0">
                <a:latin typeface="Comfortaa" pitchFamily="2" charset="0"/>
              </a:rPr>
              <a:t>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latin typeface="Comfortaa" pitchFamily="2" charset="0"/>
                <a:cs typeface="Consolas" pitchFamily="49" charset="0"/>
              </a:rPr>
              <a:t>SqlConnection </a:t>
            </a:r>
            <a:r>
              <a:rPr lang="bg-BG" noProof="1">
                <a:latin typeface="Comfortaa" pitchFamily="2" charset="0"/>
                <a:cs typeface="Consolas" pitchFamily="49" charset="0"/>
              </a:rPr>
              <a:t>п</a:t>
            </a:r>
            <a:r>
              <a:rPr lang="bg-BG" dirty="0">
                <a:latin typeface="Comfortaa" pitchFamily="2" charset="0"/>
              </a:rPr>
              <a:t>ример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163051" y="2912664"/>
            <a:ext cx="9719511" cy="3444020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SqlConnection</a:t>
            </a: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dbCon = new </a:t>
            </a:r>
            <a:r>
              <a:rPr lang="en-US" sz="2200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SqlConnection</a:t>
            </a: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(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   "Server=.\\SQLEXPRESS;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   "Database=ItKariera;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   "Integrated Security=true");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dbCon.</a:t>
            </a:r>
            <a:r>
              <a:rPr lang="en-US" sz="2200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Open</a:t>
            </a: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();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using</a:t>
            </a: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(dbCon)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{</a:t>
            </a:r>
            <a:endParaRPr lang="bg-BG" sz="22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en-US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// Use the connection to execute SQL commands here …</a:t>
            </a:r>
            <a:endParaRPr lang="bg-BG" sz="2200" b="1" noProof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  <a:sym typeface="Wingdings" pitchFamily="2" charset="2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83266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bg-BG" dirty="0">
                <a:latin typeface="Comfortaa" pitchFamily="2" charset="0"/>
              </a:rPr>
              <a:t>Низът на връзката към базата 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bg-BG" dirty="0">
                <a:latin typeface="Comfortaa" pitchFamily="2" charset="0"/>
              </a:rPr>
              <a:t>Дефинира параметрите, които са нужни, за да се създаде връзка с базата данни</a:t>
            </a:r>
          </a:p>
          <a:p>
            <a:r>
              <a:rPr lang="bg-BG" dirty="0">
                <a:latin typeface="Comfortaa" pitchFamily="2" charset="0"/>
              </a:rPr>
              <a:t>Настройки за </a:t>
            </a:r>
            <a:r>
              <a:rPr lang="en-US" dirty="0">
                <a:latin typeface="Comfortaa" pitchFamily="2" charset="0"/>
              </a:rPr>
              <a:t>SQL Server </a:t>
            </a:r>
            <a:r>
              <a:rPr lang="bg-BG" dirty="0">
                <a:latin typeface="Comfortaa" pitchFamily="2" charset="0"/>
              </a:rPr>
              <a:t>низа</a:t>
            </a:r>
            <a:r>
              <a:rPr lang="en-US" dirty="0">
                <a:latin typeface="Comfortaa" pitchFamily="2" charset="0"/>
              </a:rPr>
              <a:t>:</a:t>
            </a:r>
            <a:endParaRPr lang="bg-BG" dirty="0">
              <a:latin typeface="Comfortaa" pitchFamily="2" charset="0"/>
            </a:endParaRPr>
          </a:p>
          <a:p>
            <a:pPr lvl="1"/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Data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Source</a:t>
            </a:r>
            <a:r>
              <a:rPr lang="bg-BG" b="0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Server</a:t>
            </a:r>
            <a:r>
              <a:rPr lang="bg-BG" dirty="0">
                <a:latin typeface="Comfortaa" pitchFamily="2" charset="0"/>
              </a:rPr>
              <a:t> – име на сървъра </a:t>
            </a:r>
            <a:r>
              <a:rPr lang="en-US" dirty="0">
                <a:latin typeface="Comfortaa" pitchFamily="2" charset="0"/>
              </a:rPr>
              <a:t>/ IP </a:t>
            </a:r>
            <a:r>
              <a:rPr lang="bg-BG" dirty="0">
                <a:latin typeface="Comfortaa" pitchFamily="2" charset="0"/>
              </a:rPr>
              <a:t>адрес</a:t>
            </a:r>
            <a:r>
              <a:rPr lang="en-US" dirty="0">
                <a:latin typeface="Comfortaa" pitchFamily="2" charset="0"/>
              </a:rPr>
              <a:t> + </a:t>
            </a:r>
            <a:r>
              <a:rPr lang="bg-BG" dirty="0">
                <a:latin typeface="Comfortaa" pitchFamily="2" charset="0"/>
              </a:rPr>
              <a:t>име на инстанцията на базата данни</a:t>
            </a:r>
          </a:p>
          <a:p>
            <a:pPr lvl="1"/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Database</a:t>
            </a:r>
            <a:r>
              <a:rPr lang="bg-BG" b="0" dirty="0"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Initial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Catalog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– име на базата данни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User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ID</a:t>
            </a:r>
            <a:r>
              <a:rPr lang="bg-BG" b="0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</a:rPr>
              <a:t>/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Password</a:t>
            </a:r>
            <a:r>
              <a:rPr lang="bg-BG" b="0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– потребител и парола</a:t>
            </a:r>
            <a:endParaRPr lang="en-US" dirty="0">
              <a:latin typeface="Comfortaa" pitchFamily="2" charset="0"/>
            </a:endParaRPr>
          </a:p>
          <a:p>
            <a:pPr lvl="1"/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Integrated Security</a:t>
            </a:r>
            <a:r>
              <a:rPr lang="bg-BG" dirty="0">
                <a:solidFill>
                  <a:srgbClr val="00B0F0"/>
                </a:solidFill>
                <a:latin typeface="Comfortaa" pitchFamily="2" charset="0"/>
              </a:rPr>
              <a:t> =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</a:rPr>
              <a:t>false</a:t>
            </a:r>
            <a:r>
              <a:rPr lang="en-US" dirty="0">
                <a:solidFill>
                  <a:srgbClr val="00B0F0"/>
                </a:solidFill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ако се подават потребител и парола</a:t>
            </a:r>
            <a:endParaRPr lang="bg-BG" dirty="0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  <a:cs typeface="Consolas" pitchFamily="49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Низ на връзката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41911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Изрично отваряне и затваряне на връзката</a:t>
            </a: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Open</a:t>
            </a:r>
            <a:r>
              <a:rPr lang="bg-BG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()</a:t>
            </a:r>
            <a:r>
              <a:rPr lang="bg-BG" dirty="0">
                <a:latin typeface="Comfortaa" pitchFamily="2" charset="0"/>
              </a:rPr>
              <a:t> и </a:t>
            </a: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Close</a:t>
            </a:r>
            <a:r>
              <a:rPr lang="bg-BG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()</a:t>
            </a:r>
            <a:r>
              <a:rPr lang="bg-BG" dirty="0">
                <a:latin typeface="Comfortaa" pitchFamily="2" charset="0"/>
              </a:rPr>
              <a:t> методи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Работи чрез пула на връзките /</a:t>
            </a:r>
            <a:r>
              <a:rPr lang="en-US" dirty="0">
                <a:latin typeface="Comfortaa" pitchFamily="2" charset="0"/>
              </a:rPr>
              <a:t>connection pool</a:t>
            </a:r>
            <a:r>
              <a:rPr lang="bg-BG" dirty="0">
                <a:latin typeface="Comfortaa" pitchFamily="2" charset="0"/>
              </a:rPr>
              <a:t>/</a:t>
            </a:r>
          </a:p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Връзките към базата данни са обекти имплементиращи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IDisposable</a:t>
            </a:r>
            <a:r>
              <a:rPr lang="en-US" dirty="0">
                <a:latin typeface="Comfortaa" pitchFamily="2" charset="0"/>
              </a:rPr>
              <a:t> </a:t>
            </a:r>
            <a:endParaRPr lang="en-US" noProof="1">
              <a:solidFill>
                <a:schemeClr val="accent5">
                  <a:lumMod val="20000"/>
                  <a:lumOff val="80000"/>
                </a:schemeClr>
              </a:solidFill>
              <a:latin typeface="Comfortaa" pitchFamily="2" charset="0"/>
              <a:cs typeface="Consolas" pitchFamily="49" charset="0"/>
            </a:endParaRPr>
          </a:p>
          <a:p>
            <a:pPr lvl="1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Винаги използвайте </a:t>
            </a:r>
            <a:r>
              <a:rPr lang="en-US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using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конструкцията в </a:t>
            </a:r>
            <a:r>
              <a:rPr lang="en-US" dirty="0">
                <a:latin typeface="Comfortaa" pitchFamily="2" charset="0"/>
              </a:rPr>
              <a:t>C#!</a:t>
            </a:r>
            <a:endParaRPr lang="bg-BG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mfortaa" pitchFamily="2" charset="0"/>
              </a:rPr>
              <a:t>Работа със </a:t>
            </a:r>
            <a:r>
              <a:rPr lang="bg-BG" dirty="0">
                <a:latin typeface="Comfortaa" pitchFamily="2" charset="0"/>
                <a:cs typeface="Consolas" pitchFamily="49" charset="0"/>
              </a:rPr>
              <a:t>SqlConnection</a:t>
            </a:r>
            <a:endParaRPr lang="en-US" dirty="0">
              <a:latin typeface="Comfortaa" pitchFamily="2" charset="0"/>
              <a:cs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5317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По-важни методи</a:t>
            </a: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ExecuteScalar</a:t>
            </a:r>
            <a:r>
              <a:rPr lang="bg-BG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()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Връща единствена стойност (стойността на първата колона на първия ред от множеството от резултати)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като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chemeClr val="tx2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mfortaa" pitchFamily="2" charset="0"/>
              </a:rPr>
              <a:t>System.Object</a:t>
            </a:r>
            <a:r>
              <a:rPr lang="en-US" dirty="0">
                <a:latin typeface="Comfortaa" pitchFamily="2" charset="0"/>
              </a:rPr>
              <a:t>)</a:t>
            </a:r>
            <a:endParaRPr lang="bg-BG" dirty="0">
              <a:latin typeface="Comfortaa" pitchFamily="2" charset="0"/>
            </a:endParaRPr>
          </a:p>
          <a:p>
            <a:pPr lvl="1">
              <a:lnSpc>
                <a:spcPct val="11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ExecuteReader</a:t>
            </a:r>
            <a:r>
              <a:rPr lang="en-US" b="1" noProof="1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()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Връща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noProof="1">
                <a:solidFill>
                  <a:srgbClr val="00B0F0"/>
                </a:solidFill>
                <a:latin typeface="Comfortaa" pitchFamily="2" charset="0"/>
              </a:rPr>
              <a:t>SqlDataReader</a:t>
            </a:r>
          </a:p>
          <a:p>
            <a:pPr lvl="3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Това е курсор върху върнатите записи</a:t>
            </a:r>
            <a:r>
              <a:rPr lang="en-US" dirty="0">
                <a:latin typeface="Comfortaa" pitchFamily="2" charset="0"/>
              </a:rPr>
              <a:t> (</a:t>
            </a:r>
            <a:r>
              <a:rPr lang="bg-BG" dirty="0">
                <a:latin typeface="Comfortaa" pitchFamily="2" charset="0"/>
              </a:rPr>
              <a:t>резултатно множество - </a:t>
            </a:r>
            <a:r>
              <a:rPr lang="en-US" dirty="0">
                <a:latin typeface="Comfortaa" pitchFamily="2" charset="0"/>
              </a:rPr>
              <a:t>result set)</a:t>
            </a:r>
            <a:endParaRPr lang="bg-BG" dirty="0">
              <a:latin typeface="Comfortaa" pitchFamily="2" charset="0"/>
            </a:endParaRPr>
          </a:p>
          <a:p>
            <a:pPr lvl="2">
              <a:lnSpc>
                <a:spcPct val="100000"/>
              </a:lnSpc>
            </a:pPr>
            <a:r>
              <a:rPr lang="en-US" b="1" noProof="1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CommandBehavior</a:t>
            </a:r>
            <a:r>
              <a:rPr lang="bg-BG" dirty="0">
                <a:latin typeface="Comfortaa" pitchFamily="2" charset="0"/>
              </a:rPr>
              <a:t> </a:t>
            </a:r>
            <a:r>
              <a:rPr lang="en-US" dirty="0">
                <a:latin typeface="Comfortaa" pitchFamily="2" charset="0"/>
              </a:rPr>
              <a:t>– </a:t>
            </a:r>
            <a:r>
              <a:rPr lang="bg-BG" dirty="0">
                <a:latin typeface="Comfortaa" pitchFamily="2" charset="0"/>
              </a:rPr>
              <a:t>задава някои опции</a:t>
            </a:r>
            <a:endParaRPr lang="en-US" dirty="0">
              <a:latin typeface="Comfortaa" pitchFamily="2" charset="0"/>
            </a:endParaRPr>
          </a:p>
          <a:p>
            <a:pPr lvl="1">
              <a:lnSpc>
                <a:spcPct val="100000"/>
              </a:lnSpc>
            </a:pPr>
            <a:r>
              <a:rPr lang="bg-BG" b="1" dirty="0">
                <a:solidFill>
                  <a:srgbClr val="00B0F0"/>
                </a:solidFill>
                <a:latin typeface="Comfortaa" pitchFamily="2" charset="0"/>
                <a:cs typeface="Consolas" pitchFamily="49" charset="0"/>
              </a:rPr>
              <a:t>ExecuteNonQuery</a:t>
            </a:r>
            <a:r>
              <a:rPr lang="bg-BG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()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Използва се за </a:t>
            </a:r>
            <a:r>
              <a:rPr lang="en-US" dirty="0">
                <a:latin typeface="Comfortaa" pitchFamily="2" charset="0"/>
              </a:rPr>
              <a:t>SQL </a:t>
            </a:r>
            <a:r>
              <a:rPr lang="bg-BG" dirty="0">
                <a:latin typeface="Comfortaa" pitchFamily="2" charset="0"/>
              </a:rPr>
              <a:t>команди, които не са за извличане</a:t>
            </a:r>
            <a:r>
              <a:rPr lang="en-US" dirty="0">
                <a:latin typeface="Comfortaa" pitchFamily="2" charset="0"/>
              </a:rPr>
              <a:t>, </a:t>
            </a:r>
            <a:r>
              <a:rPr lang="bg-BG" dirty="0">
                <a:latin typeface="Comfortaa" pitchFamily="2" charset="0"/>
              </a:rPr>
              <a:t>например</a:t>
            </a:r>
            <a:r>
              <a:rPr lang="en-US" dirty="0">
                <a:latin typeface="Comfortaa" pitchFamily="2" charset="0"/>
              </a:rPr>
              <a:t>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INSERT</a:t>
            </a:r>
          </a:p>
          <a:p>
            <a:pPr lvl="2">
              <a:lnSpc>
                <a:spcPct val="100000"/>
              </a:lnSpc>
            </a:pPr>
            <a:r>
              <a:rPr lang="bg-BG" dirty="0">
                <a:latin typeface="Comfortaa" pitchFamily="2" charset="0"/>
              </a:rPr>
              <a:t>Връща броя на засегнатите редове (</a:t>
            </a:r>
            <a:r>
              <a:rPr lang="bg-BG" b="1" dirty="0">
                <a:solidFill>
                  <a:schemeClr val="tx2">
                    <a:lumMod val="75000"/>
                  </a:schemeClr>
                </a:solidFill>
                <a:latin typeface="Comfortaa" pitchFamily="2" charset="0"/>
                <a:cs typeface="Consolas" pitchFamily="49" charset="0"/>
              </a:rPr>
              <a:t>int</a:t>
            </a:r>
            <a:r>
              <a:rPr lang="bg-BG" dirty="0">
                <a:latin typeface="Comfortaa" pitchFamily="2" charset="0"/>
              </a:rPr>
              <a:t>)</a:t>
            </a:r>
          </a:p>
          <a:p>
            <a:pPr lvl="2">
              <a:lnSpc>
                <a:spcPct val="100000"/>
              </a:lnSpc>
            </a:pPr>
            <a:endParaRPr lang="bg-BG" dirty="0">
              <a:latin typeface="Comfortaa" pitchFamily="2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latin typeface="Comfortaa" pitchFamily="2" charset="0"/>
                <a:cs typeface="Consolas" pitchFamily="49" charset="0"/>
              </a:rPr>
              <a:t>SqlCommand</a:t>
            </a:r>
            <a:endParaRPr lang="en-US" dirty="0">
              <a:latin typeface="Comforta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8134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>
                <a:latin typeface="Comfortaa" pitchFamily="2" charset="0"/>
                <a:cs typeface="Consolas" pitchFamily="49" charset="0"/>
              </a:rPr>
              <a:t>SqlCommand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пример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952500" y="1755331"/>
            <a:ext cx="10287000" cy="4561249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SqlConnection dbCon = new SqlConnection(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"Server=.;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"Database=ItKariera; " +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"Integrated Security=true");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dbCon.Open();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using(dbCon)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{</a:t>
            </a:r>
            <a:endParaRPr lang="bg-BG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bg-BG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SqlCommand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command = new </a:t>
            </a:r>
            <a:r>
              <a:rPr lang="bg-BG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SqlCommand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</a:t>
            </a:r>
            <a:endParaRPr lang="en-US" sz="22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"SELECT COUNT(*) FROM Employees"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dbC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on);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int employeesCount = (int) 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command.</a:t>
            </a:r>
            <a:r>
              <a:rPr lang="bg-BG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Execute</a:t>
            </a:r>
            <a:r>
              <a:rPr lang="en-US" sz="22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Scalar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Console.WriteLine("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Employees count: 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{0} ",</a:t>
            </a:r>
            <a:r>
              <a:rPr lang="en-US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employeesCount</a:t>
            </a: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);</a:t>
            </a:r>
          </a:p>
          <a:p>
            <a:pPr eaLnBrk="0" hangingPunct="0">
              <a:lnSpc>
                <a:spcPct val="110000"/>
              </a:lnSpc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2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}</a:t>
            </a:r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26F4534B-145F-445C-A93F-D6194ABC36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66412" y="6525002"/>
            <a:ext cx="428822" cy="196477"/>
          </a:xfrm>
          <a:prstGeom prst="rect">
            <a:avLst/>
          </a:prstGeom>
        </p:spPr>
        <p:txBody>
          <a:bodyPr vert="horz" lIns="36000" tIns="36000" rIns="36000" bIns="36000" rtlCol="0" anchor="ctr"/>
          <a:lstStyle>
            <a:defPPr>
              <a:defRPr lang="en-US"/>
            </a:defPPr>
            <a:lvl1pPr marL="0" algn="r" defTabSz="1218987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49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898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48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797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46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6960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6453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5947" algn="l" defTabSz="1218987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014DD1E-5D91-48A3-AD6D-45FBA980D106}" type="slidenum">
              <a:rPr lang="en-US" smtClean="0">
                <a:solidFill>
                  <a:prstClr val="white">
                    <a:tint val="75000"/>
                  </a:prstClr>
                </a:solidFill>
              </a:rPr>
              <a:pPr/>
              <a:t>9</a:t>
            </a:fld>
            <a:endParaRPr lang="en-US" dirty="0">
              <a:solidFill>
                <a:prstClr val="white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2449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00000"/>
              </a:lnSpc>
            </a:pPr>
            <a:r>
              <a:rPr lang="en-US" sz="3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SqlDataReader</a:t>
            </a:r>
            <a:r>
              <a:rPr lang="en-US" sz="3000" dirty="0"/>
              <a:t> </a:t>
            </a:r>
            <a:r>
              <a:rPr lang="bg-BG" sz="3000" dirty="0"/>
              <a:t>извлича поредица от записи (курсор) върнати като резултат от</a:t>
            </a:r>
            <a:r>
              <a:rPr lang="en-US" sz="3000" dirty="0"/>
              <a:t> SQL </a:t>
            </a:r>
            <a:r>
              <a:rPr lang="bg-BG" sz="3000" dirty="0"/>
              <a:t>команда</a:t>
            </a:r>
          </a:p>
          <a:p>
            <a:pPr lvl="1">
              <a:lnSpc>
                <a:spcPct val="100000"/>
              </a:lnSpc>
            </a:pPr>
            <a:r>
              <a:rPr lang="bg-BG" sz="2800" dirty="0"/>
              <a:t>Данните са достъпни само за четене</a:t>
            </a:r>
            <a:r>
              <a:rPr lang="en-US" sz="2800" dirty="0"/>
              <a:t> (</a:t>
            </a:r>
            <a:r>
              <a:rPr lang="bg-BG" sz="2800" dirty="0"/>
              <a:t>не може да се променят</a:t>
            </a:r>
            <a:r>
              <a:rPr lang="en-US" sz="2800" dirty="0"/>
              <a:t>)</a:t>
            </a:r>
          </a:p>
          <a:p>
            <a:pPr lvl="1">
              <a:lnSpc>
                <a:spcPct val="100000"/>
              </a:lnSpc>
            </a:pPr>
            <a:r>
              <a:rPr lang="bg-BG" sz="2800" dirty="0"/>
              <a:t>Преход само напред по редове – не можем да се върнем назад</a:t>
            </a:r>
            <a:endParaRPr lang="en-US" sz="2800" dirty="0"/>
          </a:p>
          <a:p>
            <a:pPr>
              <a:lnSpc>
                <a:spcPct val="100000"/>
              </a:lnSpc>
            </a:pPr>
            <a:r>
              <a:rPr lang="bg-BG" sz="3000" dirty="0"/>
              <a:t>Важни свойства и методи:</a:t>
            </a:r>
          </a:p>
          <a:p>
            <a:pPr lvl="1">
              <a:lnSpc>
                <a:spcPct val="100000"/>
              </a:lnSpc>
            </a:pPr>
            <a:r>
              <a:rPr lang="en-US" sz="2800" b="1" dirty="0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Read</a:t>
            </a:r>
            <a:r>
              <a:rPr lang="en-US" sz="2800" b="1" dirty="0">
                <a:latin typeface="Consolas" pitchFamily="49" charset="0"/>
                <a:cs typeface="Consolas" pitchFamily="49" charset="0"/>
              </a:rPr>
              <a:t>()</a:t>
            </a:r>
            <a:r>
              <a:rPr lang="en-US" sz="2800" dirty="0"/>
              <a:t> – </a:t>
            </a:r>
            <a:r>
              <a:rPr lang="bg-BG" sz="2800" dirty="0"/>
              <a:t>премества курсора напред, като връща </a:t>
            </a:r>
            <a:r>
              <a:rPr lang="en-US" sz="2800" dirty="0">
                <a:latin typeface="Consolas" pitchFamily="49" charset="0"/>
                <a:cs typeface="Consolas" pitchFamily="49" charset="0"/>
              </a:rPr>
              <a:t>false</a:t>
            </a:r>
            <a:r>
              <a:rPr lang="bg-BG" sz="2800" dirty="0"/>
              <a:t>, в случай че няма следващ запис</a:t>
            </a:r>
          </a:p>
          <a:p>
            <a:pPr lvl="1">
              <a:lnSpc>
                <a:spcPct val="100000"/>
              </a:lnSpc>
            </a:pPr>
            <a:r>
              <a:rPr lang="en-US" sz="2800" b="1" dirty="0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Indexer</a:t>
            </a:r>
            <a:r>
              <a:rPr lang="en-US" sz="2800" b="1" dirty="0">
                <a:latin typeface="Consolas" pitchFamily="49" charset="0"/>
                <a:cs typeface="Consolas" pitchFamily="49" charset="0"/>
              </a:rPr>
              <a:t>[]</a:t>
            </a:r>
            <a:r>
              <a:rPr lang="bg-BG" sz="2800" b="1" dirty="0">
                <a:latin typeface="Consolas" pitchFamily="49" charset="0"/>
                <a:cs typeface="Consolas" pitchFamily="49" charset="0"/>
              </a:rPr>
              <a:t> </a:t>
            </a:r>
            <a:r>
              <a:rPr lang="bg-BG" sz="2800" dirty="0"/>
              <a:t>– връща стойността на текущия запис по дадено име на колона или индекс</a:t>
            </a:r>
          </a:p>
          <a:p>
            <a:pPr lvl="1">
              <a:lnSpc>
                <a:spcPct val="100000"/>
              </a:lnSpc>
            </a:pPr>
            <a:r>
              <a:rPr lang="en-US" sz="2800" b="1" dirty="0">
                <a:solidFill>
                  <a:srgbClr val="00B0F0"/>
                </a:solidFill>
                <a:latin typeface="Consolas" pitchFamily="49" charset="0"/>
                <a:cs typeface="Consolas" pitchFamily="49" charset="0"/>
              </a:rPr>
              <a:t>Close</a:t>
            </a:r>
            <a:r>
              <a:rPr lang="en-US" sz="2800" b="1" dirty="0">
                <a:latin typeface="Consolas" pitchFamily="49" charset="0"/>
                <a:cs typeface="Consolas" pitchFamily="49" charset="0"/>
              </a:rPr>
              <a:t>()</a:t>
            </a:r>
            <a:r>
              <a:rPr lang="en-US" sz="2800" dirty="0"/>
              <a:t> </a:t>
            </a:r>
            <a:r>
              <a:rPr lang="bg-BG" sz="2800" dirty="0"/>
              <a:t>– затваря курсора и освобождава ресурсите</a:t>
            </a:r>
            <a:endParaRPr lang="bg-BG" sz="260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>
                <a:latin typeface="Consolas" pitchFamily="49" charset="0"/>
                <a:cs typeface="Consolas" pitchFamily="49" charset="0"/>
              </a:rPr>
              <a:t>SqlDataReader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2474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7909" y="120315"/>
            <a:ext cx="10635916" cy="990601"/>
          </a:xfrm>
        </p:spPr>
        <p:txBody>
          <a:bodyPr/>
          <a:lstStyle/>
          <a:p>
            <a:r>
              <a:rPr lang="en-US" dirty="0" err="1">
                <a:latin typeface="Comfortaa" pitchFamily="2" charset="0"/>
                <a:cs typeface="Consolas" pitchFamily="49" charset="0"/>
              </a:rPr>
              <a:t>SqlDataReader</a:t>
            </a:r>
            <a:r>
              <a:rPr lang="en-US" dirty="0">
                <a:latin typeface="Comfortaa" pitchFamily="2" charset="0"/>
              </a:rPr>
              <a:t> </a:t>
            </a:r>
            <a:r>
              <a:rPr lang="bg-BG" dirty="0">
                <a:latin typeface="Comfortaa" pitchFamily="2" charset="0"/>
              </a:rPr>
              <a:t>пример</a:t>
            </a:r>
            <a:endParaRPr lang="en-US" dirty="0">
              <a:latin typeface="Comfortaa" pitchFamily="2" charset="0"/>
            </a:endParaRPr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727910" y="1110916"/>
            <a:ext cx="10635916" cy="5324535"/>
          </a:xfrm>
          <a:prstGeom prst="rect">
            <a:avLst/>
          </a:prstGeom>
          <a:ln/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SqlConnection dbCon = new SqlConnection(…);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dbCon.Open();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using(dbCon)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{</a:t>
            </a:r>
            <a:endParaRPr lang="bg-BG" sz="2000" b="1" noProof="1">
              <a:solidFill>
                <a:schemeClr val="bg1"/>
              </a:solidFill>
              <a:latin typeface="Consolas" pitchFamily="49" charset="0"/>
              <a:cs typeface="Consolas" pitchFamily="49" charset="0"/>
              <a:sym typeface="Wingdings" pitchFamily="2" charset="2"/>
            </a:endParaRP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SqlCommand command = new SqlCommand(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"SELECT * FROM Employees"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,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dbC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on);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bg-BG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SqlDataReader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reader = command.</a:t>
            </a:r>
            <a:r>
              <a:rPr lang="bg-BG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ExecuteReader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using (reader)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while (reader.</a:t>
            </a:r>
            <a:r>
              <a:rPr lang="bg-BG" sz="2000" b="1" noProof="1">
                <a:solidFill>
                  <a:srgbClr val="00B0F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Read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())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{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string firstName = (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tring)reader["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FirstName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string lastName = (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tring)reader["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LastName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 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decimal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salary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= (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decimal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)reader["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Salary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"];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Console.WriteLine("{0} {1} - {2}",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firstName, lastName, </a:t>
            </a:r>
            <a:r>
              <a:rPr lang="en-US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salary</a:t>
            </a: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);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  }</a:t>
            </a:r>
          </a:p>
          <a:p>
            <a:pPr eaLnBrk="0" hangingPunct="0">
              <a:buClr>
                <a:schemeClr val="accent5">
                  <a:lumMod val="40000"/>
                  <a:lumOff val="60000"/>
                </a:schemeClr>
              </a:buClr>
              <a:buSzPct val="70000"/>
            </a:pPr>
            <a:r>
              <a:rPr lang="bg-BG" sz="2000" b="1" noProof="1">
                <a:solidFill>
                  <a:schemeClr val="bg1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}</a:t>
            </a:r>
          </a:p>
        </p:txBody>
      </p:sp>
      <p:sp>
        <p:nvSpPr>
          <p:cNvPr id="6" name="AutoShape 5"/>
          <p:cNvSpPr>
            <a:spLocks noChangeArrowheads="1"/>
          </p:cNvSpPr>
          <p:nvPr/>
        </p:nvSpPr>
        <p:spPr bwMode="auto">
          <a:xfrm>
            <a:off x="4636168" y="3041564"/>
            <a:ext cx="5119800" cy="979408"/>
          </a:xfrm>
          <a:prstGeom prst="wedgeRoundRectCallout">
            <a:avLst>
              <a:gd name="adj1" fmla="val -60289"/>
              <a:gd name="adj2" fmla="val 23826"/>
              <a:gd name="adj3" fmla="val 16667"/>
            </a:avLst>
          </a:prstGeom>
          <a:solidFill>
            <a:srgbClr val="00B0F0">
              <a:alpha val="94902"/>
            </a:srgb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bg-BG" sz="2400" dirty="0">
                <a:solidFill>
                  <a:srgbClr val="FFFFFF"/>
                </a:solidFill>
                <a:latin typeface="Comfortaa" pitchFamily="2" charset="0"/>
              </a:rPr>
              <a:t>Извлича още и още редове, докато приключи</a:t>
            </a:r>
          </a:p>
        </p:txBody>
      </p:sp>
    </p:spTree>
    <p:extLst>
      <p:ext uri="{BB962C8B-B14F-4D97-AF65-F5344CB8AC3E}">
        <p14:creationId xmlns:p14="http://schemas.microsoft.com/office/powerpoint/2010/main" val="1746157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3" descr="Icon&#10;&#10;Description automatically generated with medium confidence">
            <a:extLst>
              <a:ext uri="{FF2B5EF4-FFF2-40B4-BE49-F238E27FC236}">
                <a16:creationId xmlns:a16="http://schemas.microsoft.com/office/drawing/2014/main" id="{09547CF4-B25A-F864-DA65-5C7F1F83C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352" y="83713"/>
            <a:ext cx="1575455" cy="157545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303128A-0EF3-84BD-F9ED-2E6316CD08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792" y="83713"/>
            <a:ext cx="1699472" cy="1414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4EB993A-D432-5177-9922-4D00100F74D8}"/>
              </a:ext>
            </a:extLst>
          </p:cNvPr>
          <p:cNvSpPr txBox="1"/>
          <p:nvPr/>
        </p:nvSpPr>
        <p:spPr>
          <a:xfrm>
            <a:off x="1734047" y="365284"/>
            <a:ext cx="47294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Национална програма 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Обучение за ИТ умения и кариера</a:t>
            </a:r>
            <a:r>
              <a:rPr lang="en-US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"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bg-BG" u="sng" dirty="0"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https://it-kariera.mon.bg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22BFFF-21D1-37C4-D08A-94EDDBB11DD9}"/>
              </a:ext>
            </a:extLst>
          </p:cNvPr>
          <p:cNvSpPr txBox="1"/>
          <p:nvPr/>
        </p:nvSpPr>
        <p:spPr>
          <a:xfrm>
            <a:off x="6373448" y="365284"/>
            <a:ext cx="401710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bg-B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Министерството на образованието и науката</a:t>
            </a:r>
            <a:endParaRPr lang="bg-BG" dirty="0">
              <a:solidFill>
                <a:schemeClr val="tx1"/>
              </a:solidFill>
              <a:effectLst/>
              <a:latin typeface="Comfortaa" pitchFamily="2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0" marR="0" algn="r">
              <a:spcBef>
                <a:spcPts val="0"/>
              </a:spcBef>
              <a:spcAft>
                <a:spcPts val="0"/>
              </a:spcAft>
              <a:tabLst>
                <a:tab pos="2865755" algn="ctr"/>
                <a:tab pos="5731510" algn="r"/>
              </a:tabLst>
            </a:pP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</a:t>
            </a:r>
            <a:r>
              <a:rPr lang="bg-BG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.</a:t>
            </a:r>
            <a:r>
              <a:rPr lang="en-US" u="sng" dirty="0">
                <a:solidFill>
                  <a:schemeClr val="tx1"/>
                </a:solidFill>
                <a:effectLst/>
                <a:latin typeface="Comfortaa" pitchFamily="2" charset="0"/>
                <a:ea typeface="Times New Roman" panose="02020603050405020304" pitchFamily="18" charset="0"/>
                <a:cs typeface="Calibri" panose="020F0502020204030204" pitchFamily="34" charset="0"/>
              </a:rPr>
              <a:t>mon.bg</a:t>
            </a:r>
            <a:endParaRPr lang="bg-BG" dirty="0">
              <a:latin typeface="Comfortaa" pitchFamily="2" charset="0"/>
            </a:endParaRPr>
          </a:p>
        </p:txBody>
      </p:sp>
      <p:pic>
        <p:nvPicPr>
          <p:cNvPr id="2" name="Logo CC-BY-NC-SA">
            <a:hlinkClick r:id="rId5"/>
            <a:extLst>
              <a:ext uri="{FF2B5EF4-FFF2-40B4-BE49-F238E27FC236}">
                <a16:creationId xmlns:a16="http://schemas.microsoft.com/office/drawing/2014/main" id="{39F87C09-7AAD-A59F-33F5-8BECE165CB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87447" y="2650021"/>
            <a:ext cx="4017104" cy="1440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DBEA407-2EEF-D82D-ADB6-D20902F79FA2}"/>
              </a:ext>
            </a:extLst>
          </p:cNvPr>
          <p:cNvSpPr txBox="1"/>
          <p:nvPr/>
        </p:nvSpPr>
        <p:spPr>
          <a:xfrm>
            <a:off x="262246" y="5452243"/>
            <a:ext cx="1166750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bg-BG" sz="1800" dirty="0">
                <a:latin typeface="Comfortaa" pitchFamily="2" charset="0"/>
              </a:rPr>
              <a:t>Документът е разработен за нуждите на Национална програма "Обучение за ИТ умения и кариера" на Министерството на образованието и науката (МОН)</a:t>
            </a:r>
            <a:r>
              <a:rPr lang="en-US" sz="1800" dirty="0">
                <a:latin typeface="Comfortaa" pitchFamily="2" charset="0"/>
              </a:rPr>
              <a:t> </a:t>
            </a:r>
            <a:r>
              <a:rPr lang="bg-BG" sz="1800" dirty="0">
                <a:latin typeface="Comfortaa" pitchFamily="2" charset="0"/>
              </a:rPr>
              <a:t>и се разпространява под свободен лиценз CC-BY-NC-SA (</a:t>
            </a:r>
            <a:r>
              <a:rPr lang="bg-BG" sz="1800" dirty="0" err="1">
                <a:latin typeface="Comfortaa" pitchFamily="2" charset="0"/>
              </a:rPr>
              <a:t>Creative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Commons</a:t>
            </a:r>
            <a:r>
              <a:rPr lang="bg-BG" sz="1800" dirty="0">
                <a:latin typeface="Comfortaa" pitchFamily="2" charset="0"/>
              </a:rPr>
              <a:t> </a:t>
            </a:r>
            <a:r>
              <a:rPr lang="bg-BG" sz="1800" dirty="0" err="1">
                <a:latin typeface="Comfortaa" pitchFamily="2" charset="0"/>
              </a:rPr>
              <a:t>Attribution-Non-Commercial-Share-Alike</a:t>
            </a:r>
            <a:r>
              <a:rPr lang="bg-BG" sz="1800" dirty="0">
                <a:latin typeface="Comfortaa" pitchFamily="2" charset="0"/>
              </a:rPr>
              <a:t> 4.0 International).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241344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94</TotalTime>
  <Words>832</Words>
  <Application>Microsoft Office PowerPoint</Application>
  <PresentationFormat>Widescreen</PresentationFormat>
  <Paragraphs>119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Comfortaa</vt:lpstr>
      <vt:lpstr>Consolas</vt:lpstr>
      <vt:lpstr>Office Theme</vt:lpstr>
      <vt:lpstr>SQL заявки в C#</vt:lpstr>
      <vt:lpstr>Съдържание</vt:lpstr>
      <vt:lpstr>SqlClient доставчик на данни</vt:lpstr>
      <vt:lpstr>SqlConnection класът</vt:lpstr>
      <vt:lpstr>SqlConnection пример</vt:lpstr>
      <vt:lpstr>Низ на връзката</vt:lpstr>
      <vt:lpstr>Работа със SqlConnection</vt:lpstr>
      <vt:lpstr>SqlCommand</vt:lpstr>
      <vt:lpstr>SqlCommand пример</vt:lpstr>
      <vt:lpstr>SqlDataReader</vt:lpstr>
      <vt:lpstr>SqlDataReader пример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Димитър Минчев</dc:creator>
  <cp:lastModifiedBy>Димитър Минчев</cp:lastModifiedBy>
  <cp:revision>10</cp:revision>
  <dcterms:created xsi:type="dcterms:W3CDTF">2022-08-09T09:25:46Z</dcterms:created>
  <dcterms:modified xsi:type="dcterms:W3CDTF">2023-02-22T09:13:42Z</dcterms:modified>
</cp:coreProperties>
</file>