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571" r:id="rId3"/>
    <p:sldId id="637" r:id="rId4"/>
    <p:sldId id="638" r:id="rId5"/>
    <p:sldId id="639" r:id="rId6"/>
    <p:sldId id="640" r:id="rId7"/>
    <p:sldId id="641" r:id="rId8"/>
    <p:sldId id="642" r:id="rId9"/>
    <p:sldId id="643" r:id="rId10"/>
    <p:sldId id="644" r:id="rId11"/>
    <p:sldId id="645" r:id="rId12"/>
    <p:sldId id="572" r:id="rId13"/>
    <p:sldId id="646" r:id="rId21"/>
    <p:sldId id="64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6B635C-018A-4F09-A3C2-73045C3ED403}" v="74" dt="2023-02-22T09:13:19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B16B635C-018A-4F09-A3C2-73045C3ED403}"/>
    <pc:docChg chg="undo custSel addSld delSld modSld modSection">
      <pc:chgData name="Димитър Минчев" userId="6da192e4-d32c-454b-8615-bbadf07b6639" providerId="ADAL" clId="{B16B635C-018A-4F09-A3C2-73045C3ED403}" dt="2023-02-22T09:13:40.305" v="163" actId="14100"/>
      <pc:docMkLst>
        <pc:docMk/>
      </pc:docMkLst>
      <pc:sldChg chg="modSp mod">
        <pc:chgData name="Димитър Минчев" userId="6da192e4-d32c-454b-8615-bbadf07b6639" providerId="ADAL" clId="{B16B635C-018A-4F09-A3C2-73045C3ED403}" dt="2023-02-22T09:03:20.341" v="29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B16B635C-018A-4F09-A3C2-73045C3ED403}" dt="2023-02-22T09:03:13.734" v="4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B16B635C-018A-4F09-A3C2-73045C3ED403}" dt="2023-02-22T09:03:20.341" v="29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B16B635C-018A-4F09-A3C2-73045C3ED403}" dt="2023-02-22T09:04:59.282" v="33" actId="5793"/>
        <pc:sldMkLst>
          <pc:docMk/>
          <pc:sldMk cId="2385751420" sldId="571"/>
        </pc:sldMkLst>
        <pc:spChg chg="mod">
          <ac:chgData name="Димитър Минчев" userId="6da192e4-d32c-454b-8615-bbadf07b6639" providerId="ADAL" clId="{B16B635C-018A-4F09-A3C2-73045C3ED403}" dt="2023-02-22T09:04:59.282" v="33" actId="5793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del mod">
        <pc:chgData name="Димитър Минчев" userId="6da192e4-d32c-454b-8615-bbadf07b6639" providerId="ADAL" clId="{B16B635C-018A-4F09-A3C2-73045C3ED403}" dt="2023-02-22T09:05:12.527" v="40" actId="47"/>
        <pc:sldMkLst>
          <pc:docMk/>
          <pc:sldMk cId="3124450915" sldId="636"/>
        </pc:sldMkLst>
        <pc:spChg chg="mod">
          <ac:chgData name="Димитър Минчев" userId="6da192e4-d32c-454b-8615-bbadf07b6639" providerId="ADAL" clId="{B16B635C-018A-4F09-A3C2-73045C3ED403}" dt="2023-02-22T09:05:07.225" v="35" actId="27636"/>
          <ac:spMkLst>
            <pc:docMk/>
            <pc:sldMk cId="3124450915" sldId="636"/>
            <ac:spMk id="2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05:42.031" v="44"/>
        <pc:sldMkLst>
          <pc:docMk/>
          <pc:sldMk cId="2614993241" sldId="637"/>
        </pc:sldMkLst>
        <pc:spChg chg="mod">
          <ac:chgData name="Димитър Минчев" userId="6da192e4-d32c-454b-8615-bbadf07b6639" providerId="ADAL" clId="{B16B635C-018A-4F09-A3C2-73045C3ED403}" dt="2023-02-22T09:05:19.600" v="41" actId="2711"/>
          <ac:spMkLst>
            <pc:docMk/>
            <pc:sldMk cId="2614993241" sldId="63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5:35.526" v="42" actId="207"/>
          <ac:spMkLst>
            <pc:docMk/>
            <pc:sldMk cId="2614993241" sldId="63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05:37.782" v="43" actId="478"/>
          <ac:spMkLst>
            <pc:docMk/>
            <pc:sldMk cId="2614993241" sldId="637"/>
            <ac:spMk id="5" creationId="{E9515327-CFA0-40D5-AB72-F7D2E7ED5017}"/>
          </ac:spMkLst>
        </pc:spChg>
      </pc:sldChg>
      <pc:sldChg chg="modSp add mod modAnim">
        <pc:chgData name="Димитър Минчев" userId="6da192e4-d32c-454b-8615-bbadf07b6639" providerId="ADAL" clId="{B16B635C-018A-4F09-A3C2-73045C3ED403}" dt="2023-02-22T09:07:15.568" v="63"/>
        <pc:sldMkLst>
          <pc:docMk/>
          <pc:sldMk cId="2825254874" sldId="638"/>
        </pc:sldMkLst>
        <pc:spChg chg="mod">
          <ac:chgData name="Димитър Минчев" userId="6da192e4-d32c-454b-8615-bbadf07b6639" providerId="ADAL" clId="{B16B635C-018A-4F09-A3C2-73045C3ED403}" dt="2023-02-22T09:05:50.028" v="45" actId="2711"/>
          <ac:spMkLst>
            <pc:docMk/>
            <pc:sldMk cId="2825254874" sldId="6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6:28.495" v="54" actId="14100"/>
          <ac:spMkLst>
            <pc:docMk/>
            <pc:sldMk cId="2825254874" sldId="63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7:04.762" v="62" actId="14100"/>
          <ac:spMkLst>
            <pc:docMk/>
            <pc:sldMk cId="2825254874" sldId="63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7:04.762" v="62" actId="14100"/>
          <ac:spMkLst>
            <pc:docMk/>
            <pc:sldMk cId="2825254874" sldId="638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6:59.462" v="61" actId="14100"/>
          <ac:spMkLst>
            <pc:docMk/>
            <pc:sldMk cId="2825254874" sldId="638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5:07.161" v="34"/>
          <ac:spMkLst>
            <pc:docMk/>
            <pc:sldMk cId="2825254874" sldId="638"/>
            <ac:spMk id="9" creationId="{8951CBB0-7CD0-4134-BE11-D8ADBD9F09DD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08:09.896" v="76"/>
        <pc:sldMkLst>
          <pc:docMk/>
          <pc:sldMk cId="4283266241" sldId="639"/>
        </pc:sldMkLst>
        <pc:spChg chg="mod">
          <ac:chgData name="Димитър Минчев" userId="6da192e4-d32c-454b-8615-bbadf07b6639" providerId="ADAL" clId="{B16B635C-018A-4F09-A3C2-73045C3ED403}" dt="2023-02-22T09:07:28.290" v="68" actId="2711"/>
          <ac:spMkLst>
            <pc:docMk/>
            <pc:sldMk cId="4283266241" sldId="63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7:58.996" v="74" actId="207"/>
          <ac:spMkLst>
            <pc:docMk/>
            <pc:sldMk cId="4283266241" sldId="63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7:55.030" v="73" actId="207"/>
          <ac:spMkLst>
            <pc:docMk/>
            <pc:sldMk cId="4283266241" sldId="63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08:03.129" v="75" actId="478"/>
          <ac:spMkLst>
            <pc:docMk/>
            <pc:sldMk cId="4283266241" sldId="639"/>
            <ac:spMk id="6" creationId="{C7879601-54AB-4B13-9213-42E85E207CC7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09:18.500" v="107"/>
        <pc:sldMkLst>
          <pc:docMk/>
          <pc:sldMk cId="1124191170" sldId="640"/>
        </pc:sldMkLst>
        <pc:spChg chg="mod">
          <ac:chgData name="Димитър Минчев" userId="6da192e4-d32c-454b-8615-bbadf07b6639" providerId="ADAL" clId="{B16B635C-018A-4F09-A3C2-73045C3ED403}" dt="2023-02-22T09:08:18.510" v="77" actId="2711"/>
          <ac:spMkLst>
            <pc:docMk/>
            <pc:sldMk cId="1124191170" sldId="6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9:13.216" v="105" actId="207"/>
          <ac:spMkLst>
            <pc:docMk/>
            <pc:sldMk cId="1124191170" sldId="6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09:14.974" v="106" actId="478"/>
          <ac:spMkLst>
            <pc:docMk/>
            <pc:sldMk cId="1124191170" sldId="640"/>
            <ac:spMk id="5" creationId="{E266EF88-B1CB-4937-B792-A5EC0825EE9F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09:59.483" v="112"/>
        <pc:sldMkLst>
          <pc:docMk/>
          <pc:sldMk cId="2955317039" sldId="641"/>
        </pc:sldMkLst>
        <pc:spChg chg="mod">
          <ac:chgData name="Димитър Минчев" userId="6da192e4-d32c-454b-8615-bbadf07b6639" providerId="ADAL" clId="{B16B635C-018A-4F09-A3C2-73045C3ED403}" dt="2023-02-22T09:09:39.890" v="108" actId="2711"/>
          <ac:spMkLst>
            <pc:docMk/>
            <pc:sldMk cId="2955317039" sldId="64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9:52.839" v="110" actId="207"/>
          <ac:spMkLst>
            <pc:docMk/>
            <pc:sldMk cId="2955317039" sldId="64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09:54.915" v="111" actId="478"/>
          <ac:spMkLst>
            <pc:docMk/>
            <pc:sldMk cId="2955317039" sldId="641"/>
            <ac:spMk id="5" creationId="{44DB7C9D-C143-4734-8F4D-D95FDC74DCD3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10:29.852" v="121"/>
        <pc:sldMkLst>
          <pc:docMk/>
          <pc:sldMk cId="3300813438" sldId="642"/>
        </pc:sldMkLst>
        <pc:spChg chg="mod">
          <ac:chgData name="Димитър Минчев" userId="6da192e4-d32c-454b-8615-bbadf07b6639" providerId="ADAL" clId="{B16B635C-018A-4F09-A3C2-73045C3ED403}" dt="2023-02-22T09:10:05.741" v="113" actId="2711"/>
          <ac:spMkLst>
            <pc:docMk/>
            <pc:sldMk cId="3300813438" sldId="6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10:23.917" v="119" actId="113"/>
          <ac:spMkLst>
            <pc:docMk/>
            <pc:sldMk cId="3300813438" sldId="64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10:26.023" v="120" actId="478"/>
          <ac:spMkLst>
            <pc:docMk/>
            <pc:sldMk cId="3300813438" sldId="642"/>
            <ac:spMk id="5" creationId="{E4F2CF80-508A-423D-9ADB-BB95D94218AD}"/>
          </ac:spMkLst>
        </pc:spChg>
      </pc:sldChg>
      <pc:sldChg chg="modSp add mod modAnim">
        <pc:chgData name="Димитър Минчев" userId="6da192e4-d32c-454b-8615-bbadf07b6639" providerId="ADAL" clId="{B16B635C-018A-4F09-A3C2-73045C3ED403}" dt="2023-02-22T09:11:59.107" v="138"/>
        <pc:sldMkLst>
          <pc:docMk/>
          <pc:sldMk cId="702449450" sldId="643"/>
        </pc:sldMkLst>
        <pc:spChg chg="mod">
          <ac:chgData name="Димитър Минчев" userId="6da192e4-d32c-454b-8615-bbadf07b6639" providerId="ADAL" clId="{B16B635C-018A-4F09-A3C2-73045C3ED403}" dt="2023-02-22T09:10:46.996" v="126" actId="2711"/>
          <ac:spMkLst>
            <pc:docMk/>
            <pc:sldMk cId="702449450" sldId="64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11:27.845" v="133" actId="207"/>
          <ac:spMkLst>
            <pc:docMk/>
            <pc:sldMk cId="702449450" sldId="64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05:07.161" v="34"/>
          <ac:spMkLst>
            <pc:docMk/>
            <pc:sldMk cId="702449450" sldId="643"/>
            <ac:spMk id="6" creationId="{26F4534B-145F-445C-A93F-D6194ABC365D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11:52.964" v="137"/>
        <pc:sldMkLst>
          <pc:docMk/>
          <pc:sldMk cId="2302474905" sldId="644"/>
        </pc:sldMkLst>
        <pc:spChg chg="mod">
          <ac:chgData name="Димитър Минчев" userId="6da192e4-d32c-454b-8615-bbadf07b6639" providerId="ADAL" clId="{B16B635C-018A-4F09-A3C2-73045C3ED403}" dt="2023-02-22T09:11:46.050" v="135" actId="207"/>
          <ac:spMkLst>
            <pc:docMk/>
            <pc:sldMk cId="2302474905" sldId="64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11:49.783" v="136" actId="478"/>
          <ac:spMkLst>
            <pc:docMk/>
            <pc:sldMk cId="2302474905" sldId="644"/>
            <ac:spMk id="5" creationId="{C33CBCA5-3F00-415A-9E93-E09CB7A92EC0}"/>
          </ac:spMkLst>
        </pc:spChg>
      </pc:sldChg>
      <pc:sldChg chg="delSp modSp add mod modAnim">
        <pc:chgData name="Димитър Минчев" userId="6da192e4-d32c-454b-8615-bbadf07b6639" providerId="ADAL" clId="{B16B635C-018A-4F09-A3C2-73045C3ED403}" dt="2023-02-22T09:13:40.305" v="163" actId="14100"/>
        <pc:sldMkLst>
          <pc:docMk/>
          <pc:sldMk cId="1746157362" sldId="645"/>
        </pc:sldMkLst>
        <pc:spChg chg="mod">
          <ac:chgData name="Димитър Минчев" userId="6da192e4-d32c-454b-8615-bbadf07b6639" providerId="ADAL" clId="{B16B635C-018A-4F09-A3C2-73045C3ED403}" dt="2023-02-22T09:13:40.305" v="163" actId="14100"/>
          <ac:spMkLst>
            <pc:docMk/>
            <pc:sldMk cId="1746157362" sldId="6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13:36.182" v="161" actId="1076"/>
          <ac:spMkLst>
            <pc:docMk/>
            <pc:sldMk cId="1746157362" sldId="64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16B635C-018A-4F09-A3C2-73045C3ED403}" dt="2023-02-22T09:13:27.691" v="159" actId="1076"/>
          <ac:spMkLst>
            <pc:docMk/>
            <pc:sldMk cId="1746157362" sldId="645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B16B635C-018A-4F09-A3C2-73045C3ED403}" dt="2023-02-22T09:12:54.928" v="155" actId="478"/>
          <ac:spMkLst>
            <pc:docMk/>
            <pc:sldMk cId="1746157362" sldId="645"/>
            <ac:spMk id="7" creationId="{E145C233-2AD4-46E4-8C67-E36EF203EADD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Три класа: SqlConnection, SqlCommand, SqlDataReader. Нарисувайте на дъската како взаимодействат.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Трите класа работят ЗАЕДНО. Command не може без Connection, Reader не може без Command.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C254BA7-BFA8-44CB-9100-64B6E103F6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8400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Денес ще напишем първите реални C# програми, които отварят връзка към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Connection string: Server=.\\SQLEXPRESS (локален); Database=Northwind (коя БД); Integrated Security=true (без парола). НЕ слагайте пароли директно в кода!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какво се случва ако забравим connection.Open()? InvalidOperationException! Затова using е задължително.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Коннекшън пул: .NET не затваря физически при Close() - връща в пула. По подразбиране: 100 връзки максимум.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ExecuteScalar() → 1 поле (COUNT, MAX). ExecuteReader() → много редове (SELECT). ExecuteNonQuery() → без резултат (INSERT/UPDATE/DELETE).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ExecuteScalar на SELECT COUNT(*) → връща 0 ако таблицата е празна. Винаги try-catch в production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SqlDataReader е FORWARD-ONLY курсор. Read() напред с 1 ред. HasRows преди цикъла. reader['Name'] е по-четимо от reader[0].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Целият шаблон: Connection → Command → Reader → цикъл Read(). Накарайте учениците да го напишат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Направете таблица на дъската: Метод | Резултат | Кога.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Накарайте учениците да напишат този код без да гледат.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hyperlink" Target="https://creativecommons.org/licenses/by-nc-sa/4.0" TargetMode="External"/><Relationship Id="rId6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заявки в </a:t>
            </a:r>
            <a:r>
              <a:rPr lang="en-US" dirty="0">
                <a:latin typeface="Comfortaa" pitchFamily="2" charset="0"/>
              </a:rPr>
              <a:t>C#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SQL Client доставчик на данни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SqlConnection</a:t>
            </a:r>
          </a:p>
          <a:p>
            <a:pPr lvl="1"/>
            <a:r>
              <a:rPr lang="bg-BG" dirty="0">
                <a:latin typeface="Comfortaa" pitchFamily="2" charset="0"/>
              </a:rPr>
              <a:t>Създава връзката към БД на SQL Server </a:t>
            </a:r>
          </a:p>
          <a:p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SqlCommand</a:t>
            </a:r>
          </a:p>
          <a:p>
            <a:pPr lvl="1"/>
            <a:r>
              <a:rPr lang="bg-BG" dirty="0">
                <a:latin typeface="Comfortaa" pitchFamily="2" charset="0"/>
              </a:rPr>
              <a:t>Изпълнява</a:t>
            </a:r>
            <a:r>
              <a:rPr lang="en-US" dirty="0">
                <a:latin typeface="Comfortaa" pitchFamily="2" charset="0"/>
              </a:rPr>
              <a:t> SQL </a:t>
            </a:r>
            <a:r>
              <a:rPr lang="bg-BG" dirty="0">
                <a:latin typeface="Comfortaa" pitchFamily="2" charset="0"/>
              </a:rPr>
              <a:t>команди върху SQL Server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чрез създадената връзка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Може да приема параметри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SQLParameter</a:t>
            </a:r>
            <a:r>
              <a:rPr lang="en-US" dirty="0">
                <a:latin typeface="Comfortaa" pitchFamily="2" charset="0"/>
              </a:rPr>
              <a:t>)</a:t>
            </a:r>
            <a:endParaRPr lang="bg-BG" dirty="0">
              <a:latin typeface="Comfortaa" pitchFamily="2" charset="0"/>
            </a:endParaRPr>
          </a:p>
          <a:p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SqlDataReader</a:t>
            </a:r>
          </a:p>
          <a:p>
            <a:pPr lvl="1"/>
            <a:r>
              <a:rPr lang="bg-BG" dirty="0">
                <a:latin typeface="Comfortaa" pitchFamily="2" charset="0"/>
              </a:rPr>
              <a:t>Извлича данни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множество от записи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от SQL Server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като резултат от изпълнението на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заявка</a:t>
            </a:r>
          </a:p>
          <a:p>
            <a:pPr>
              <a:lnSpc>
                <a:spcPct val="85000"/>
              </a:lnSpc>
              <a:buNone/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SqlClient доставчик на данни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99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974" cy="4563143"/>
          </a:xfrm>
        </p:spPr>
        <p:txBody>
          <a:bodyPr/>
          <a:lstStyle/>
          <a:p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SqlConnection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създава връзка към </a:t>
            </a:r>
            <a:r>
              <a:rPr lang="en-US" dirty="0">
                <a:latin typeface="Comfortaa" pitchFamily="2" charset="0"/>
              </a:rPr>
              <a:t>SQL Server </a:t>
            </a:r>
            <a:r>
              <a:rPr lang="bg-BG" dirty="0">
                <a:latin typeface="Comfortaa" pitchFamily="2" charset="0"/>
              </a:rPr>
              <a:t>БД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Нуждае се от валиден низ на връзката</a:t>
            </a:r>
            <a:endParaRPr lang="en-US" dirty="0">
              <a:latin typeface="Comfortaa" pitchFamily="2" charset="0"/>
            </a:endParaRPr>
          </a:p>
          <a:p>
            <a:pPr>
              <a:spcBef>
                <a:spcPct val="20000"/>
              </a:spcBef>
            </a:pPr>
            <a:r>
              <a:rPr lang="bg-BG" dirty="0">
                <a:latin typeface="Comfortaa" pitchFamily="2" charset="0"/>
              </a:rPr>
              <a:t>Пример за низ на връзката /</a:t>
            </a:r>
            <a:r>
              <a:rPr lang="en-US" dirty="0">
                <a:latin typeface="Comfortaa" pitchFamily="2" charset="0"/>
              </a:rPr>
              <a:t>connection string</a:t>
            </a:r>
            <a:r>
              <a:rPr lang="bg-BG" dirty="0">
                <a:latin typeface="Comfortaa" pitchFamily="2" charset="0"/>
              </a:rPr>
              <a:t>/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Свързване към </a:t>
            </a:r>
            <a:r>
              <a:rPr lang="en-US" dirty="0">
                <a:latin typeface="Comfortaa" pitchFamily="2" charset="0"/>
              </a:rPr>
              <a:t>SQL Server: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Comfortaa" pitchFamily="2" charset="0"/>
                <a:cs typeface="Consolas" pitchFamily="49" charset="0"/>
              </a:rPr>
              <a:t>SqlConnection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класът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56646" y="3182510"/>
            <a:ext cx="9493570" cy="76944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Data Source=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(local)\SQLEXPRESS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;Initial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Catalog=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Northwind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;Integrated Security=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true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56646" y="4583441"/>
            <a:ext cx="9493570" cy="17851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SqlConnection con = new SqlConnection(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"Server=.;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Database=Northwind;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Integrated Security=true");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con.Open();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832612" y="3410530"/>
            <a:ext cx="3733800" cy="979408"/>
          </a:xfrm>
          <a:prstGeom prst="wedgeRoundRectCallout">
            <a:avLst>
              <a:gd name="adj1" fmla="val -59493"/>
              <a:gd name="adj2" fmla="val -773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chemeClr val="bg1"/>
                </a:solidFill>
                <a:latin typeface="Comfortaa" pitchFamily="2" charset="0"/>
              </a:rPr>
              <a:t>Име на БД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951CBB0-7CD0-4134-BE11-D8ADBD9F0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25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Създаване и отваряне на връзка към</a:t>
            </a:r>
            <a:r>
              <a:rPr lang="en-US" dirty="0">
                <a:latin typeface="Comfortaa" pitchFamily="2" charset="0"/>
              </a:rPr>
              <a:t> SQL Server (</a:t>
            </a:r>
            <a:r>
              <a:rPr lang="bg-BG" dirty="0">
                <a:latin typeface="Comfortaa" pitchFamily="2" charset="0"/>
              </a:rPr>
              <a:t>база данни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ItKariera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Comfortaa" pitchFamily="2" charset="0"/>
                <a:cs typeface="Consolas" pitchFamily="49" charset="0"/>
              </a:rPr>
              <a:t>SqlConnection </a:t>
            </a:r>
            <a:r>
              <a:rPr lang="bg-BG" noProof="1">
                <a:latin typeface="Comfortaa" pitchFamily="2" charset="0"/>
                <a:cs typeface="Consolas" pitchFamily="49" charset="0"/>
              </a:rPr>
              <a:t>п</a:t>
            </a:r>
            <a:r>
              <a:rPr lang="bg-BG" dirty="0">
                <a:latin typeface="Comfortaa" pitchFamily="2" charset="0"/>
              </a:rPr>
              <a:t>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63051" y="2912664"/>
            <a:ext cx="9719511" cy="34440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SqlConnection</a:t>
            </a: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dbCon = new </a:t>
            </a:r>
            <a:r>
              <a:rPr lang="en-US" sz="2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SqlConnection</a:t>
            </a: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"Server=.\\SQLEXPRESS;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"Database=ItKariera;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"Integrated Security=true");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dbCon.</a:t>
            </a:r>
            <a:r>
              <a:rPr lang="en-US" sz="2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Open</a:t>
            </a: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using</a:t>
            </a: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(dbCon)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  <a:endParaRPr lang="bg-BG" sz="2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// Use the connection to execute SQL commands here …</a:t>
            </a:r>
            <a:endParaRPr lang="bg-BG" sz="2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326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Низът на връзката към базата 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Дефинира параметрите, които са нужни, за да се създаде връзка с базата данни</a:t>
            </a:r>
          </a:p>
          <a:p>
            <a:r>
              <a:rPr lang="bg-BG" dirty="0">
                <a:latin typeface="Comfortaa" pitchFamily="2" charset="0"/>
              </a:rPr>
              <a:t>Настройки за </a:t>
            </a:r>
            <a:r>
              <a:rPr lang="en-US" dirty="0">
                <a:latin typeface="Comfortaa" pitchFamily="2" charset="0"/>
              </a:rPr>
              <a:t>SQL Server </a:t>
            </a:r>
            <a:r>
              <a:rPr lang="bg-BG" dirty="0">
                <a:latin typeface="Comfortaa" pitchFamily="2" charset="0"/>
              </a:rPr>
              <a:t>низа</a:t>
            </a:r>
            <a:r>
              <a:rPr lang="en-US" dirty="0">
                <a:latin typeface="Comfortaa" pitchFamily="2" charset="0"/>
              </a:rPr>
              <a:t>: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Source</a:t>
            </a:r>
            <a:r>
              <a:rPr lang="bg-BG" b="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Server</a:t>
            </a:r>
            <a:r>
              <a:rPr lang="bg-BG" dirty="0">
                <a:latin typeface="Comfortaa" pitchFamily="2" charset="0"/>
              </a:rPr>
              <a:t> – име на сървъра </a:t>
            </a:r>
            <a:r>
              <a:rPr lang="en-US" dirty="0">
                <a:latin typeface="Comfortaa" pitchFamily="2" charset="0"/>
              </a:rPr>
              <a:t>/ IP </a:t>
            </a:r>
            <a:r>
              <a:rPr lang="bg-BG" dirty="0">
                <a:latin typeface="Comfortaa" pitchFamily="2" charset="0"/>
              </a:rPr>
              <a:t>адрес</a:t>
            </a:r>
            <a:r>
              <a:rPr lang="en-US" dirty="0">
                <a:latin typeface="Comfortaa" pitchFamily="2" charset="0"/>
              </a:rPr>
              <a:t> + </a:t>
            </a:r>
            <a:r>
              <a:rPr lang="bg-BG" dirty="0">
                <a:latin typeface="Comfortaa" pitchFamily="2" charset="0"/>
              </a:rPr>
              <a:t>име на инстанцията на базата данни</a:t>
            </a: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Database</a:t>
            </a:r>
            <a:r>
              <a:rPr lang="bg-BG" b="0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Initial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Catalog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– име на базата данни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User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ID</a:t>
            </a:r>
            <a:r>
              <a:rPr lang="bg-BG" b="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Password</a:t>
            </a:r>
            <a:r>
              <a:rPr lang="bg-BG" b="0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– потребител и парола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Integrated Security</a:t>
            </a:r>
            <a:r>
              <a:rPr lang="bg-BG" dirty="0">
                <a:solidFill>
                  <a:srgbClr val="00B0F0"/>
                </a:solidFill>
                <a:latin typeface="Comfortaa" pitchFamily="2" charset="0"/>
              </a:rPr>
              <a:t> =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false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ако се подават потребител и парола</a:t>
            </a:r>
            <a:endParaRPr lang="bg-BG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Низ на връзката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9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Изрично отваряне и затваряне на връзката</a:t>
            </a: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Open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dirty="0">
                <a:latin typeface="Comfortaa" pitchFamily="2" charset="0"/>
              </a:rPr>
              <a:t> и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Close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dirty="0">
                <a:latin typeface="Comfortaa" pitchFamily="2" charset="0"/>
              </a:rPr>
              <a:t> методи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Работи чрез пула на връзките /</a:t>
            </a:r>
            <a:r>
              <a:rPr lang="en-US" dirty="0">
                <a:latin typeface="Comfortaa" pitchFamily="2" charset="0"/>
              </a:rPr>
              <a:t>connection pool</a:t>
            </a:r>
            <a:r>
              <a:rPr lang="bg-BG" dirty="0">
                <a:latin typeface="Comfortaa" pitchFamily="2" charset="0"/>
              </a:rPr>
              <a:t>/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Връзките към базата данни са обекти имплементиращи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IDisposable</a:t>
            </a:r>
            <a:r>
              <a:rPr lang="en-US" dirty="0">
                <a:latin typeface="Comfortaa" pitchFamily="2" charset="0"/>
              </a:rPr>
              <a:t> </a:t>
            </a:r>
            <a:endParaRPr lang="en-US" noProof="1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Винаги използвайте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using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конструкцията в </a:t>
            </a:r>
            <a:r>
              <a:rPr lang="en-US" dirty="0">
                <a:latin typeface="Comfortaa" pitchFamily="2" charset="0"/>
              </a:rPr>
              <a:t>C#!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Работа със </a:t>
            </a:r>
            <a:r>
              <a:rPr lang="bg-BG" dirty="0">
                <a:latin typeface="Comfortaa" pitchFamily="2" charset="0"/>
                <a:cs typeface="Consolas" pitchFamily="49" charset="0"/>
              </a:rPr>
              <a:t>SqlConnection</a:t>
            </a:r>
            <a:endParaRPr lang="en-US" dirty="0"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1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По-важни методи</a:t>
            </a: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ExecuteScalar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()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Връща единствена стойност (стойността на първата колона на първия ред от множеството от резултати)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като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</a:rPr>
              <a:t>System.Object</a:t>
            </a:r>
            <a:r>
              <a:rPr lang="en-US" dirty="0">
                <a:latin typeface="Comfortaa" pitchFamily="2" charset="0"/>
              </a:rPr>
              <a:t>)</a:t>
            </a:r>
            <a:endParaRPr lang="bg-BG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ExecuteReader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()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Връща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SqlDataReader</a:t>
            </a:r>
          </a:p>
          <a:p>
            <a:pPr lvl="3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Това е курсор върху върнатите записи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резултатно множество - </a:t>
            </a:r>
            <a:r>
              <a:rPr lang="en-US" dirty="0">
                <a:latin typeface="Comfortaa" pitchFamily="2" charset="0"/>
              </a:rPr>
              <a:t>result set)</a:t>
            </a:r>
            <a:endParaRPr lang="bg-BG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CommandBehavior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задава някои опции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ExecuteNonQuery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()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 се за </a:t>
            </a: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команди, които не са за извличане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INSERT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Връща броя на засегнатите редове (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int</a:t>
            </a:r>
            <a:r>
              <a:rPr lang="bg-BG" dirty="0">
                <a:latin typeface="Comfortaa" pitchFamily="2" charset="0"/>
              </a:rPr>
              <a:t>)</a:t>
            </a:r>
          </a:p>
          <a:p>
            <a:pPr lvl="2">
              <a:lnSpc>
                <a:spcPct val="100000"/>
              </a:lnSpc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Comfortaa" pitchFamily="2" charset="0"/>
                <a:cs typeface="Consolas" pitchFamily="49" charset="0"/>
              </a:rPr>
              <a:t>SqlCommand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813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latin typeface="Comfortaa" pitchFamily="2" charset="0"/>
                <a:cs typeface="Consolas" pitchFamily="49" charset="0"/>
              </a:rPr>
              <a:t>SqlCommand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52500" y="1755331"/>
            <a:ext cx="10287000" cy="456124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SqlConnection dbCon = new SqlConnection(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"Server=.;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"Database=ItKariera; "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"Integrated Security=true");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dbCon.Open();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using(dbCon)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  <a:endParaRPr lang="bg-BG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SqlCommand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command = new </a:t>
            </a:r>
            <a:r>
              <a:rPr lang="bg-BG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SqlCommand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</a:t>
            </a: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"SELECT COUNT(*) FROM Employees"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,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dbC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on);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int employeesCount = (int)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command.</a:t>
            </a:r>
            <a:r>
              <a:rPr lang="bg-BG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Execute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Scalar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Console.WriteLine("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Employees count: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{0} ",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employeesCount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F4534B-145F-445C-A93F-D6194ABC3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44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3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SqlDataReader</a:t>
            </a:r>
            <a:r>
              <a:rPr lang="en-US" sz="3000" dirty="0"/>
              <a:t> </a:t>
            </a:r>
            <a:r>
              <a:rPr lang="bg-BG" sz="3000" dirty="0"/>
              <a:t>извлича поредица от записи (курсор) върнати като резултат от</a:t>
            </a:r>
            <a:r>
              <a:rPr lang="en-US" sz="3000" dirty="0"/>
              <a:t> SQL </a:t>
            </a:r>
            <a:r>
              <a:rPr lang="bg-BG" sz="3000" dirty="0"/>
              <a:t>команда</a:t>
            </a:r>
          </a:p>
          <a:p>
            <a:pPr lvl="1">
              <a:lnSpc>
                <a:spcPct val="100000"/>
              </a:lnSpc>
            </a:pPr>
            <a:r>
              <a:rPr lang="bg-BG" sz="2800" dirty="0"/>
              <a:t>Данните са достъпни само за четене</a:t>
            </a:r>
            <a:r>
              <a:rPr lang="en-US" sz="2800" dirty="0"/>
              <a:t> (</a:t>
            </a:r>
            <a:r>
              <a:rPr lang="bg-BG" sz="2800" dirty="0"/>
              <a:t>не може да се променят</a:t>
            </a:r>
            <a:r>
              <a:rPr lang="en-US" sz="2800" dirty="0"/>
              <a:t>)</a:t>
            </a:r>
          </a:p>
          <a:p>
            <a:pPr lvl="1">
              <a:lnSpc>
                <a:spcPct val="100000"/>
              </a:lnSpc>
            </a:pPr>
            <a:r>
              <a:rPr lang="bg-BG" sz="2800" dirty="0"/>
              <a:t>Преход само напред по редове – не можем да се върнем назад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bg-BG" sz="3000" dirty="0"/>
              <a:t>Важни свойства и методи: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Read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()</a:t>
            </a:r>
            <a:r>
              <a:rPr lang="en-US" sz="2800" dirty="0"/>
              <a:t> – </a:t>
            </a:r>
            <a:r>
              <a:rPr lang="bg-BG" sz="2800" dirty="0"/>
              <a:t>премества курсора напред, като връща </a:t>
            </a:r>
            <a:r>
              <a:rPr lang="en-US" sz="2800" dirty="0">
                <a:latin typeface="Consolas" pitchFamily="49" charset="0"/>
                <a:cs typeface="Consolas" pitchFamily="49" charset="0"/>
              </a:rPr>
              <a:t>false</a:t>
            </a:r>
            <a:r>
              <a:rPr lang="bg-BG" sz="2800" dirty="0"/>
              <a:t>, в случай че няма следващ запис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Indexer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[]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dirty="0"/>
              <a:t>– връща стойността на текущия запис по дадено име на колона или индекс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Close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()</a:t>
            </a:r>
            <a:r>
              <a:rPr lang="en-US" sz="2800" dirty="0"/>
              <a:t> </a:t>
            </a:r>
            <a:r>
              <a:rPr lang="bg-BG" sz="2800" dirty="0"/>
              <a:t>– затваря курсора и освобождава ресурсите</a:t>
            </a:r>
            <a:endParaRPr lang="bg-BG" sz="2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nsolas" pitchFamily="49" charset="0"/>
                <a:cs typeface="Consolas" pitchFamily="49" charset="0"/>
              </a:rPr>
              <a:t>SqlDataReader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7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909" y="120315"/>
            <a:ext cx="10635916" cy="990601"/>
          </a:xfrm>
        </p:spPr>
        <p:txBody>
          <a:bodyPr/>
          <a:lstStyle/>
          <a:p>
            <a:r>
              <a:rPr lang="en-US" dirty="0" err="1">
                <a:latin typeface="Comfortaa" pitchFamily="2" charset="0"/>
                <a:cs typeface="Consolas" pitchFamily="49" charset="0"/>
              </a:rPr>
              <a:t>SqlDataReader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27910" y="1110916"/>
            <a:ext cx="10635916" cy="532453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SqlConnection dbCon = new SqlConnection(…);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dbCon.Open();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using(dbCon)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SqlCommand command = new SqlCommand(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"SELECT * FROM Employees"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,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dbC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SqlDataReader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reader = command.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ExecuteReader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using (reader)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while (reader.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Read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())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string firstName = 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tring)reader["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FirstName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string lastName = 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tring)reader["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LastName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decimal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salary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= 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decimal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)reader["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Salary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"];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Console.WriteLine("{0} {1} - {2}",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firstName, lastName,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salary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36168" y="3041564"/>
            <a:ext cx="5119800" cy="979408"/>
          </a:xfrm>
          <a:prstGeom prst="wedgeRoundRectCallout">
            <a:avLst>
              <a:gd name="adj1" fmla="val -60289"/>
              <a:gd name="adj2" fmla="val 23826"/>
              <a:gd name="adj3" fmla="val 16667"/>
            </a:avLst>
          </a:prstGeom>
          <a:solidFill>
            <a:srgbClr val="00B0F0">
              <a:alpha val="94902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rgbClr val="FFFFFF"/>
                </a:solidFill>
                <a:latin typeface="Comfortaa" pitchFamily="2" charset="0"/>
              </a:rPr>
              <a:t>Извлича още и още редове, докато приключи</a:t>
            </a:r>
          </a:p>
        </p:txBody>
      </p:sp>
    </p:spTree>
    <p:extLst>
      <p:ext uri="{BB962C8B-B14F-4D97-AF65-F5344CB8AC3E}">
        <p14:creationId xmlns:p14="http://schemas.microsoft.com/office/powerpoint/2010/main" val="174615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ExecuteScalar / ExecuteReader / ExecuteNonQuery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ExecuteScalar() → 1 поле: SELECT COUNT(*), MAX(Price)</a:t>
            </a:r>
          </a:p>
          <a:p>
            <a:r>
              <a:t>ExecuteReader() → много редове: SELECT * FROM ...</a:t>
            </a:r>
          </a:p>
          <a:p>
            <a:r>
              <a:t>ExecuteNonQuery() → брой редове: INSERT, UPDATE, DELETE</a:t>
            </a:r>
          </a:p>
          <a:p>
            <a:r>
              <a:t>Честа грешка: ExecuteScalar() на SELECT с много редове = само първата клетка!</a:t>
            </a:r>
          </a:p>
          <a:p>
            <a:r>
              <a:t>ExecuteNonQuery() = 0 → нищо не е променено!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Пълен пример: Извеждане на служители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sql = "SELECT Id, FirstName FROM Employees";</a:t>
            </a:r>
          </a:p>
          <a:p>
            <a:r>
              <a:t>using (SqlConnection conn = new SqlConnection(connStr))</a:t>
            </a:r>
          </a:p>
          <a:p>
            <a:r>
              <a:t>{ conn.Open();</a:t>
            </a:r>
          </a:p>
          <a:p>
            <a:r>
              <a:t>  SqlCommand cmd = new SqlCommand(sql, conn);</a:t>
            </a:r>
          </a:p>
          <a:p>
            <a:r>
              <a:t>  using (SqlDataReader r = cmd.ExecuteReader())</a:t>
            </a:r>
          </a:p>
          <a:p>
            <a:r>
              <a:t>  { while (r.Read())</a:t>
            </a:r>
          </a:p>
          <a:p>
            <a:r>
              <a:t>    { Console.WriteLine($"{r[0]} {r[1]}"); } } }</a:t>
            </a:r>
          </a:p>
          <a:p>
            <a:r>
              <a:t>Шаблон: Connection → Command → Reader → Read()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832</Words>
  <Application>Microsoft Office PowerPoint</Application>
  <PresentationFormat>Widescreen</PresentationFormat>
  <Paragraphs>119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Office Theme</vt:lpstr>
      <vt:lpstr>SQL заявки в C#</vt:lpstr>
      <vt:lpstr>Съдържание</vt:lpstr>
      <vt:lpstr>SqlClient доставчик на данни</vt:lpstr>
      <vt:lpstr>SqlConnection класът</vt:lpstr>
      <vt:lpstr>SqlConnection пример</vt:lpstr>
      <vt:lpstr>Низ на връзката</vt:lpstr>
      <vt:lpstr>Работа със SqlConnection</vt:lpstr>
      <vt:lpstr>SqlCommand</vt:lpstr>
      <vt:lpstr>SqlCommand пример</vt:lpstr>
      <vt:lpstr>SqlDataReader</vt:lpstr>
      <vt:lpstr>SqlDataReader пример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2023-02-22T09:13:42Z</dcterms:modified>
</cp:coreProperties>
</file>