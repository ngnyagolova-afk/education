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8" r:id="rId2"/>
    <p:sldId id="571" r:id="rId3"/>
    <p:sldId id="626" r:id="rId4"/>
    <p:sldId id="627" r:id="rId5"/>
    <p:sldId id="629" r:id="rId6"/>
    <p:sldId id="630" r:id="rId7"/>
    <p:sldId id="631" r:id="rId8"/>
    <p:sldId id="632" r:id="rId9"/>
    <p:sldId id="633" r:id="rId10"/>
    <p:sldId id="634" r:id="rId11"/>
    <p:sldId id="635" r:id="rId12"/>
    <p:sldId id="636" r:id="rId13"/>
    <p:sldId id="5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26"/>
            <p14:sldId id="627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ели Г. Няголова" initials="НГН" lastIdx="5" clrIdx="0">
    <p:extLst>
      <p:ext uri="{19B8F6BF-5375-455C-9EA6-DF929625EA0E}">
        <p15:presenceInfo xmlns:p15="http://schemas.microsoft.com/office/powerpoint/2012/main" userId="Нели Г. Няголов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826F9-D72A-4C9E-B18D-984D5695E725}" v="199" dt="2023-02-22T08:56:30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296"/>
      </p:cViewPr>
      <p:guideLst/>
    </p:cSldViewPr>
  </p:slideViewPr>
  <p:notesTextViewPr>
    <p:cViewPr>
      <p:scale>
        <a:sx n="1" d="1"/>
        <a:sy n="1" d="1"/>
      </p:scale>
      <p:origin x="0" y="-89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30E826F9-D72A-4C9E-B18D-984D5695E725}"/>
    <pc:docChg chg="undo custSel addSld delSld modSld modSection">
      <pc:chgData name="Димитър Минчев" userId="6da192e4-d32c-454b-8615-bbadf07b6639" providerId="ADAL" clId="{30E826F9-D72A-4C9E-B18D-984D5695E725}" dt="2023-02-22T08:56:30.608" v="435" actId="20577"/>
      <pc:docMkLst>
        <pc:docMk/>
      </pc:docMkLst>
      <pc:sldChg chg="modSp mod">
        <pc:chgData name="Димитър Минчев" userId="6da192e4-d32c-454b-8615-bbadf07b6639" providerId="ADAL" clId="{30E826F9-D72A-4C9E-B18D-984D5695E725}" dt="2023-02-22T08:35:14.663" v="23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30E826F9-D72A-4C9E-B18D-984D5695E725}" dt="2023-02-22T08:35:06.917" v="2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30E826F9-D72A-4C9E-B18D-984D5695E725}" dt="2023-02-22T08:35:14.663" v="23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30E826F9-D72A-4C9E-B18D-984D5695E725}" dt="2023-02-22T08:51:18.361" v="312" actId="20577"/>
        <pc:sldMkLst>
          <pc:docMk/>
          <pc:sldMk cId="2385751420" sldId="571"/>
        </pc:sldMkLst>
        <pc:spChg chg="mod">
          <ac:chgData name="Димитър Минчев" userId="6da192e4-d32c-454b-8615-bbadf07b6639" providerId="ADAL" clId="{30E826F9-D72A-4C9E-B18D-984D5695E725}" dt="2023-02-22T08:51:18.361" v="312" actId="20577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del mod">
        <pc:chgData name="Димитър Минчев" userId="6da192e4-d32c-454b-8615-bbadf07b6639" providerId="ADAL" clId="{30E826F9-D72A-4C9E-B18D-984D5695E725}" dt="2023-02-22T08:50:28.350" v="263" actId="47"/>
        <pc:sldMkLst>
          <pc:docMk/>
          <pc:sldMk cId="2241866594" sldId="625"/>
        </pc:sldMkLst>
        <pc:spChg chg="mod">
          <ac:chgData name="Димитър Минчев" userId="6da192e4-d32c-454b-8615-bbadf07b6639" providerId="ADAL" clId="{30E826F9-D72A-4C9E-B18D-984D5695E725}" dt="2023-02-22T08:45:26.988" v="159" actId="1076"/>
          <ac:spMkLst>
            <pc:docMk/>
            <pc:sldMk cId="2241866594" sldId="625"/>
            <ac:spMk id="2" creationId="{E715F848-B858-442A-A11B-296D7AE694F3}"/>
          </ac:spMkLst>
        </pc:spChg>
        <pc:spChg chg="mod">
          <ac:chgData name="Димитър Минчев" userId="6da192e4-d32c-454b-8615-bbadf07b6639" providerId="ADAL" clId="{30E826F9-D72A-4C9E-B18D-984D5695E725}" dt="2023-02-22T08:45:26.988" v="159" actId="1076"/>
          <ac:spMkLst>
            <pc:docMk/>
            <pc:sldMk cId="2241866594" sldId="625"/>
            <ac:spMk id="3" creationId="{CF920B0D-3E89-4F76-AEDB-6C3B938E4466}"/>
          </ac:spMkLst>
        </pc:spChg>
        <pc:picChg chg="del">
          <ac:chgData name="Димитър Минчев" userId="6da192e4-d32c-454b-8615-bbadf07b6639" providerId="ADAL" clId="{30E826F9-D72A-4C9E-B18D-984D5695E725}" dt="2023-02-22T08:45:14.973" v="156" actId="478"/>
          <ac:picMkLst>
            <pc:docMk/>
            <pc:sldMk cId="2241866594" sldId="625"/>
            <ac:picMk id="4" creationId="{0C4FE5A3-213C-4A5C-A9A4-36E2CC89D4A3}"/>
          </ac:picMkLst>
        </pc:picChg>
      </pc:sldChg>
      <pc:sldChg chg="addSp delSp modSp add mod modAnim">
        <pc:chgData name="Димитър Минчев" userId="6da192e4-d32c-454b-8615-bbadf07b6639" providerId="ADAL" clId="{30E826F9-D72A-4C9E-B18D-984D5695E725}" dt="2023-02-22T08:49:13.835" v="214"/>
        <pc:sldMkLst>
          <pc:docMk/>
          <pc:sldMk cId="76122661" sldId="626"/>
        </pc:sldMkLst>
        <pc:spChg chg="mod">
          <ac:chgData name="Димитър Минчев" userId="6da192e4-d32c-454b-8615-bbadf07b6639" providerId="ADAL" clId="{30E826F9-D72A-4C9E-B18D-984D5695E725}" dt="2023-02-22T08:47:55.719" v="195" actId="2711"/>
          <ac:spMkLst>
            <pc:docMk/>
            <pc:sldMk cId="76122661" sldId="6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9:08.692" v="213" actId="1076"/>
          <ac:spMkLst>
            <pc:docMk/>
            <pc:sldMk cId="76122661" sldId="626"/>
            <ac:spMk id="3" creationId="{00000000-0000-0000-0000-000000000000}"/>
          </ac:spMkLst>
        </pc:spChg>
        <pc:spChg chg="add 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4" creationId="{8D506940-572D-27AF-75FD-96A91B1BAE2E}"/>
          </ac:spMkLst>
        </pc:spChg>
        <pc:spChg chg="add 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5" creationId="{F58E247A-85AF-2EBB-E14B-66863BB1EA21}"/>
          </ac:spMkLst>
        </pc:spChg>
        <pc:spChg chg="add 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7" creationId="{59E3A737-DC4C-2EAA-EA81-124B78AD1ADF}"/>
          </ac:spMkLst>
        </pc:spChg>
        <pc:spChg chg="add 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8" creationId="{953341FD-06C1-D6C2-4DCF-0181206F7A6A}"/>
          </ac:spMkLst>
        </pc:spChg>
        <pc:spChg chg="del">
          <ac:chgData name="Димитър Минчев" userId="6da192e4-d32c-454b-8615-bbadf07b6639" providerId="ADAL" clId="{30E826F9-D72A-4C9E-B18D-984D5695E725}" dt="2023-02-22T08:47:33.874" v="190" actId="478"/>
          <ac:spMkLst>
            <pc:docMk/>
            <pc:sldMk cId="76122661" sldId="626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13" creationId="{00000000-0000-0000-0000-000000000000}"/>
          </ac:spMkLst>
        </pc:spChg>
        <pc:spChg chg="del mod topLvl">
          <ac:chgData name="Димитър Минчев" userId="6da192e4-d32c-454b-8615-bbadf07b6639" providerId="ADAL" clId="{30E826F9-D72A-4C9E-B18D-984D5695E725}" dt="2023-02-22T08:47:04.970" v="181" actId="478"/>
          <ac:spMkLst>
            <pc:docMk/>
            <pc:sldMk cId="76122661" sldId="626"/>
            <ac:spMk id="14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16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17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8:52.277" v="209" actId="1076"/>
          <ac:spMkLst>
            <pc:docMk/>
            <pc:sldMk cId="76122661" sldId="626"/>
            <ac:spMk id="18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48:48.435" v="208" actId="478"/>
          <ac:spMkLst>
            <pc:docMk/>
            <pc:sldMk cId="76122661" sldId="626"/>
            <ac:spMk id="19" creationId="{E054BB1D-A33D-47A8-84E3-3706F4E3939F}"/>
          </ac:spMkLst>
        </pc:spChg>
        <pc:spChg chg="del mod">
          <ac:chgData name="Димитър Минчев" userId="6da192e4-d32c-454b-8615-bbadf07b6639" providerId="ADAL" clId="{30E826F9-D72A-4C9E-B18D-984D5695E725}" dt="2023-02-22T08:47:30.896" v="189" actId="478"/>
          <ac:spMkLst>
            <pc:docMk/>
            <pc:sldMk cId="76122661" sldId="626"/>
            <ac:spMk id="20" creationId="{00000000-0000-0000-0000-000000000000}"/>
          </ac:spMkLst>
        </pc:spChg>
        <pc:grpChg chg="del">
          <ac:chgData name="Димитър Минчев" userId="6da192e4-d32c-454b-8615-bbadf07b6639" providerId="ADAL" clId="{30E826F9-D72A-4C9E-B18D-984D5695E725}" dt="2023-02-22T08:46:44.126" v="176" actId="478"/>
          <ac:grpSpMkLst>
            <pc:docMk/>
            <pc:sldMk cId="76122661" sldId="626"/>
            <ac:grpSpMk id="15" creationId="{00000000-0000-0000-0000-000000000000}"/>
          </ac:grpSpMkLst>
        </pc:grpChg>
        <pc:picChg chg="del">
          <ac:chgData name="Димитър Минчев" userId="6da192e4-d32c-454b-8615-bbadf07b6639" providerId="ADAL" clId="{30E826F9-D72A-4C9E-B18D-984D5695E725}" dt="2023-02-22T08:47:25.002" v="187" actId="478"/>
          <ac:picMkLst>
            <pc:docMk/>
            <pc:sldMk cId="76122661" sldId="626"/>
            <ac:picMk id="9218" creationId="{00000000-0000-0000-0000-000000000000}"/>
          </ac:picMkLst>
        </pc:picChg>
        <pc:picChg chg="del topLvl">
          <ac:chgData name="Димитър Минчев" userId="6da192e4-d32c-454b-8615-bbadf07b6639" providerId="ADAL" clId="{30E826F9-D72A-4C9E-B18D-984D5695E725}" dt="2023-02-22T08:46:44.126" v="176" actId="478"/>
          <ac:picMkLst>
            <pc:docMk/>
            <pc:sldMk cId="76122661" sldId="626"/>
            <ac:picMk id="9222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30E826F9-D72A-4C9E-B18D-984D5695E725}" dt="2023-02-22T08:56:30.608" v="435" actId="20577"/>
        <pc:sldMkLst>
          <pc:docMk/>
          <pc:sldMk cId="3065516146" sldId="627"/>
        </pc:sldMkLst>
        <pc:spChg chg="mod">
          <ac:chgData name="Димитър Минчев" userId="6da192e4-d32c-454b-8615-bbadf07b6639" providerId="ADAL" clId="{30E826F9-D72A-4C9E-B18D-984D5695E725}" dt="2023-02-22T08:50:23.925" v="262" actId="404"/>
          <ac:spMkLst>
            <pc:docMk/>
            <pc:sldMk cId="3065516146" sldId="6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56:30.608" v="435" actId="20577"/>
          <ac:spMkLst>
            <pc:docMk/>
            <pc:sldMk cId="3065516146" sldId="62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49:51.501" v="240" actId="478"/>
          <ac:spMkLst>
            <pc:docMk/>
            <pc:sldMk cId="3065516146" sldId="627"/>
            <ac:spMk id="5" creationId="{2D0078D7-8F7E-48FD-B696-437F6B06E65E}"/>
          </ac:spMkLst>
        </pc:spChg>
      </pc:sldChg>
      <pc:sldChg chg="delSp modSp add del mod">
        <pc:chgData name="Димитър Минчев" userId="6da192e4-d32c-454b-8615-bbadf07b6639" providerId="ADAL" clId="{30E826F9-D72A-4C9E-B18D-984D5695E725}" dt="2023-02-22T08:50:29.663" v="264" actId="47"/>
        <pc:sldMkLst>
          <pc:docMk/>
          <pc:sldMk cId="4041435672" sldId="628"/>
        </pc:sldMkLst>
        <pc:spChg chg="mod">
          <ac:chgData name="Димитър Минчев" userId="6da192e4-d32c-454b-8615-bbadf07b6639" providerId="ADAL" clId="{30E826F9-D72A-4C9E-B18D-984D5695E725}" dt="2023-02-22T08:35:34.381" v="26" actId="27636"/>
          <ac:spMkLst>
            <pc:docMk/>
            <pc:sldMk cId="4041435672" sldId="628"/>
            <ac:spMk id="2" creationId="{00000000-0000-0000-0000-000000000000}"/>
          </ac:spMkLst>
        </pc:spChg>
        <pc:picChg chg="del">
          <ac:chgData name="Димитър Минчев" userId="6da192e4-d32c-454b-8615-bbadf07b6639" providerId="ADAL" clId="{30E826F9-D72A-4C9E-B18D-984D5695E725}" dt="2023-02-22T08:49:55.929" v="241" actId="478"/>
          <ac:picMkLst>
            <pc:docMk/>
            <pc:sldMk cId="4041435672" sldId="628"/>
            <ac:picMk id="4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30E826F9-D72A-4C9E-B18D-984D5695E725}" dt="2023-02-22T08:51:33.403" v="313"/>
        <pc:sldMkLst>
          <pc:docMk/>
          <pc:sldMk cId="3177280900" sldId="629"/>
        </pc:sldMkLst>
        <pc:spChg chg="mod">
          <ac:chgData name="Димитър Минчев" userId="6da192e4-d32c-454b-8615-bbadf07b6639" providerId="ADAL" clId="{30E826F9-D72A-4C9E-B18D-984D5695E725}" dt="2023-02-22T08:50:33.204" v="265" actId="2711"/>
          <ac:spMkLst>
            <pc:docMk/>
            <pc:sldMk cId="3177280900" sldId="62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50:48.018" v="269" actId="207"/>
          <ac:spMkLst>
            <pc:docMk/>
            <pc:sldMk cId="3177280900" sldId="62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50:49.753" v="270" actId="478"/>
          <ac:spMkLst>
            <pc:docMk/>
            <pc:sldMk cId="3177280900" sldId="629"/>
            <ac:spMk id="5" creationId="{FBB7E992-A905-4E0E-A959-49EEA2D2011D}"/>
          </ac:spMkLst>
        </pc:spChg>
      </pc:sldChg>
      <pc:sldChg chg="modSp add mod modAnim">
        <pc:chgData name="Димитър Минчев" userId="6da192e4-d32c-454b-8615-bbadf07b6639" providerId="ADAL" clId="{30E826F9-D72A-4C9E-B18D-984D5695E725}" dt="2023-02-22T08:52:06.373" v="328" actId="14100"/>
        <pc:sldMkLst>
          <pc:docMk/>
          <pc:sldMk cId="2135997637" sldId="630"/>
        </pc:sldMkLst>
        <pc:spChg chg="mod">
          <ac:chgData name="Димитър Минчев" userId="6da192e4-d32c-454b-8615-bbadf07b6639" providerId="ADAL" clId="{30E826F9-D72A-4C9E-B18D-984D5695E725}" dt="2023-02-22T08:51:52.199" v="320" actId="207"/>
          <ac:spMkLst>
            <pc:docMk/>
            <pc:sldMk cId="2135997637" sldId="63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5:34.240" v="25"/>
          <ac:spMkLst>
            <pc:docMk/>
            <pc:sldMk cId="2135997637" sldId="630"/>
            <ac:spMk id="5" creationId="{EB47081D-E7CC-4C8A-B843-FB840466766D}"/>
          </ac:spMkLst>
        </pc:spChg>
        <pc:spChg chg="mod">
          <ac:chgData name="Димитър Минчев" userId="6da192e4-d32c-454b-8615-bbadf07b6639" providerId="ADAL" clId="{30E826F9-D72A-4C9E-B18D-984D5695E725}" dt="2023-02-22T08:52:06.373" v="328" actId="14100"/>
          <ac:spMkLst>
            <pc:docMk/>
            <pc:sldMk cId="2135997637" sldId="630"/>
            <ac:spMk id="6" creationId="{00000000-0000-0000-0000-000000000000}"/>
          </ac:spMkLst>
        </pc:spChg>
      </pc:sldChg>
      <pc:sldChg chg="addSp delSp modSp add mod modAnim">
        <pc:chgData name="Димитър Минчев" userId="6da192e4-d32c-454b-8615-bbadf07b6639" providerId="ADAL" clId="{30E826F9-D72A-4C9E-B18D-984D5695E725}" dt="2023-02-22T08:54:07.843" v="367"/>
        <pc:sldMkLst>
          <pc:docMk/>
          <pc:sldMk cId="192383722" sldId="631"/>
        </pc:sldMkLst>
        <pc:spChg chg="del mod">
          <ac:chgData name="Димитър Минчев" userId="6da192e4-d32c-454b-8615-bbadf07b6639" providerId="ADAL" clId="{30E826F9-D72A-4C9E-B18D-984D5695E725}" dt="2023-02-22T08:52:58.372" v="339" actId="478"/>
          <ac:spMkLst>
            <pc:docMk/>
            <pc:sldMk cId="192383722" sldId="63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54:01.884" v="366" actId="255"/>
          <ac:spMkLst>
            <pc:docMk/>
            <pc:sldMk cId="192383722" sldId="63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53:06.919" v="344" actId="478"/>
          <ac:spMkLst>
            <pc:docMk/>
            <pc:sldMk cId="192383722" sldId="631"/>
            <ac:spMk id="5" creationId="{8AA42E18-016D-4CAB-99CA-606D32227196}"/>
          </ac:spMkLst>
        </pc:spChg>
        <pc:spChg chg="add del mod">
          <ac:chgData name="Димитър Минчев" userId="6da192e4-d32c-454b-8615-bbadf07b6639" providerId="ADAL" clId="{30E826F9-D72A-4C9E-B18D-984D5695E725}" dt="2023-02-22T08:53:00.040" v="340" actId="478"/>
          <ac:spMkLst>
            <pc:docMk/>
            <pc:sldMk cId="192383722" sldId="631"/>
            <ac:spMk id="6" creationId="{DC0040DD-D4AA-4B14-42EC-016DE6DA667A}"/>
          </ac:spMkLst>
        </pc:spChg>
        <pc:spChg chg="add mod">
          <ac:chgData name="Димитър Минчев" userId="6da192e4-d32c-454b-8615-bbadf07b6639" providerId="ADAL" clId="{30E826F9-D72A-4C9E-B18D-984D5695E725}" dt="2023-02-22T08:53:04.860" v="343" actId="14100"/>
          <ac:spMkLst>
            <pc:docMk/>
            <pc:sldMk cId="192383722" sldId="631"/>
            <ac:spMk id="7" creationId="{2027E786-8A7B-2D6D-2C09-714165B65F6C}"/>
          </ac:spMkLst>
        </pc:spChg>
      </pc:sldChg>
      <pc:sldChg chg="addSp delSp modSp add mod modAnim">
        <pc:chgData name="Димитър Минчев" userId="6da192e4-d32c-454b-8615-bbadf07b6639" providerId="ADAL" clId="{30E826F9-D72A-4C9E-B18D-984D5695E725}" dt="2023-02-22T08:45:03.124" v="155" actId="14100"/>
        <pc:sldMkLst>
          <pc:docMk/>
          <pc:sldMk cId="674022974" sldId="632"/>
        </pc:sldMkLst>
        <pc:spChg chg="mod">
          <ac:chgData name="Димитър Минчев" userId="6da192e4-d32c-454b-8615-bbadf07b6639" providerId="ADAL" clId="{30E826F9-D72A-4C9E-B18D-984D5695E725}" dt="2023-02-22T08:43:24.773" v="136" actId="404"/>
          <ac:spMkLst>
            <pc:docMk/>
            <pc:sldMk cId="674022974" sldId="63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5:03.124" v="155" actId="14100"/>
          <ac:spMkLst>
            <pc:docMk/>
            <pc:sldMk cId="674022974" sldId="632"/>
            <ac:spMk id="3" creationId="{00000000-0000-0000-0000-000000000000}"/>
          </ac:spMkLst>
        </pc:spChg>
        <pc:spChg chg="add del mod or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4" creationId="{55D24A56-AFCF-D10B-5D70-BEE80AB71B27}"/>
          </ac:spMkLst>
        </pc:spChg>
        <pc:spChg chg="add del mod">
          <ac:chgData name="Димитър Минчев" userId="6da192e4-d32c-454b-8615-bbadf07b6639" providerId="ADAL" clId="{30E826F9-D72A-4C9E-B18D-984D5695E725}" dt="2023-02-22T08:41:56.292" v="113" actId="478"/>
          <ac:spMkLst>
            <pc:docMk/>
            <pc:sldMk cId="674022974" sldId="632"/>
            <ac:spMk id="5" creationId="{93CDD895-4332-F860-E257-0AB6DD9E1BF5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3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4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5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6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7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8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4:43.022" v="153" actId="1076"/>
          <ac:spMkLst>
            <pc:docMk/>
            <pc:sldMk cId="674022974" sldId="632"/>
            <ac:spMk id="19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44:37.031" v="152" actId="478"/>
          <ac:spMkLst>
            <pc:docMk/>
            <pc:sldMk cId="674022974" sldId="632"/>
            <ac:spMk id="20" creationId="{98BB83F7-6766-43BF-8334-D6571C802CFF}"/>
          </ac:spMkLst>
        </pc:spChg>
        <pc:picChg chg="del">
          <ac:chgData name="Димитър Минчев" userId="6da192e4-d32c-454b-8615-bbadf07b6639" providerId="ADAL" clId="{30E826F9-D72A-4C9E-B18D-984D5695E725}" dt="2023-02-22T08:41:47.200" v="109" actId="478"/>
          <ac:picMkLst>
            <pc:docMk/>
            <pc:sldMk cId="674022974" sldId="632"/>
            <ac:picMk id="12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30E826F9-D72A-4C9E-B18D-984D5695E725}" dt="2023-02-22T08:55:31.131" v="403" actId="1076"/>
        <pc:sldMkLst>
          <pc:docMk/>
          <pc:sldMk cId="891405311" sldId="633"/>
        </pc:sldMkLst>
        <pc:spChg chg="mod">
          <ac:chgData name="Димитър Минчев" userId="6da192e4-d32c-454b-8615-bbadf07b6639" providerId="ADAL" clId="{30E826F9-D72A-4C9E-B18D-984D5695E725}" dt="2023-02-22T08:52:38.577" v="336" actId="6549"/>
          <ac:spMkLst>
            <pc:docMk/>
            <pc:sldMk cId="891405311" sldId="63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55:31.131" v="403" actId="1076"/>
          <ac:spMkLst>
            <pc:docMk/>
            <pc:sldMk cId="891405311" sldId="633"/>
            <ac:spMk id="3" creationId="{00000000-0000-0000-0000-000000000000}"/>
          </ac:spMkLst>
        </pc:spChg>
        <pc:spChg chg="add mod ord">
          <ac:chgData name="Димитър Минчев" userId="6da192e4-d32c-454b-8615-bbadf07b6639" providerId="ADAL" clId="{30E826F9-D72A-4C9E-B18D-984D5695E725}" dt="2023-02-22T08:40:23.844" v="88" actId="1076"/>
          <ac:spMkLst>
            <pc:docMk/>
            <pc:sldMk cId="891405311" sldId="633"/>
            <ac:spMk id="4" creationId="{62BE0B2E-3B99-B264-F4BF-1F78FE13D8A8}"/>
          </ac:spMkLst>
        </pc:spChg>
        <pc:spChg chg="mod">
          <ac:chgData name="Димитър Минчев" userId="6da192e4-d32c-454b-8615-bbadf07b6639" providerId="ADAL" clId="{30E826F9-D72A-4C9E-B18D-984D5695E725}" dt="2023-02-22T08:41:13.549" v="102" actId="207"/>
          <ac:spMkLst>
            <pc:docMk/>
            <pc:sldMk cId="891405311" sldId="63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1:13.549" v="102" actId="207"/>
          <ac:spMkLst>
            <pc:docMk/>
            <pc:sldMk cId="891405311" sldId="633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0:23.844" v="88" actId="1076"/>
          <ac:spMkLst>
            <pc:docMk/>
            <pc:sldMk cId="891405311" sldId="633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40:23.844" v="88" actId="1076"/>
          <ac:spMkLst>
            <pc:docMk/>
            <pc:sldMk cId="891405311" sldId="633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40:19.198" v="87" actId="478"/>
          <ac:spMkLst>
            <pc:docMk/>
            <pc:sldMk cId="891405311" sldId="633"/>
            <ac:spMk id="11" creationId="{6E9DEBCD-F9BF-4F6C-9F8A-16A03EE4A43E}"/>
          </ac:spMkLst>
        </pc:spChg>
        <pc:spChg chg="mod">
          <ac:chgData name="Димитър Минчев" userId="6da192e4-d32c-454b-8615-bbadf07b6639" providerId="ADAL" clId="{30E826F9-D72A-4C9E-B18D-984D5695E725}" dt="2023-02-22T08:41:13.549" v="102" actId="207"/>
          <ac:spMkLst>
            <pc:docMk/>
            <pc:sldMk cId="891405311" sldId="633"/>
            <ac:spMk id="16" creationId="{00000000-0000-0000-0000-000000000000}"/>
          </ac:spMkLst>
        </pc:spChg>
        <pc:picChg chg="del">
          <ac:chgData name="Димитър Минчев" userId="6da192e4-d32c-454b-8615-bbadf07b6639" providerId="ADAL" clId="{30E826F9-D72A-4C9E-B18D-984D5695E725}" dt="2023-02-22T08:39:11.527" v="71" actId="478"/>
          <ac:picMkLst>
            <pc:docMk/>
            <pc:sldMk cId="891405311" sldId="633"/>
            <ac:picMk id="15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30E826F9-D72A-4C9E-B18D-984D5695E725}" dt="2023-02-22T08:54:42.747" v="383" actId="14100"/>
        <pc:sldMkLst>
          <pc:docMk/>
          <pc:sldMk cId="2701160728" sldId="634"/>
        </pc:sldMkLst>
        <pc:spChg chg="mod">
          <ac:chgData name="Димитър Минчев" userId="6da192e4-d32c-454b-8615-bbadf07b6639" providerId="ADAL" clId="{30E826F9-D72A-4C9E-B18D-984D5695E725}" dt="2023-02-22T08:54:42.747" v="383" actId="14100"/>
          <ac:spMkLst>
            <pc:docMk/>
            <pc:sldMk cId="2701160728" sldId="63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54:21.166" v="369" actId="113"/>
          <ac:spMkLst>
            <pc:docMk/>
            <pc:sldMk cId="2701160728" sldId="63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41:28.377" v="104" actId="478"/>
          <ac:spMkLst>
            <pc:docMk/>
            <pc:sldMk cId="2701160728" sldId="634"/>
            <ac:spMk id="5" creationId="{A9B2060F-E31A-4F79-9491-2BCD22859C81}"/>
          </ac:spMkLst>
        </pc:spChg>
      </pc:sldChg>
      <pc:sldChg chg="addSp delSp modSp add mod modAnim">
        <pc:chgData name="Димитър Минчев" userId="6da192e4-d32c-454b-8615-bbadf07b6639" providerId="ADAL" clId="{30E826F9-D72A-4C9E-B18D-984D5695E725}" dt="2023-02-22T08:54:58.476" v="398" actId="20577"/>
        <pc:sldMkLst>
          <pc:docMk/>
          <pc:sldMk cId="221059116" sldId="635"/>
        </pc:sldMkLst>
        <pc:spChg chg="mod">
          <ac:chgData name="Димитър Минчев" userId="6da192e4-d32c-454b-8615-bbadf07b6639" providerId="ADAL" clId="{30E826F9-D72A-4C9E-B18D-984D5695E725}" dt="2023-02-22T08:54:58.476" v="398" actId="20577"/>
          <ac:spMkLst>
            <pc:docMk/>
            <pc:sldMk cId="221059116" sldId="63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56.322" v="69" actId="113"/>
          <ac:spMkLst>
            <pc:docMk/>
            <pc:sldMk cId="221059116" sldId="635"/>
            <ac:spMk id="3" creationId="{00000000-0000-0000-0000-000000000000}"/>
          </ac:spMkLst>
        </pc:spChg>
        <pc:spChg chg="add mod or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4" creationId="{859D2CDA-1F75-1B6D-CA64-407757331DA1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13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15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17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18" creationId="{00000000-0000-0000-0000-000000000000}"/>
          </ac:spMkLst>
        </pc:spChg>
        <pc:spChg chg="del mod">
          <ac:chgData name="Димитър Минчев" userId="6da192e4-d32c-454b-8615-bbadf07b6639" providerId="ADAL" clId="{30E826F9-D72A-4C9E-B18D-984D5695E725}" dt="2023-02-22T08:38:41.199" v="64" actId="478"/>
          <ac:spMkLst>
            <pc:docMk/>
            <pc:sldMk cId="221059116" sldId="635"/>
            <ac:spMk id="19" creationId="{6EC339FB-D028-4F42-A401-5143E2303BD6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20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21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22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23" creationId="{00000000-0000-0000-0000-000000000000}"/>
          </ac:spMkLst>
        </pc:spChg>
        <pc:spChg chg="mod">
          <ac:chgData name="Димитър Минчев" userId="6da192e4-d32c-454b-8615-bbadf07b6639" providerId="ADAL" clId="{30E826F9-D72A-4C9E-B18D-984D5695E725}" dt="2023-02-22T08:38:48.793" v="67" actId="207"/>
          <ac:spMkLst>
            <pc:docMk/>
            <pc:sldMk cId="221059116" sldId="635"/>
            <ac:spMk id="24" creationId="{00000000-0000-0000-0000-000000000000}"/>
          </ac:spMkLst>
        </pc:spChg>
        <pc:picChg chg="del">
          <ac:chgData name="Димитър Минчев" userId="6da192e4-d32c-454b-8615-bbadf07b6639" providerId="ADAL" clId="{30E826F9-D72A-4C9E-B18D-984D5695E725}" dt="2023-02-22T08:36:16.998" v="35" actId="478"/>
          <ac:picMkLst>
            <pc:docMk/>
            <pc:sldMk cId="221059116" sldId="635"/>
            <ac:picMk id="12" creationId="{00000000-0000-0000-0000-000000000000}"/>
          </ac:picMkLst>
        </pc:pic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0T18:19:03.868" idx="3">
    <p:pos x="10" y="10"/>
    <p:text>Свързаният модел е като телефонен разговор. За да си говорите с приятел (базата данни), трябва да наберете номера и линията да е постоянно отворена.
o	Предимства: Винаги чувате най-актуалното (имате най-актуалната версия на информацията).
o	Недостатъци: Ако влезете в тунел и обхватът се изгуби (няма надеждна мрежова свързаност), разговорът прекъсва и програмата дава грешка. Освен това, ако 1 милион души звъннат едновременно (проблеми при скалиране), линията ще падне.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0T18:15:36.170" idx="1">
    <p:pos x="10" y="10"/>
    <p:text>Представете си, че вашата C# програма е клиент в ресторант, а базата данни е кухнята. Клиентът не може просто да влезе в кухнята и да си вземе храната. Трябва му сервитьор. ADO.NET е сервитьорът – той приема поръчката от вашата програма, отива в кухнята (базата данни), взема данните и ви ги сервира наготово.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0T18:19:19.089" idx="4">
    <p:pos x="10" y="10"/>
    <p:text>За да протече този "телефонен разговор", използваме 3 основни инструмента (доставчици на данни):
1.	SqlConnection (Връзка): Това е самото набиране на номера и вдигането на слушалката.
2.	SqlCommand (Команда): Това е въпросът, който задавате. Например: "Кажи ми имената на всички ученици с отличен успех!".
3.	SqlDataReader (Четец): Това е тефтерът, в който си записвате отговорите ред по ред, докато приятелят ви ги диктува. Накрая затваряте тефтера и затваряте телефона.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0T18:20:11.386" idx="5">
    <p:pos x="10" y="10"/>
    <p:text>Модел за достъп до данни, който съпоставя таблиците от базата данни към класове и обекти в програмирането.
•	Обяснение за ученици: Знаете ли какво е преводач в реално време? ORM е точно това! Базата данни разбира само езика SQL (таблици, редове, колони), а вие искате да пишете на C# (класове, обекти, списъци).
o	Вместо да пишете дълъг и сложен SQL код като INSERT INTO Students (Name, Age) VALUES ('Ivan', 16);...
o	...вие просто създавате обект в C#: Student ivan = new Student("Ivan", 16); и казвате Save(). ORM автоматично превежда това на SQL и го записва в базата.
o	Предимства: Пишете много по-малко код и работите с познатите ви обекти.
o	Недостатъци: Тъй като преводът е автоматичен (SQL кодът се генерира автоматично), понякога той не е най-бързият или най-оптималният (не винаги ефикасен откъм производителност).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2BA0FB8-C35D-4438-90F1-C0AC4CE6D9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838328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C5935FA-5ACE-475B-A955-EF3A075D06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387454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8F91DC1-7D22-4EC5-B733-1FD01775DF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952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2C159E5-FFFA-4DB4-9711-D1FC76FA8F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004973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DF05F12-D1E9-4F83-B979-15A50C7AE9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3033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1ACA31C-B10D-40FB-BA4D-3B59533712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388063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 за достъп до данни, който съпоставя таблиците от базата данни към класове и обекти в програмирането.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Обяснение за ученици: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Знаете ли какво е преводач в реално време? ORM е точно това! Базата данни разбира само езика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(таблици, редове, колони), а вие искате да пишете на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(класове, обекти, списъци).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8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да пишете дълъг и сложен SQL код като 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 INTO Students (Name, Age) VALUES ('Ivan', 16);</a:t>
            </a:r>
            <a:r>
              <a:rPr lang="bg-BG" sz="18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endParaRPr lang="bg-BG" sz="16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...вие просто създавате обект в C#: </a:t>
            </a:r>
            <a:r>
              <a:rPr lang="bg-BG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 ivan = new Student("Ivan", 16);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казвате </a:t>
            </a:r>
            <a:r>
              <a:rPr lang="bg-BG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Save()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ORM автоматично превежда това на SQL и го записва в базата.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Предимства: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Пишете много по-малко код и работите с познатите ви обекти.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Недостатъци: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Тъй като преводът е автоматичен (SQL кодът се генерира автоматично), понякога той не е най-бързият или най-оптималният (не винаги ефикасен откъм производителност).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8AFC9D66-C0EE-49DA-894A-A7DFC136BA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89123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E761F62-5B4C-4AE4-826B-C9965A946B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45854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EFC е ORM работна рамка, чрез която създаваме модел, отваряме обектен контекст, извличаме данни чрез LINQ и запазваме промените.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Обяснение за ученици: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Това е най-известният "преводач" (ORM) за C#. Работата с него е като да редактирате текстов файл.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Отваряте контекст: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Това е като да отворите файла.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Правите промени: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Четете данни, триете ученик, добавяте нов (използвайки LINQ). Всичко това се случва само в паметта на компютъра!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Запазвате (Save):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Когато извикате запазването, EFC превежда всичките ви действия наведнъж и ги праща в базата данни. Връзката се управлява автоматично – EFC сам "вдига телефона", предава данните и го "затваря".</a:t>
            </a:r>
            <a:endParaRPr lang="bg-BG" sz="11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E59D68E-9CAA-4F26-8CDB-E578316C6C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0432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10.3.2026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Увод в приложенията с база данни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клиентски библиотеки за свързване с бази данни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sz="3200" dirty="0">
                <a:latin typeface="Comfortaa" pitchFamily="2" charset="0"/>
              </a:rPr>
              <a:t>Object Relational Mapping (</a:t>
            </a:r>
            <a:r>
              <a:rPr lang="ru-RU" sz="3200" dirty="0">
                <a:latin typeface="Comfortaa" pitchFamily="2" charset="0"/>
              </a:rPr>
              <a:t>ORM</a:t>
            </a:r>
            <a:r>
              <a:rPr lang="en-US" sz="3200" dirty="0">
                <a:latin typeface="Comfortaa" pitchFamily="2" charset="0"/>
              </a:rPr>
              <a:t>)</a:t>
            </a:r>
            <a:r>
              <a:rPr lang="ru-RU" sz="3200" dirty="0">
                <a:latin typeface="Comfortaa" pitchFamily="2" charset="0"/>
              </a:rPr>
              <a:t> модел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8772"/>
            <a:ext cx="10152413" cy="1273835"/>
          </a:xfrm>
        </p:spPr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Свързан модел за достъп до данни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Приложим към среда, където базата данни е постоянно достъпна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Свързан модел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212106" y="3911193"/>
            <a:ext cx="2925801" cy="7805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3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постоянно отворена</a:t>
            </a:r>
          </a:p>
          <a:p>
            <a:pPr algn="ctr" eaLnBrk="1" hangingPunct="1">
              <a:lnSpc>
                <a:spcPct val="13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връзка</a:t>
            </a: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 flipV="1">
            <a:off x="3852553" y="4352306"/>
            <a:ext cx="36576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stealth" w="lg" len="lg"/>
            <a:tailEnd type="stealth" w="lg" len="lg"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7805181" y="5186242"/>
            <a:ext cx="1611339" cy="3416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База данни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756059" y="5236426"/>
            <a:ext cx="2396408" cy="3416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ADO.NET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клиент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8D506940-572D-27AF-75FD-96A91B1BAE2E}"/>
              </a:ext>
            </a:extLst>
          </p:cNvPr>
          <p:cNvSpPr/>
          <p:nvPr/>
        </p:nvSpPr>
        <p:spPr>
          <a:xfrm>
            <a:off x="2219695" y="3498115"/>
            <a:ext cx="1359725" cy="949593"/>
          </a:xfrm>
          <a:prstGeom prst="fram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F58E247A-85AF-2EBB-E14B-66863BB1EA21}"/>
              </a:ext>
            </a:extLst>
          </p:cNvPr>
          <p:cNvSpPr/>
          <p:nvPr/>
        </p:nvSpPr>
        <p:spPr>
          <a:xfrm>
            <a:off x="1922813" y="4561424"/>
            <a:ext cx="1929740" cy="540065"/>
          </a:xfrm>
          <a:prstGeom prst="trapezoid">
            <a:avLst>
              <a:gd name="adj" fmla="val 56553"/>
            </a:avLst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3A737-DC4C-2EAA-EA81-124B78AD1ADF}"/>
              </a:ext>
            </a:extLst>
          </p:cNvPr>
          <p:cNvSpPr txBox="1"/>
          <p:nvPr/>
        </p:nvSpPr>
        <p:spPr>
          <a:xfrm>
            <a:off x="2315935" y="3821929"/>
            <a:ext cx="11434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B0F0"/>
                </a:solidFill>
                <a:latin typeface="Comfortaa" pitchFamily="2" charset="0"/>
              </a:rPr>
              <a:t>ADO.NET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953341FD-06C1-D6C2-4DCF-0181206F7A6A}"/>
              </a:ext>
            </a:extLst>
          </p:cNvPr>
          <p:cNvSpPr/>
          <p:nvPr/>
        </p:nvSpPr>
        <p:spPr>
          <a:xfrm>
            <a:off x="7662555" y="3491913"/>
            <a:ext cx="2037608" cy="1609576"/>
          </a:xfrm>
          <a:prstGeom prst="flowChartMagneticDisk">
            <a:avLst/>
          </a:prstGeom>
          <a:solidFill>
            <a:srgbClr val="00B0F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Свързан модел за достъп до данни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bg-BG" sz="2800">
                <a:latin typeface="Comfortaa" pitchFamily="2" charset="0"/>
              </a:rPr>
              <a:t>Посредством използването на </a:t>
            </a: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SqlClient</a:t>
            </a:r>
            <a:endParaRPr lang="en-US" sz="2800" dirty="0">
              <a:latin typeface="Comfortaa" pitchFamily="2" charset="0"/>
            </a:endParaRPr>
          </a:p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Плюсове</a:t>
            </a:r>
            <a:r>
              <a:rPr lang="en-US" sz="3200" dirty="0">
                <a:latin typeface="Comfortaa" pitchFamily="2" charset="0"/>
              </a:rPr>
              <a:t>: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Лесно управлявам контрол на паралелните заявки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bg-BG" sz="2800" dirty="0">
                <a:latin typeface="Comfortaa" pitchFamily="2" charset="0"/>
              </a:rPr>
              <a:t>По-голям шанс за работа с най-актуалната версия на информацията</a:t>
            </a:r>
            <a:endParaRPr lang="en-US" sz="2800" dirty="0">
              <a:latin typeface="Comfortaa" pitchFamily="2" charset="0"/>
            </a:endParaRPr>
          </a:p>
          <a:p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Минуси</a:t>
            </a:r>
            <a:r>
              <a:rPr lang="en-US" sz="3200" dirty="0">
                <a:latin typeface="Comfortaa" pitchFamily="2" charset="0"/>
              </a:rPr>
              <a:t>:</a:t>
            </a:r>
          </a:p>
          <a:p>
            <a:pPr lvl="1"/>
            <a:r>
              <a:rPr lang="bg-BG" sz="2800" dirty="0">
                <a:latin typeface="Comfortaa" pitchFamily="2" charset="0"/>
              </a:rPr>
              <a:t>Нуждае се постоянно от надеждна мрежова свързаност</a:t>
            </a:r>
            <a:endParaRPr lang="en-US" sz="2800" dirty="0">
              <a:latin typeface="Comfortaa" pitchFamily="2" charset="0"/>
            </a:endParaRPr>
          </a:p>
          <a:p>
            <a:pPr lvl="1"/>
            <a:r>
              <a:rPr lang="bg-BG" sz="2800" dirty="0">
                <a:latin typeface="Comfortaa" pitchFamily="2" charset="0"/>
              </a:rPr>
              <a:t>Създава проблеми при скалиране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Плюсове и минуси на свързания модел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1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ADO.NET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стандартна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.NET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библиотека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достъп до бази данни, обработка на информация и </a:t>
            </a:r>
            <a:r>
              <a:rPr lang="en-US" dirty="0">
                <a:latin typeface="Comfortaa" pitchFamily="2" charset="0"/>
              </a:rPr>
              <a:t>XML</a:t>
            </a:r>
          </a:p>
          <a:p>
            <a:pPr>
              <a:lnSpc>
                <a:spcPts val="3600"/>
              </a:lnSpc>
            </a:pPr>
            <a:r>
              <a:rPr lang="bg-BG" dirty="0">
                <a:latin typeface="Comfortaa" pitchFamily="2" charset="0"/>
              </a:rPr>
              <a:t>Поддържа свързани, несвързани 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ORM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модели за достъп до данни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ts val="3600"/>
              </a:lnSpc>
            </a:pPr>
            <a:r>
              <a:rPr lang="bg-BG" dirty="0">
                <a:latin typeface="Comfortaa" pitchFamily="2" charset="0"/>
              </a:rPr>
              <a:t>Чудесна интеграция с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LINQ</a:t>
            </a:r>
          </a:p>
          <a:p>
            <a:pPr lvl="1">
              <a:lnSpc>
                <a:spcPts val="3600"/>
              </a:lnSpc>
            </a:pPr>
            <a:r>
              <a:rPr lang="bg-BG" dirty="0">
                <a:latin typeface="Comfortaa" pitchFamily="2" charset="0"/>
              </a:rPr>
              <a:t>Позволява изпълнението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SQL</a:t>
            </a:r>
          </a:p>
          <a:p>
            <a:pPr lvl="1">
              <a:lnSpc>
                <a:spcPts val="3600"/>
              </a:lnSpc>
            </a:pPr>
            <a:r>
              <a:rPr lang="bg-BG" dirty="0">
                <a:latin typeface="Comfortaa" pitchFamily="2" charset="0"/>
              </a:rPr>
              <a:t>Позволява достъпване на информацията по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ORM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подхода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е </a:t>
            </a:r>
            <a:r>
              <a:rPr lang="en-US" dirty="0">
                <a:latin typeface="Comfortaa" pitchFamily="2" charset="0"/>
              </a:rPr>
              <a:t>ADO.NET</a:t>
            </a:r>
            <a:r>
              <a:rPr lang="bg-BG" dirty="0">
                <a:latin typeface="Comfortaa" pitchFamily="2" charset="0"/>
              </a:rPr>
              <a:t>?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28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bg-BG" dirty="0">
                <a:latin typeface="Comfortaa" pitchFamily="2" charset="0"/>
              </a:rPr>
              <a:t>Доставичиците на данни са библиотеки - колекция от класове, които предоставят достъп до различни бази данни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bg-BG" dirty="0">
                <a:latin typeface="Comfortaa" pitchFamily="2" charset="0"/>
              </a:rPr>
              <a:t>За различните системи за управление на БД има различни Доставици на данни /</a:t>
            </a:r>
            <a:r>
              <a:rPr lang="en-US" dirty="0">
                <a:latin typeface="Comfortaa" pitchFamily="2" charset="0"/>
              </a:rPr>
              <a:t>D</a:t>
            </a:r>
            <a:r>
              <a:rPr lang="bg-BG" dirty="0">
                <a:latin typeface="Comfortaa" pitchFamily="2" charset="0"/>
              </a:rPr>
              <a:t>ata Provider</a:t>
            </a:r>
            <a:r>
              <a:rPr lang="en-US" dirty="0">
                <a:latin typeface="Comfortaa" pitchFamily="2" charset="0"/>
              </a:rPr>
              <a:t>s/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bg-BG" dirty="0">
                <a:latin typeface="Comfortaa" pitchFamily="2" charset="0"/>
              </a:rPr>
              <a:t>В тях обикновено се дефинират следните обекти: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Connection</a:t>
            </a:r>
            <a:r>
              <a:rPr lang="bg-BG" dirty="0">
                <a:latin typeface="Comfortaa" pitchFamily="2" charset="0"/>
              </a:rPr>
              <a:t> /Връзка/ – за свързване с БД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Command</a:t>
            </a:r>
            <a:r>
              <a:rPr lang="bg-BG" dirty="0">
                <a:latin typeface="Comfortaa" pitchFamily="2" charset="0"/>
              </a:rPr>
              <a:t> /Команда/ – за изпълнение на SQL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команда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DataReader</a:t>
            </a:r>
            <a:r>
              <a:rPr lang="bg-BG" dirty="0">
                <a:latin typeface="Comfortaa" pitchFamily="2" charset="0"/>
              </a:rPr>
              <a:t> – за извличане на данни</a:t>
            </a:r>
            <a:endParaRPr lang="bg-BG" sz="2800" dirty="0">
              <a:latin typeface="Comfortaa" pitchFamily="2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728212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Доставчици на данни в</a:t>
            </a:r>
            <a:r>
              <a:rPr lang="en-US" sz="4000" dirty="0">
                <a:latin typeface="Comfortaa" pitchFamily="2" charset="0"/>
              </a:rPr>
              <a:t> ADO.NET [1/2]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EB47081D-E7CC-4C8A-B843-FB8404667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99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 </a:t>
            </a:r>
            <a:r>
              <a:rPr lang="en-US" sz="3000" dirty="0">
                <a:latin typeface="Comfortaa" pitchFamily="2" charset="0"/>
              </a:rPr>
              <a:t>.NET </a:t>
            </a:r>
            <a:r>
              <a:rPr lang="bg-BG" sz="3000" dirty="0">
                <a:latin typeface="Comfortaa" pitchFamily="2" charset="0"/>
              </a:rPr>
              <a:t>има няколко стандартни библиотеки на доставчици на информация за </a:t>
            </a:r>
            <a:r>
              <a:rPr lang="en-US" sz="3000" dirty="0">
                <a:latin typeface="Comfortaa" pitchFamily="2" charset="0"/>
              </a:rPr>
              <a:t>ADO.NET</a:t>
            </a:r>
            <a:endParaRPr lang="bg-BG" sz="3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6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SqlClient</a:t>
            </a:r>
            <a:r>
              <a:rPr lang="bg-BG" sz="2600" dirty="0">
                <a:latin typeface="Comfortaa" pitchFamily="2" charset="0"/>
                <a:cs typeface="Consolas" pitchFamily="49" charset="0"/>
              </a:rPr>
              <a:t> </a:t>
            </a:r>
            <a:r>
              <a:rPr lang="bg-BG" sz="2600" dirty="0">
                <a:latin typeface="Comfortaa" pitchFamily="2" charset="0"/>
              </a:rPr>
              <a:t>–</a:t>
            </a:r>
            <a:r>
              <a:rPr lang="en-US" sz="2600" dirty="0">
                <a:latin typeface="Comfortaa" pitchFamily="2" charset="0"/>
              </a:rPr>
              <a:t> </a:t>
            </a:r>
            <a:r>
              <a:rPr lang="bg-BG" sz="2600" dirty="0">
                <a:latin typeface="Comfortaa" pitchFamily="2" charset="0"/>
              </a:rPr>
              <a:t>за достъп до </a:t>
            </a:r>
            <a:r>
              <a:rPr lang="bg-BG" sz="2600" b="1" dirty="0">
                <a:solidFill>
                  <a:srgbClr val="00B0F0"/>
                </a:solidFill>
                <a:latin typeface="Comfortaa" pitchFamily="2" charset="0"/>
              </a:rPr>
              <a:t>S</a:t>
            </a:r>
            <a:r>
              <a:rPr lang="en-US" sz="2600" b="1" dirty="0" err="1">
                <a:solidFill>
                  <a:srgbClr val="00B0F0"/>
                </a:solidFill>
                <a:latin typeface="Comfortaa" pitchFamily="2" charset="0"/>
              </a:rPr>
              <a:t>qlS</a:t>
            </a:r>
            <a:r>
              <a:rPr lang="bg-BG" sz="2600" b="1" dirty="0">
                <a:solidFill>
                  <a:srgbClr val="00B0F0"/>
                </a:solidFill>
                <a:latin typeface="Comfortaa" pitchFamily="2" charset="0"/>
              </a:rPr>
              <a:t>erver</a:t>
            </a:r>
          </a:p>
          <a:p>
            <a:pPr lvl="1">
              <a:lnSpc>
                <a:spcPct val="100000"/>
              </a:lnSpc>
            </a:pPr>
            <a:r>
              <a:rPr lang="bg-BG" sz="26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OleDB</a:t>
            </a:r>
            <a:r>
              <a:rPr lang="bg-BG" sz="2600" dirty="0">
                <a:latin typeface="Comfortaa" pitchFamily="2" charset="0"/>
              </a:rPr>
              <a:t> – за достъп на стандартни </a:t>
            </a:r>
            <a:r>
              <a:rPr lang="en-US" sz="2600" dirty="0">
                <a:latin typeface="Comfortaa" pitchFamily="2" charset="0"/>
              </a:rPr>
              <a:t>OLE DB </a:t>
            </a:r>
            <a:r>
              <a:rPr lang="bg-BG" sz="2600" dirty="0">
                <a:latin typeface="Comfortaa" pitchFamily="2" charset="0"/>
              </a:rPr>
              <a:t>източници на данни</a:t>
            </a:r>
          </a:p>
          <a:p>
            <a:pPr lvl="1">
              <a:lnSpc>
                <a:spcPct val="100000"/>
              </a:lnSpc>
            </a:pPr>
            <a:r>
              <a:rPr lang="bg-BG" sz="26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Odbc</a:t>
            </a:r>
            <a:r>
              <a:rPr lang="bg-BG" sz="2600" dirty="0">
                <a:latin typeface="Comfortaa" pitchFamily="2" charset="0"/>
                <a:cs typeface="Consolas" pitchFamily="49" charset="0"/>
              </a:rPr>
              <a:t> </a:t>
            </a:r>
            <a:r>
              <a:rPr lang="bg-BG" sz="2600" dirty="0">
                <a:latin typeface="Comfortaa" pitchFamily="2" charset="0"/>
              </a:rPr>
              <a:t>– за достъп на ODBC</a:t>
            </a:r>
            <a:r>
              <a:rPr lang="en-US" sz="2600" dirty="0">
                <a:latin typeface="Comfortaa" pitchFamily="2" charset="0"/>
              </a:rPr>
              <a:t> </a:t>
            </a:r>
            <a:r>
              <a:rPr lang="bg-BG" sz="2600" dirty="0">
                <a:latin typeface="Comfortaa" pitchFamily="2" charset="0"/>
              </a:rPr>
              <a:t>източници на данни</a:t>
            </a:r>
          </a:p>
          <a:p>
            <a:pPr lvl="1">
              <a:lnSpc>
                <a:spcPct val="100000"/>
              </a:lnSpc>
            </a:pPr>
            <a:r>
              <a:rPr lang="bg-BG" sz="26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Oracle</a:t>
            </a:r>
            <a:r>
              <a:rPr lang="bg-BG" sz="2600" dirty="0">
                <a:latin typeface="Comfortaa" pitchFamily="2" charset="0"/>
              </a:rPr>
              <a:t> – за достъп до Oracle</a:t>
            </a:r>
            <a:r>
              <a:rPr lang="en-US" sz="2600" dirty="0">
                <a:latin typeface="Comfortaa" pitchFamily="2" charset="0"/>
              </a:rPr>
              <a:t> </a:t>
            </a:r>
            <a:r>
              <a:rPr lang="bg-BG" sz="2600" dirty="0">
                <a:latin typeface="Comfortaa" pitchFamily="2" charset="0"/>
              </a:rPr>
              <a:t>бази данни</a:t>
            </a: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Има и други библиотеки за доставичици на информация:</a:t>
            </a:r>
          </a:p>
          <a:p>
            <a:pPr lvl="1">
              <a:lnSpc>
                <a:spcPct val="100000"/>
              </a:lnSpc>
            </a:pPr>
            <a:r>
              <a:rPr lang="bg-BG" sz="2600" b="1" dirty="0">
                <a:solidFill>
                  <a:srgbClr val="00B0F0"/>
                </a:solidFill>
                <a:latin typeface="Comfortaa" pitchFamily="2" charset="0"/>
              </a:rPr>
              <a:t>MySQL</a:t>
            </a:r>
            <a:r>
              <a:rPr lang="en-US" sz="2600" dirty="0">
                <a:latin typeface="Comfortaa" pitchFamily="2" charset="0"/>
              </a:rPr>
              <a:t>, </a:t>
            </a:r>
            <a:r>
              <a:rPr lang="bg-BG" sz="2600" b="1" dirty="0">
                <a:solidFill>
                  <a:srgbClr val="00B0F0"/>
                </a:solidFill>
                <a:latin typeface="Comfortaa" pitchFamily="2" charset="0"/>
              </a:rPr>
              <a:t>PostgreSQL</a:t>
            </a:r>
            <a:r>
              <a:rPr lang="en-US" sz="2600" dirty="0">
                <a:latin typeface="Comfortaa" pitchFamily="2" charset="0"/>
              </a:rPr>
              <a:t>, </a:t>
            </a: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Interbase</a:t>
            </a:r>
            <a:r>
              <a:rPr lang="bg-BG" sz="2600" dirty="0">
                <a:latin typeface="Comfortaa" pitchFamily="2" charset="0"/>
              </a:rPr>
              <a:t>, </a:t>
            </a: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DB</a:t>
            </a:r>
            <a:r>
              <a:rPr lang="en-US" sz="26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2</a:t>
            </a:r>
            <a:r>
              <a:rPr lang="en-US" sz="2600" dirty="0">
                <a:latin typeface="Comfortaa" pitchFamily="2" charset="0"/>
              </a:rPr>
              <a:t>, </a:t>
            </a:r>
            <a:r>
              <a:rPr lang="en-US" sz="2600" b="1" dirty="0">
                <a:solidFill>
                  <a:srgbClr val="00B0F0"/>
                </a:solidFill>
                <a:latin typeface="Comfortaa" pitchFamily="2" charset="0"/>
              </a:rPr>
              <a:t>SQLite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27E786-8A7B-2D6D-2C09-714165B65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199" y="365125"/>
            <a:ext cx="10847119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Доставчици на данни в</a:t>
            </a:r>
            <a:r>
              <a:rPr lang="en-US" sz="4000" dirty="0">
                <a:latin typeface="Comfortaa" pitchFamily="2" charset="0"/>
              </a:rPr>
              <a:t> ADO.NET [</a:t>
            </a:r>
            <a:r>
              <a:rPr lang="bg-BG" sz="4000" dirty="0">
                <a:latin typeface="Comfortaa" pitchFamily="2" charset="0"/>
              </a:rPr>
              <a:t>2</a:t>
            </a:r>
            <a:r>
              <a:rPr lang="en-US" sz="4000" dirty="0">
                <a:latin typeface="Comfortaa" pitchFamily="2" charset="0"/>
              </a:rPr>
              <a:t>/2]</a:t>
            </a:r>
            <a:endParaRPr lang="bg-BG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8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55D24A56-AFCF-D10B-5D70-BEE80AB71B27}"/>
              </a:ext>
            </a:extLst>
          </p:cNvPr>
          <p:cNvSpPr/>
          <p:nvPr/>
        </p:nvSpPr>
        <p:spPr>
          <a:xfrm>
            <a:off x="9307070" y="4946073"/>
            <a:ext cx="2331499" cy="878774"/>
          </a:xfrm>
          <a:prstGeom prst="flowChartMagneticDisk">
            <a:avLst/>
          </a:prstGeom>
          <a:solidFill>
            <a:srgbClr val="00B0F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96311" cy="399922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Извличане на данни в свързан модел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800" dirty="0">
                <a:latin typeface="Comfortaa" pitchFamily="2" charset="0"/>
              </a:rPr>
              <a:t>Отваряне на връзка (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SqlConnection</a:t>
            </a:r>
            <a:r>
              <a:rPr lang="bg-BG" sz="2800" dirty="0">
                <a:latin typeface="Comfortaa" pitchFamily="2" charset="0"/>
              </a:rPr>
              <a:t>)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800" dirty="0">
                <a:latin typeface="Comfortaa" pitchFamily="2" charset="0"/>
              </a:rPr>
              <a:t>Изпълнение на команда</a:t>
            </a:r>
            <a:r>
              <a:rPr lang="en-US" sz="2800" dirty="0">
                <a:latin typeface="Comfortaa" pitchFamily="2" charset="0"/>
              </a:rPr>
              <a:t> (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SqlCommand</a:t>
            </a:r>
            <a:r>
              <a:rPr lang="bg-BG" sz="2800" dirty="0">
                <a:latin typeface="Comfortaa" pitchFamily="2" charset="0"/>
              </a:rPr>
              <a:t>)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800" dirty="0">
                <a:latin typeface="Comfortaa" pitchFamily="2" charset="0"/>
              </a:rPr>
              <a:t>Обработка на множеството от резултати</a:t>
            </a:r>
            <a:br>
              <a:rPr lang="bg-BG" sz="2800" dirty="0">
                <a:latin typeface="Comfortaa" pitchFamily="2" charset="0"/>
              </a:rPr>
            </a:br>
            <a:r>
              <a:rPr lang="bg-BG" sz="2800" dirty="0">
                <a:latin typeface="Comfortaa" pitchFamily="2" charset="0"/>
              </a:rPr>
              <a:t>на заявката чрез четец (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SqlDataReader</a:t>
            </a:r>
            <a:r>
              <a:rPr lang="bg-BG" sz="2800" dirty="0">
                <a:latin typeface="Comfortaa" pitchFamily="2" charset="0"/>
              </a:rPr>
              <a:t>)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800" dirty="0">
                <a:latin typeface="Comfortaa" pitchFamily="2" charset="0"/>
              </a:rPr>
              <a:t>Затваряне на четеца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800" dirty="0">
                <a:latin typeface="Comfortaa" pitchFamily="2" charset="0"/>
              </a:rPr>
              <a:t>Затваряне на връзката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latin typeface="Comfortaa" pitchFamily="2" charset="0"/>
              </a:rPr>
              <a:t>SqlClient</a:t>
            </a:r>
            <a:r>
              <a:rPr lang="en-US" sz="4000" dirty="0">
                <a:latin typeface="Comfortaa" pitchFamily="2" charset="0"/>
              </a:rPr>
              <a:t> </a:t>
            </a:r>
            <a:r>
              <a:rPr lang="bg-BG" sz="4000" dirty="0">
                <a:latin typeface="Comfortaa" pitchFamily="2" charset="0"/>
              </a:rPr>
              <a:t>и ADO.NET</a:t>
            </a:r>
            <a:r>
              <a:rPr lang="en-US" sz="4000" dirty="0">
                <a:latin typeface="Comfortaa" pitchFamily="2" charset="0"/>
              </a:rPr>
              <a:t> </a:t>
            </a:r>
            <a:r>
              <a:rPr lang="bg-BG" sz="4000" dirty="0">
                <a:latin typeface="Comfortaa" pitchFamily="2" charset="0"/>
              </a:rPr>
              <a:t>свързан модел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9264733" y="3920320"/>
            <a:ext cx="2362200" cy="503237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bg-BG" sz="22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SqlConnection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9264733" y="2842405"/>
            <a:ext cx="2362200" cy="503238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bg-BG" sz="22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SqlCommand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9264733" y="1785760"/>
            <a:ext cx="2362200" cy="503237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bg-BG" sz="22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SqlDataReader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 flipV="1">
            <a:off x="10472819" y="4423557"/>
            <a:ext cx="1" cy="504823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latin typeface="Comfortaa" pitchFamily="2" charset="0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V="1">
            <a:off x="10449273" y="3343096"/>
            <a:ext cx="0" cy="555954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latin typeface="Comfortaa" pitchFamily="2" charset="0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 flipV="1">
            <a:off x="10449272" y="2267728"/>
            <a:ext cx="23547" cy="595946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latin typeface="Comfortaa" pitchFamily="2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9848096" y="5385460"/>
            <a:ext cx="1334020" cy="3416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latin typeface="Comfortaa" pitchFamily="2" charset="0"/>
              </a:rPr>
              <a:t>Database</a:t>
            </a:r>
            <a:endParaRPr lang="bg-BG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6927631" y="2375634"/>
            <a:ext cx="1970088" cy="411162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SqlParameter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6934512" y="3328930"/>
            <a:ext cx="1970088" cy="411162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SqlParameter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6916519" y="2853469"/>
            <a:ext cx="1970088" cy="411162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SqlParameter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H="1" flipV="1">
            <a:off x="8834218" y="2538286"/>
            <a:ext cx="368300" cy="366309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endParaRPr lang="bg-BG" b="1">
              <a:latin typeface="Comfortaa" pitchFamily="2" charset="0"/>
            </a:endParaRP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 flipH="1" flipV="1">
            <a:off x="8821519" y="3060803"/>
            <a:ext cx="380999" cy="1111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endParaRPr lang="bg-BG" b="1">
              <a:latin typeface="Comfortaa" pitchFamily="2" charset="0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>
            <a:off x="8886606" y="3213203"/>
            <a:ext cx="315911" cy="321308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none" w="med" len="med"/>
          </a:ln>
          <a:effectLst/>
        </p:spPr>
        <p:txBody>
          <a:bodyPr wrap="none" anchor="ctr"/>
          <a:lstStyle/>
          <a:p>
            <a:endParaRPr lang="bg-BG" b="1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02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62BE0B2E-3B99-B264-F4BF-1F78FE13D8A8}"/>
              </a:ext>
            </a:extLst>
          </p:cNvPr>
          <p:cNvSpPr/>
          <p:nvPr/>
        </p:nvSpPr>
        <p:spPr>
          <a:xfrm>
            <a:off x="7920759" y="4496135"/>
            <a:ext cx="2304042" cy="1609576"/>
          </a:xfrm>
          <a:prstGeom prst="flowChartMagneticDisk">
            <a:avLst/>
          </a:prstGeom>
          <a:solidFill>
            <a:srgbClr val="00B0F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8144"/>
            <a:ext cx="10758055" cy="192697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Object Relational Mapping (ORM) </a:t>
            </a:r>
            <a:r>
              <a:rPr lang="bg-BG" sz="2400" dirty="0">
                <a:latin typeface="Comfortaa" pitchFamily="2" charset="0"/>
              </a:rPr>
              <a:t>модел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 достъп до данни</a:t>
            </a: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Съпоставя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таблиците от базата данни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към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класове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обекти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Обектите могат да бъдат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автоматично съхранени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в базата данни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Може да работи в свързан и несвързан режим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omfortaa" pitchFamily="2" charset="0"/>
              </a:rPr>
              <a:t>Object Relational Mapping (ORM) </a:t>
            </a:r>
            <a:r>
              <a:rPr lang="bg-BG" sz="3600" dirty="0">
                <a:latin typeface="Comfortaa" pitchFamily="2" charset="0"/>
              </a:rPr>
              <a:t>модел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4662283" y="4729348"/>
            <a:ext cx="2351086" cy="1295400"/>
          </a:xfrm>
          <a:prstGeom prst="ellipse">
            <a:avLst/>
          </a:prstGeom>
          <a:solidFill>
            <a:srgbClr val="00B0F0"/>
          </a:solidFill>
          <a:ln w="12700">
            <a:noFill/>
          </a:ln>
          <a:effectLst/>
        </p:spPr>
        <p:txBody>
          <a:bodyPr wrap="square" lIns="36000" rIns="3600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  <a:cs typeface="Consolas" pitchFamily="49" charset="0"/>
              </a:rPr>
              <a:t>ORM</a:t>
            </a:r>
          </a:p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  <a:cs typeface="Consolas" pitchFamily="49" charset="0"/>
              </a:rPr>
              <a:t>Framework</a:t>
            </a:r>
          </a:p>
        </p:txBody>
      </p:sp>
      <p:sp>
        <p:nvSpPr>
          <p:cNvPr id="6" name="Rounded Rectangle 5"/>
          <p:cNvSpPr>
            <a:spLocks noChangeArrowheads="1"/>
          </p:cNvSpPr>
          <p:nvPr/>
        </p:nvSpPr>
        <p:spPr bwMode="auto">
          <a:xfrm>
            <a:off x="1595893" y="4737286"/>
            <a:ext cx="2159000" cy="1287462"/>
          </a:xfrm>
          <a:prstGeom prst="roundRect">
            <a:avLst>
              <a:gd name="adj" fmla="val 3857"/>
            </a:avLst>
          </a:prstGeom>
          <a:solidFill>
            <a:srgbClr val="00B0F0"/>
          </a:solidFill>
          <a:ln w="12700">
            <a:noFill/>
          </a:ln>
          <a:effectLst/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  <a:cs typeface="Consolas" pitchFamily="49" charset="0"/>
              </a:rPr>
              <a:t>OO</a:t>
            </a:r>
            <a:r>
              <a:rPr lang="bg-BG" noProof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  <a:cs typeface="Consolas" pitchFamily="49" charset="0"/>
              </a:rPr>
              <a:t> програмен код</a:t>
            </a:r>
            <a:endParaRPr lang="en-US" noProof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fortaa" pitchFamily="2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noProof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3870450" y="5387202"/>
            <a:ext cx="685800" cy="0"/>
          </a:xfrm>
          <a:prstGeom prst="line">
            <a:avLst/>
          </a:prstGeom>
          <a:noFill/>
          <a:ln w="31750">
            <a:solidFill>
              <a:srgbClr val="00B0F0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132285" y="5393882"/>
            <a:ext cx="687387" cy="0"/>
          </a:xfrm>
          <a:prstGeom prst="line">
            <a:avLst/>
          </a:prstGeom>
          <a:noFill/>
          <a:ln w="31750">
            <a:solidFill>
              <a:srgbClr val="00B0F0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8275008" y="5223066"/>
            <a:ext cx="1632178" cy="341632"/>
          </a:xfrm>
          <a:prstGeom prst="rect">
            <a:avLst/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bg-B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База данни</a:t>
            </a:r>
          </a:p>
        </p:txBody>
      </p:sp>
    </p:spTree>
    <p:extLst>
      <p:ext uri="{BB962C8B-B14F-4D97-AF65-F5344CB8AC3E}">
        <p14:creationId xmlns:p14="http://schemas.microsoft.com/office/powerpoint/2010/main" val="89140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Плюсове</a:t>
            </a:r>
            <a:r>
              <a:rPr lang="bg-BG" dirty="0">
                <a:latin typeface="Comfortaa" pitchFamily="2" charset="0"/>
              </a:rPr>
              <a:t> на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ORM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модела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По-малко код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 обекти с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асоциации</a:t>
            </a:r>
            <a:r>
              <a:rPr lang="da-DK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вместо таблици и</a:t>
            </a:r>
            <a:r>
              <a:rPr lang="da-DK" dirty="0">
                <a:latin typeface="Comfortaa" pitchFamily="2" charset="0"/>
              </a:rPr>
              <a:t> SQL</a:t>
            </a:r>
            <a:r>
              <a:rPr lang="bg-BG" dirty="0">
                <a:latin typeface="Comfortaa" pitchFamily="2" charset="0"/>
              </a:rPr>
              <a:t> код</a:t>
            </a:r>
            <a:endParaRPr lang="da-DK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Интегриран механизъм за извличане на обекти</a:t>
            </a:r>
            <a:endParaRPr lang="da-DK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Минуси</a:t>
            </a:r>
            <a:r>
              <a:rPr lang="bg-BG" dirty="0">
                <a:latin typeface="Comfortaa" pitchFamily="2" charset="0"/>
              </a:rPr>
              <a:t> на </a:t>
            </a:r>
            <a:r>
              <a:rPr lang="en-US" dirty="0">
                <a:latin typeface="Comfortaa" pitchFamily="2" charset="0"/>
              </a:rPr>
              <a:t>ORM </a:t>
            </a:r>
            <a:r>
              <a:rPr lang="bg-BG" dirty="0">
                <a:latin typeface="Comfortaa" pitchFamily="2" charset="0"/>
              </a:rPr>
              <a:t>модела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По-малко гъвкавост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кодът се генерира автоматично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винаги ефикасен откъм производителност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9306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Плюсове и минуси на </a:t>
            </a:r>
            <a:r>
              <a:rPr lang="en-US" dirty="0">
                <a:latin typeface="Comfortaa" pitchFamily="2" charset="0"/>
              </a:rPr>
              <a:t>ORM </a:t>
            </a:r>
            <a:r>
              <a:rPr lang="bg-BG" dirty="0">
                <a:latin typeface="Comfortaa" pitchFamily="2" charset="0"/>
              </a:rPr>
              <a:t>модела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6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859D2CDA-1F75-1B6D-CA64-407757331DA1}"/>
              </a:ext>
            </a:extLst>
          </p:cNvPr>
          <p:cNvSpPr/>
          <p:nvPr/>
        </p:nvSpPr>
        <p:spPr>
          <a:xfrm>
            <a:off x="8050224" y="5284041"/>
            <a:ext cx="2331499" cy="878774"/>
          </a:xfrm>
          <a:prstGeom prst="flowChartMagneticDisk">
            <a:avLst/>
          </a:prstGeom>
          <a:solidFill>
            <a:srgbClr val="00B0F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051" y="1559384"/>
            <a:ext cx="6179108" cy="480435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Entity Framework Core </a:t>
            </a:r>
            <a:r>
              <a:rPr lang="bg-BG" sz="2400" dirty="0">
                <a:latin typeface="Comfortaa" pitchFamily="2" charset="0"/>
              </a:rPr>
              <a:t>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ORM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работна рамка с широко предназначение</a:t>
            </a:r>
            <a:endParaRPr lang="en-US" sz="2400" dirty="0">
              <a:latin typeface="Comfortaa" pitchFamily="2" charset="0"/>
            </a:endParaRP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000" dirty="0">
                <a:latin typeface="Comfortaa" pitchFamily="2" charset="0"/>
              </a:rPr>
              <a:t>Създава се модел, който съпоставя базата данни /</a:t>
            </a:r>
            <a:r>
              <a:rPr lang="en-US" sz="2000" dirty="0">
                <a:latin typeface="Comfortaa" pitchFamily="2" charset="0"/>
              </a:rPr>
              <a:t>entity data model/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000" dirty="0">
                <a:latin typeface="Comfortaa" pitchFamily="2" charset="0"/>
              </a:rPr>
              <a:t>Отваря се обектен контекст /</a:t>
            </a:r>
            <a:r>
              <a:rPr lang="en-US" sz="2000" dirty="0">
                <a:latin typeface="Comfortaa" pitchFamily="2" charset="0"/>
              </a:rPr>
              <a:t>object context</a:t>
            </a:r>
            <a:r>
              <a:rPr lang="bg-BG" sz="2000" dirty="0">
                <a:latin typeface="Comfortaa" pitchFamily="2" charset="0"/>
              </a:rPr>
              <a:t>/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000" dirty="0">
                <a:latin typeface="Comfortaa" pitchFamily="2" charset="0"/>
              </a:rPr>
              <a:t>Извличат се данни чрез </a:t>
            </a:r>
            <a:r>
              <a:rPr lang="en-US" sz="2000" dirty="0">
                <a:latin typeface="Comfortaa" pitchFamily="2" charset="0"/>
              </a:rPr>
              <a:t>LINQ / </a:t>
            </a:r>
            <a:r>
              <a:rPr lang="bg-BG" sz="2000" dirty="0">
                <a:latin typeface="Comfortaa" pitchFamily="2" charset="0"/>
              </a:rPr>
              <a:t>модифицира се таблицата в обектния контекст</a:t>
            </a: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000" dirty="0">
                <a:latin typeface="Comfortaa" pitchFamily="2" charset="0"/>
              </a:rPr>
              <a:t>Запазват се промените на обектния контекст в БД</a:t>
            </a:r>
          </a:p>
          <a:p>
            <a:pPr marL="871538" lvl="1" indent="-514350">
              <a:lnSpc>
                <a:spcPct val="100000"/>
              </a:lnSpc>
              <a:buFont typeface="+mj-lt"/>
              <a:buAutoNum type="arabicPeriod"/>
            </a:pPr>
            <a:r>
              <a:rPr lang="bg-BG" sz="2000" dirty="0">
                <a:latin typeface="Comfortaa" pitchFamily="2" charset="0"/>
              </a:rPr>
              <a:t>Връзката се управлява автоматично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Entity Framework Core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EFC)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019523" y="4390904"/>
            <a:ext cx="2362200" cy="503237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bg-BG" sz="22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SqlConnection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8019523" y="2463677"/>
            <a:ext cx="2362200" cy="503238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ObjectContext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8392405" y="5725670"/>
            <a:ext cx="1611339" cy="3416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bg-BG" b="1" dirty="0">
                <a:solidFill>
                  <a:schemeClr val="bg1"/>
                </a:solidFill>
                <a:latin typeface="Comfortaa" pitchFamily="2" charset="0"/>
              </a:rPr>
              <a:t>База данни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9892145" y="1800102"/>
            <a:ext cx="1077912" cy="411162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Entity</a:t>
            </a: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7453745" y="1800102"/>
            <a:ext cx="1077912" cy="411162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Entity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>
            <a:off x="8672945" y="1647702"/>
            <a:ext cx="1077912" cy="411162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Entity</a:t>
            </a: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8019523" y="3345368"/>
            <a:ext cx="2362200" cy="655636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EntityClient</a:t>
            </a:r>
          </a:p>
          <a:p>
            <a:pPr algn="ctr"/>
            <a:r>
              <a:rPr lang="en-US" sz="2200" b="1" dirty="0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Data Provider</a:t>
            </a:r>
            <a:endParaRPr lang="bg-BG" sz="2200" b="1" dirty="0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V="1">
            <a:off x="9204277" y="2921836"/>
            <a:ext cx="0" cy="45720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 flipH="1" flipV="1">
            <a:off x="8317715" y="2211263"/>
            <a:ext cx="345073" cy="268288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 flipV="1">
            <a:off x="9200624" y="2007436"/>
            <a:ext cx="6202" cy="456241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4" name="Line 9"/>
          <p:cNvSpPr>
            <a:spLocks noChangeShapeType="1"/>
          </p:cNvSpPr>
          <p:nvPr/>
        </p:nvSpPr>
        <p:spPr bwMode="auto">
          <a:xfrm flipV="1">
            <a:off x="9853641" y="2211261"/>
            <a:ext cx="150103" cy="268287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9200623" y="4871228"/>
            <a:ext cx="0" cy="45720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 flipV="1">
            <a:off x="9200623" y="3988636"/>
            <a:ext cx="6201" cy="402268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bg-BG" b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5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929" y="647557"/>
            <a:ext cx="5658141" cy="55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60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1089</Words>
  <Application>Microsoft Office PowerPoint</Application>
  <PresentationFormat>Widescreen</PresentationFormat>
  <Paragraphs>142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Comfortaa</vt:lpstr>
      <vt:lpstr>Consolas</vt:lpstr>
      <vt:lpstr>Times New Roman</vt:lpstr>
      <vt:lpstr>Office Theme</vt:lpstr>
      <vt:lpstr>Увод в приложенията с база данни</vt:lpstr>
      <vt:lpstr>Съдържание</vt:lpstr>
      <vt:lpstr>Свързан модел</vt:lpstr>
      <vt:lpstr>Плюсове и минуси на свързания модел</vt:lpstr>
      <vt:lpstr>Какво е ADO.NET?</vt:lpstr>
      <vt:lpstr>Доставчици на данни в ADO.NET [1/2]</vt:lpstr>
      <vt:lpstr>Доставчици на данни в ADO.NET [2/2]</vt:lpstr>
      <vt:lpstr>SqlClient и ADO.NET свързан модел</vt:lpstr>
      <vt:lpstr>Object Relational Mapping (ORM) модел</vt:lpstr>
      <vt:lpstr>Плюсове и минуси на ORM модела</vt:lpstr>
      <vt:lpstr>Entity Framework Core (EFC)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Нели Г. Няголова</cp:lastModifiedBy>
  <cp:revision>15</cp:revision>
  <dcterms:created xsi:type="dcterms:W3CDTF">2022-08-09T09:25:46Z</dcterms:created>
  <dcterms:modified xsi:type="dcterms:W3CDTF">2026-03-10T16:27:41Z</dcterms:modified>
</cp:coreProperties>
</file>