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Да напишем 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0"/>
                </a:solidFill>
              </a:rPr>
              <a:t>Упражнение — стъпка по стъпка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926080"/>
            <a:ext cx="6702552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</a:rPr>
              <a:t>Ще имплементираме: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3832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ChangeTracker&lt;T&gt;  •  DbSet&lt;TEntity&gt;  •  DbContext (abstract)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93192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E4F0"/>
                </a:solidFill>
              </a:rPr>
              <a:t>Крайна цел: мини ORM framework, подобен на Entity Framework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</a:rPr>
              <a:t>11а клас  •  РС  •  Тема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Архитектура на ORM Framework-а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6 класа — всеки има своя роля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63040"/>
            <a:ext cx="347472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ChangeTracker&lt;T&gt;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65960"/>
            <a:ext cx="3291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Следи промени: добавени,
изтрити, модифицирани обекти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463040"/>
            <a:ext cx="347472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55448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DbSet&lt;TEntity&gt;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965960"/>
            <a:ext cx="3291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Колекция от обекти от
еден тип (таблица)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463040"/>
            <a:ext cx="429768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DbContext (abstract)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659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Централен клас — свързва
всичко, управлява SaveChanges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200400"/>
            <a:ext cx="3474720" cy="128016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29184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DatabaseConnection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703320"/>
            <a:ext cx="32918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Управлява SQL връзка
(SqlConnection, транзакции)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3200400"/>
            <a:ext cx="3474720" cy="128016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59" y="329184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ConnectionManager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59" y="3703320"/>
            <a:ext cx="32918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Синглтон — една инстанция
на DatabaseConnection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200400"/>
            <a:ext cx="4297680" cy="12801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ReflectionHelper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703320"/>
            <a:ext cx="4114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Помощни методи с Reflection
(ReplaceBackingField, ...)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4663440"/>
            <a:ext cx="117957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Вие имплементирате: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754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ChangeTracker&lt;T&gt;  +  DbSet&lt;TEntity&gt;  +  DbContext  (останалите 3 са готови)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212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</a:rPr>
              <a:t>Посока на зависимост: DbContext → DbSet → ChangeTracker → (нищо)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ChangeTracker&lt;T&gt;  — Стъпка 1: Полета и конструктор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Клас с generic параметър T, където T :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1. Дефиниция на класа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5760720" cy="3566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57784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class ChangeTracker&lt;T&gt;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where T : class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private List&lt;T&gt; allEntities;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private List&lt;T&gt; added;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private List&lt;T&gt; removed;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public IReadOnlyCollection&lt;T&gt; AllEntities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=&gt; allEntities.AsReadOnly();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public IReadOnlyCollection&lt;T&gt; Added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=&gt; added.AsReadOnly();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public IReadOnlyCollection&lt;T&gt; Removed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=&gt; removed.AsReadOnly();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2. Конструктор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760720" cy="3566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57784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ChangeTracker(IEnumerable&lt;T&gt; entities)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allEntities = new List&lt;T&gt;();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added = new List&lt;T&gt;();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removed = new List&lt;T&gt;();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CloneEntities(entities);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void CloneEntities(IEnumerable&lt;T&gt; entities)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entity in entities)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clonedProperties = ...; // Reflection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// копира стойностите на полетата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5394960"/>
            <a:ext cx="11795760" cy="12344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Защо клонираме?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06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</a:rPr>
              <a:t>CloneEntities прави snapshot на първоначалните стойности.
По-късно GetModifiedEntities ги сравнява с текущите → открива промени.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ChangeTracker&lt;T&gt;  — Стъпка 2: Методи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Add, Remove, GetModifiedEntities, IsModified, GetPrimaryKeyValues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0" cy="4937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void Add(T item)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added.Add(item);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void Remove(T item)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removed.Add(item);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IEnumerable&lt;T&gt; GetModifiedEntities(DbSet&lt;T&gt; dbSet)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proxEntity in dbSet)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originalEntity = allEntities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.FirstOrDefault(oe =&gt; ..same PK..);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if (IsModified(originalEntity, proxEntity))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yield return proxEntity;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94360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760720" cy="4937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bool IsModified(T original, T proxy)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properties = typeof(T)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.GetProperties()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.Where(pi =&gt; AllowedSqlTypes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.Contains(pi.PropertyType));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property in properties)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origVal = property.GetValue(original);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proxVal = property.GetValue(proxy);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if (!Equals(origVal, proxVal)) return true;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false;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IEnumerable&lt;object&gt; GetPrimaryKeyValues(T entity)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typeof(T).GetProperties()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.Where(pi =&gt; pi.HasAttribute&lt;KeyAttribute&gt;())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.Select(pi =&gt; pi.GetValue(entity));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DbSet&lt;TEntity&gt;  — Стъпка 1: Клас и конструктор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Имплементира ICollection&lt;TEntity&gt;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4754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class DbSet&lt;TEntity&gt;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: ICollection&lt;TEntity&gt;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where TEntity : class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private readonly ChangeTracker&lt;TEntity&gt; changeTracker;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public ChangeTracker&lt;TEntity&gt; ChangeTracker =&gt; changeTracker;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public IReadOnlyCollection&lt;TEntity&gt; Entities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=&gt; changeTracker.AllEntities;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public DbSet()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changeTracker =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new ChangeTracker&lt;TEntity&gt;(new List&lt;TEntity&gt;());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ICollection&lt;T&gt; изисква 6 члена: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int Count{ get;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84708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Брой елементи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286000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13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bool IsReadOnly{ get;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3500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Винаги 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788920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16351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void Add(T item)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52927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Добавя + changeTracker.Add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91839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19271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bool Remove(T item)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355847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Маха + changeTracker.Remove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94759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22191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void Clear()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8587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НЕ е дефинирано — хвърля NotSupportedException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97679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2511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bool Contains(T item)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36168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Проверява в AllEntities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800599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828031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void CopyTo(T[] a, int 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864607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Копира в масив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303519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330951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IEnumerator GetEnumerator()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367527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Итерира AllEntities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DbSet&lt;TEntity&gt;  — Стъпка 2: Имплементация на методите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486400" cy="5212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void Add(TEntity item)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changeTracker.Add(item);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bool Remove(TEntity item)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changeTracker.Remove(item);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true;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void RemoveRange(IEnumerable&lt;TEntity&gt; items)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item in items)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Remove(item);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bool Contains(TEntity item)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=&gt; changeTracker.AllEntities.Contains(item);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int Count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=&gt; changeTracker.AllEntities.Count;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bool IsReadOnly =&gt; false;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6035040" cy="3383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9" y="1463040"/>
            <a:ext cx="5852159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void Clear()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throw new NotSupportedException(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"Cannot clear a DbSet.");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void CopyTo(TEntity[] array, int arrayIndex)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changeTracker.AllEntities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.CopyTo(array, arrayIndex);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IEnumerator&lt;TEntity&gt; GetEnumerator()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=&gt; changeTracker.AllEntities.GetEnumerator();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IEnumerator IEnumerable.GetEnumerator()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=&gt; GetEnumerator();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4892040"/>
            <a:ext cx="6035040" cy="1691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B4C"/>
                </a:solidFill>
              </a:rPr>
              <a:t>Обърни внимание: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303520"/>
            <a:ext cx="576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</a:rPr>
              <a:t>Add/Remove само добавят в ChangeTracker.
Реалното запазване в БД се случва в DbContext.SaveChanges()!
Това е key pattern на ORM-ите.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DbContext  — Стъпка 1: Полета, конструктор, AllowedSqlTypes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abstract клас — потребителят го наследява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5212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abstract class DbContext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private DatabaseConnection dbConnection;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private Dictionary&lt;Type, PropertyInfo&gt;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dbSetProperties;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internal static readonly Type[] AllowedSqlTypes =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typeof(string),  typeof(int),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typeof(uint),    typeof(long),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typeof(ulong),   typeof(decimal),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typeof(bool),    typeof(DateTime),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protected DbContext(string connectionString)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dbConnection =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DatabaseConnection.Instance(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    connectionString);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dbSetProperties = DiscoverDbSets();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using (new ConnectionManager(dbConnection))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InitializeDbSets();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MapAllRelations();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Какво прави конструкторът?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852160" cy="65836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1965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DatabaseConnection.Instance(...)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305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Singleton — вземи/създай SQL връзка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96312"/>
            <a:ext cx="5852160" cy="65836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328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DiscoverDbSets()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437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Reflection: намери всички DbSet&lt;T&gt; пропъртита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9544"/>
            <a:ext cx="5852160" cy="65836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2461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new ConnectionManager(...)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57015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Отвори SQL връзката (using = auto close)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22776"/>
            <a:ext cx="5852160" cy="65836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5935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InitializeDbSets()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702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За всяко DbSet&lt;T&gt; → зареди данните от БД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36008"/>
            <a:ext cx="5852160" cy="65836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6725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MapAllRelations()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834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</a:rPr>
              <a:t>Свържи FK → nav. properties (1:N, M:N)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DbContext  — Стъпка 2: SaveChanges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Централният метод — persist-ва всички промени в транзакция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6400800" cy="5212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6217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public void SaveChanges()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dbSets = dbSetProperties.Values.ToArray();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dbSet in dbSets)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dbSetType = dbSet.PropertyType;      // DbSet&lt;T&gt;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entityType = dbSetType              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.GetGenericArguments().First();      // T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persistMethod = typeof(DbContext)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.GetMethod("Persist",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    BindingFlags.Instance|NonPublic)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.MakeGenericMethod(entityType);      // Persist&lt;T&gt;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persistMethod.Invoke(this,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new object[]{ dbSet.GetValue(this) });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void Persist&lt;TEntity&gt;(DbSet&lt;TEntity&gt; dbSet)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where TEntity : class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tableName = GetTableName(typeof(TEntity));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columns   = GetEntityColumnNames(typeof(TEntity));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tracker   = dbSet.ChangeTracker;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// INSERT added, DELETE removed, UPDATE modified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...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Ключови моменти: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783080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84708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 Reflection: MakeGenericMethod за всеки DbSet&lt;T&gt;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304288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36829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 Persist&lt;TEntity&gt; е generic — извиква се динамично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825496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889503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 INSERT: tracker.Added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346703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3410711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 DELETE: tracker.Removed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867911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93192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 UPDATE: tracker.GetModifiedEntities(dbSet)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4389120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45312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 Всичко в 1 транзакция → atomicity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4910328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97433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▶  IsObjectValid → проверка преди запис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5522976"/>
            <a:ext cx="5029200" cy="8229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5568696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Защо Reflection тук? Защото DbContext не знае предварително типовете T — те зависят от конкретния DbContext наследник.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DbContext  — Стъпка 3: InitializeDbSets и DiscoverDbSets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Reflection — намери и зареди всички DbSet&lt;T&gt; пропъртита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5212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void InitializeDbSets()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dbSet in dbSetProperties)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dbSetType  = dbSet.Value.PropertyType;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entityType = dbSetType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.GetGenericArguments().First();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method = typeof(DbContext)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.GetMethod("LoadTableEntities",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    BindingFlags.Instance|NonPublic)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.MakeGenericMethod(entityType);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dbSetInstance = method.Invoke(this, null);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dbSet.Value.SetValue(this, dbSetInstance);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DbSet&lt;TEntity&gt; LoadTableEntities&lt;TEntity&gt;()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where TEntity : class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table   = GetTableName(typeof(TEntity));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columns = GetEntityColumnNames(typeof(TEntity));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entities = dbConnection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.FetchResultsTable&lt;TEntity&gt;(table, columns);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new DbSet&lt;TEntity&gt;(entities);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943600" cy="5212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760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Dictionary&lt;Type, PropertyInfo&gt;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DiscoverDbSets()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GetType()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.GetProperties()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.Where(pi =&gt;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pi.PropertyType.GetGenericTypeDefinition()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== typeof(DbSet&lt;&gt;))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.ToDictionary(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pi =&gt; pi.PropertyType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         .GetGenericArguments()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         .First(),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pi =&gt; pi);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string GetTableName(Type tableType)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tableAttribute = tableType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.GetCustomAttributes(true)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.FirstOrDefault(a =&gt;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a.GetType() == typeof(TableAttribute));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tableAttribute != null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? ((TableAttribute)tableAttribute).Name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: tableType.Name + "s";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DbContext  — Стъпка 4: MapAllRelations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Свързване на FK → Navigation Properties (1:N и M:N)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4114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void MapAllRelations()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dbSetProperty in dbSetProperties)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dbSetType  = dbSetProperty.Value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.PropertyType;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entityType = dbSetType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.GetGenericArguments().First();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mapMethod = typeof(DbContext)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.GetMethod("MapRelations",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    BindingFlags.Instance|NonPublic)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.MakeGenericMethod(entityType);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dbSet = dbSetProperty.Value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.GetValue(this);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mapMethod.Invoke(this, new[]{ dbSet });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532120"/>
            <a:ext cx="5669280" cy="10972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5778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Reflection pattern: GetMethod + MakeGenericMethod + Invoke
Повтаря се навсякъде в DbContext — научи го наизуст!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943600" cy="5212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63040"/>
            <a:ext cx="5760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void MapRelations&lt;TEntity&gt;(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DbSet&lt;TEntity&gt; dbSet)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where TEntity : class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entity in dbSet)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MapNavigationProperties(dbSet, entity);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void MapNavigationProperties&lt;TEntity&gt;(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DbSet&lt;TEntity&gt; dbSet, TEntity entity)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where TEntity : class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entityType = typeof(TEntity);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foreignKeyProps = entityType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.GetProperties()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.Where(pi =&gt; pi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.HasAttribute&lt;ForeignKeyAttribute&gt;());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foreach (var fkProperty in foreignKeyProps)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navPropType = fkProperty.PropertyType;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var navDbSet = dbSetProperties[navPropType]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.GetValue(this);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// Set navigation property via Reflection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ReflectionHelper.ReplaceBackingField(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entity, fkProperty.Name, navValue);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MapCollection(dbSet, entity);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DbContext  — Стъпка 5: MapCollection (Many-to-Many)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Колекционни navigation properties (ICollection&lt;T&gt; в entity)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5303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void MapCollection&lt;TDbSet, TCollection&gt;(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DbSet&lt;TDbSet&gt; dbSet, TDbSet entity)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where TDbSet : class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where TCollection : class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entityType     = typeof(TDbSet);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collectionType = typeof(TCollection);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primaryKeys = collectionType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.GetProperties()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.Where(pi =&gt; pi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.HasAttribute&lt;KeyAttribute&gt;());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mappingKeys = primaryKeys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.Where(pk =&gt; entityType.GetProperties()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.Any(pi =&gt; pi.HasAttribute&lt;KeyAttribute&gt;()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  &amp;&amp; pi.PropertyType == pk.PropertyType));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if (mappingKeys.Count() != 2) return;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// Намери FK стойностите на текущия entity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fkValues = ...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// Филтрирай свързаните обекти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relatedEntities = ((DbSet&lt;TCollection&gt;)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dbSetProperties[collectionType].GetValue(this))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.Where(ce =&gt; fkValues.Any(fk =&gt;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fk.Equals(mappingKeyProp.GetValue(ce))));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// ReplaceBackingField с новата колекция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ReflectionHelper.ReplaceBackingField(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entity, collectionPropName,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relatedEntities.ToHashSet());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Как открива M:N?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760720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1. Намери ICollection&lt;T&gt; пропъртита в entity-то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286000"/>
            <a:ext cx="5760720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500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2. Погледни T — дали е junction table?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88920"/>
            <a:ext cx="5760720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85292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3. Junction table: има 2 FK ключа (Primary Keys)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91839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35584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— единият сочи към текущия 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94759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5876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— другият сочи към свързания 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97679"/>
            <a:ext cx="5760720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616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4. Ако mappingKeys.Count() != 2 → пропусни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800599"/>
            <a:ext cx="5760720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8646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5. Иначе: филтрирай и set-ни колекцията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394959"/>
            <a:ext cx="576072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440679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ReflectionHelper.ReplaceBackingField
Заменя backing field директно (заобикаля { get; } setter)
Необходимо, защото nav. properties нямат public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DbContext  — Стъпка 6: Помощни методи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GetEntityColumnNames, IsObjectValid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IEnumerable&lt;string&gt;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GetEntityColumnNames(Type table)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table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.GetProperties()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.Where(pi =&gt;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AllowedSqlTypes.Contains(pi.PropertyType)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&amp;&amp; !pi.HasAttribute&lt;NotMappedAttribute&gt;())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.Select(pi =&gt;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pi.HasAttribute&lt;ColumnAttribute&gt;()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? pi.GetCustomAttribute&lt;ColumnAttribute&gt;().Name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  : pi.Name);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9436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7607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private bool IsObjectValid(object value)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validationContext =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new ValidationContext(value);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var validationErrors =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new List&lt;ValidationResult&gt;();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Validator.TryValidateObject(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value,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validationContext,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validationErrors,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validateAllProperties: true);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663440"/>
            <a:ext cx="11612880" cy="1965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B4C"/>
                </a:solidFill>
              </a:rPr>
              <a:t>Кои пропъртита стават SQL колони?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</a:rPr>
              <a:t>✔ Типът е в AllowedSqlTypes (string, int, decimal, bool, DateTime...)
✔ НЕ е [NotMapped]
✔ Ако има [Column("name")] → използва name, иначе → PropertyInfo.Name
✘ Navigation properties (ICollection&lt;T&gt;, class типове) — пропускат се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3A"/>
                </a:solidFill>
              </a:rPr>
              <a:t>РЕШЕНИЕ  —  ChangeTracker&lt;T&gt;  (пълен код)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548640"/>
            <a:ext cx="11978640" cy="6217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"/>
            <a:ext cx="11795760" cy="6035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namespace MiniORM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using System.ComponentModel.DataAnnotations;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using System.Reflection;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public class ChangeTracker&lt;T&gt; where T : class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private readonly List&lt;T&gt; allEntities;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private readonly List&lt;T&gt; added;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private readonly List&lt;T&gt; removed;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public IReadOnlyCollection&lt;T&gt; AllEntities =&gt; allEntities.AsReadOnly();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public IReadOnlyCollection&lt;T&gt; Added       =&gt; added.AsReadOnly();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public IReadOnlyCollection&lt;T&gt; Removed     =&gt; removed.AsReadOnly();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public ChangeTracker(IEnumerable&lt;T&gt; entities)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allEntities = new List&lt;T&gt;();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added       = new List&lt;T&gt;();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removed     = new List&lt;T&gt;();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CloneEntities(entities);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private void CloneEntities(IEnumerable&lt;T&gt; entities)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foreach (var entity in entities)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var clonedProps = typeof(T).GetProperties()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.Where(pi =&gt; DbContext.AllowedSqlTypes.Contains(pi.PropertyType));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var clone = Activator.CreateInstance&lt;T&gt;();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foreach (var prop in clonedProps)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prop.SetValue(clone, prop.GetValue(entity));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allEntities.Add(clone);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public void Add(T item) =&gt; added.Add(item);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public void Remove(T item) =&gt; removed.Add(item);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public IEnumerable&lt;T&gt; GetModifiedEntities(DbSet&lt;T&gt; dbSet)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foreach (var proxyEntity in dbSet)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var pkValues = GetPrimaryKeyValues(proxyEntity);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var origEntity = allEntities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.SingleOrDefault(e =&gt; GetPrimaryKeyValues(e)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    .SequenceEqual(pkValues));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if (origEntity != null &amp;&amp; IsModified(origEntity, proxyEntity))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yield return proxyEntity;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private bool IsModified(T orig, T proxy)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var props = typeof(T).GetProperties()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.Where(pi =&gt; DbContext.AllowedSqlTypes.Contains(pi.PropertyType));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return props.Any(pi =&gt; !Equals(pi.GetValue(orig), pi.GetValue(proxy)));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private IEnumerable&lt;object&gt; GetPrimaryKeyValues(T entity)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return typeof(T).GetProperties()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.Where(pi =&gt; pi.HasAttribute&lt;KeyAttribute&gt;())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.Select(pi =&gt; pi.GetValue(entity));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РЕШЕНИЕ  —  DbSet&lt;TEntity&gt;  (пълен код)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548640"/>
            <a:ext cx="11978640" cy="6217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"/>
            <a:ext cx="11795760" cy="6035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namespace MiniORM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using System.Collections;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public class DbSet&lt;TEntity&gt; : ICollection&lt;TEntity&gt;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where TEntity : class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private readonly ChangeTracker&lt;TEntity&gt; changeTracker;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ChangeTracker&lt;TEntity&gt; ChangeTracker =&gt; changeTracker;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IReadOnlyCollection&lt;TEntity&gt; Entities =&gt; changeTracker.AllEntities;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DbSet(IEnumerable&lt;TEntity&gt; entities)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    changeTracker = new ChangeTracker&lt;TEntity&gt;(entities);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void Add(TEntity item)    =&gt; changeTracker.Add(item);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bool Remove(TEntity item) { changeTracker.Remove(item); return true; }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void RemoveRange(IEnumerable&lt;TEntity&gt; items)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    foreach (var item in items) Remove(item);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bool Contains(TEntity item) =&gt; changeTracker.AllEntities.Contains(item);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int  Count      =&gt; changeTracker.AllEntities.Count;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bool IsReadOnly =&gt; false;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void Clear()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    =&gt; throw new NotSupportedException("Cannot clear a DbSet.");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void CopyTo(TEntity[] array, int arrayIndex)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    =&gt; changeTracker.AllEntities.CopyTo(array, arrayIndex);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public IEnumerator&lt;TEntity&gt; GetEnumerator()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    =&gt; changeTracker.AllEntities.GetEnumerator();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IEnumerator IEnumerable.GetEnumerator()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        =&gt; GetEnumerator();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РЕШЕНИЕ  —  DbContext  (1/2)  — полета, конструктор, SaveChanges, Persist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548640"/>
            <a:ext cx="11978640" cy="6217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"/>
            <a:ext cx="11795760" cy="6035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namespace MiniORM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using System.ComponentModel.DataAnnotations;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using System.Reflection;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public abstract class DbContext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private readonly DatabaseConnection dbConnection;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private readonly Dictionary&lt;Type, PropertyInfo&gt; dbSetProperties;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internal static readonly Type[] AllowedSqlTypes =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typeof(string), typeof(int),   typeof(uint),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typeof(long),   typeof(ulong), typeof(decimal),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typeof(bool),   typeof(DateTime),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};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protected DbContext(string connectionString)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dbConnection = DatabaseConnection.Instance(connectionString);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dbSetProperties = DiscoverDbSets();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using (new ConnectionManager(dbConnection))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InitializeDbSets();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MapAllRelations();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}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public void SaveChanges()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var dbSets = dbSetProperties.Values.ToArray();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using (new ConnectionManager(dbConnection))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using var transaction = dbConnection.StartTransaction();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foreach (var dbSet in dbSets)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    var dbSetType  = dbSet.PropertyType;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    var entityType = dbSetType.GetGenericArguments().First();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    var persistMethod = typeof(DbContext)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        .GetMethod(nameof(Persist),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            BindingFlags.Instance | BindingFlags.NonPublic)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        .MakeGenericMethod(entityType);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    persistMethod.Invoke(this, new object[]{ dbSet.GetValue(this) });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}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transaction.Commit();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}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private void Persist&lt;TEntity&gt;(DbSet&lt;TEntity&gt; dbSet) where TEntity : class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var tableName = GetTableName(typeof(TEntity));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var columns   = GetEntityColumnNames(typeof(TEntity)).ToArray();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var tracker   = dbSet.ChangeTracker;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foreach (var entity in tracker.Added.Where(IsObjectValid))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dbConnection.InsertEntity(entity, tableName, columns);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foreach (var entity in tracker.Removed)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dbConnection.DeleteEntity(entity, tableName, columns);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foreach (var entity in tracker.GetModifiedEntities(dbSet))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        dbConnection.UpdateEntity(entity, tableName, columns);</a:t>
            </a:r>
          </a:p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       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РЕШЕНИЕ  —  DbContext  (2/2)  — InitializeDbSets, MapRelations, помощни методи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548640"/>
            <a:ext cx="11978640" cy="6217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"/>
            <a:ext cx="11795760" cy="6035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private void InitializeDbSets()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foreach (var dbSet in dbSetProperties)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var dbSetType  = dbSet.Value.PropertyType;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var entityType = dbSetType.GetGenericArguments().First();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var method = typeof(DbContext)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.GetMethod(nameof(LoadTableEntities),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    BindingFlags.Instance | BindingFlags.NonPublic)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.MakeGenericMethod(entityType);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dbSet.Value.SetValue(this, method.Invoke(this, null));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private DbSet&lt;TEntity&gt; LoadTableEntities&lt;TEntity&gt;() where TEntity : class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var entities = dbConnection.FetchResultsTable&lt;TEntity&gt;(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GetTableName(typeof(TEntity)),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GetEntityColumnNames(typeof(TEntity)).ToArray());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return new DbSet&lt;TEntity&gt;(entities);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private void MapAllRelations()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foreach (var dbSetProp in dbSetProperties)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var entityType = dbSetProp.Value.PropertyType.GetGenericArguments().First();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var method = typeof(DbContext)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.GetMethod(nameof(MapRelations),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    BindingFlags.Instance | BindingFlags.NonPublic)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.MakeGenericMethod(entityType);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method.Invoke(this, new[]{ dbSetProp.Value.GetValue(this) });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private void MapRelations&lt;TEntity&gt;(DbSet&lt;TEntity&gt; dbSet) where TEntity : class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foreach (var entity in dbSet) MapNavigationProperties(dbSet, entity);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private Dictionary&lt;Type, PropertyInfo&gt; DiscoverDbSets()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return GetType().GetProperties()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.Where(pi =&gt; pi.PropertyType.GetGenericTypeDefinition() == typeof(DbSet&lt;&gt;))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.ToDictionary(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pi =&gt; pi.PropertyType.GetGenericArguments().First(), pi =&gt; pi);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private string GetTableName(Type t)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var attr = t.GetCustomAttribute&lt;TableAttribute&gt;();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return attr != null ? attr.Name : t.Name + "s";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private IEnumerable&lt;string&gt; GetEntityColumnNames(Type t)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return t.GetProperties()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.Where(pi =&gt; AllowedSqlTypes.Contains(pi.PropertyType)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      &amp;&amp; !pi.HasAttribute&lt;NotMappedAttribute&gt;())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.Select(pi =&gt; pi.HasAttribute&lt;ColumnAttribute&gt;()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? pi.GetCustomAttribute&lt;ColumnAttribute&gt;().Name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        : pi.Name);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private bool IsObjectValid(object obj)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var ctx = new ValidationContext(obj);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var res = new List&lt;ValidationResult&gt;();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    return Validator.TryValidateObject(obj, ctx, res, true);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88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Checklist — провери преди да предадеш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</a:rPr>
              <a:t>Всяка точка трябва да е изпълнена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2646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☐  ChangeTracker&lt;T&gt;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10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allEntities / added / removed са private List&lt;T&gt;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Пропъртитата са IReadOnlyCollection&lt;T&gt;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42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CloneEntities клонира само AllowedSqlTypes полетата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077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GetModifiedEntities сравнява PK → IsModified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7355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GetPrimaryKeyValues търси [Key] атрибут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30751"/>
            <a:ext cx="557784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85615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☐  DbSet&lt;TEntity&gt;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6966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Имплементира ICollection&lt;TEntity&gt;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3542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Конструкторът приема IEnumerable&lt;TEntity&gt;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90118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Add/Remove делегират към ChangeTracker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266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Clear() хвърля NotSupportedException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6327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RemoveRange е добавен като допълнителен метод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426464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☐  DbContext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10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DiscoverDbSets намира всички DbSet&lt;T&gt; properties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76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Конструкторът вика InitializeDbSets + MapAllRelations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42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SaveChanges ползва транзакция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077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Persist&lt;T&gt; прави INSERT/DELETE/UPDATE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7355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GetTableName проверява [Table] атрибут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3931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GetEntityColumnNames филтрира [NotMapped]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05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    ☐  IsObjectValid ползва DataAnnotations Validator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172200"/>
            <a:ext cx="116128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A"/>
                </a:solidFill>
              </a:rPr>
              <a:t>Когато всичко е готово: добави ApplicationDbContext наследник, конфигурирай connection string и тествай SaveChanges!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