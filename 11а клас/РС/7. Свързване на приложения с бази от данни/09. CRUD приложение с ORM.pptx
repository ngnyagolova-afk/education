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8"/>
  </p:notesMasterIdLst>
  <p:sldIdLst>
    <p:sldId id="258" r:id="rId2"/>
    <p:sldId id="629" r:id="rId3"/>
    <p:sldId id="633" r:id="rId4"/>
    <p:sldId id="635" r:id="rId5"/>
    <p:sldId id="636" r:id="rId6"/>
    <p:sldId id="637" r:id="rId7"/>
    <p:sldId id="638" r:id="rId8"/>
    <p:sldId id="648" r:id="rId9"/>
    <p:sldId id="647" r:id="rId10"/>
    <p:sldId id="639" r:id="rId11"/>
    <p:sldId id="649" r:id="rId12"/>
    <p:sldId id="650" r:id="rId13"/>
    <p:sldId id="644" r:id="rId14"/>
    <p:sldId id="645" r:id="rId15"/>
    <p:sldId id="646" r:id="rId16"/>
    <p:sldId id="5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29"/>
            <p14:sldId id="633"/>
            <p14:sldId id="635"/>
            <p14:sldId id="636"/>
            <p14:sldId id="637"/>
            <p14:sldId id="638"/>
            <p14:sldId id="648"/>
            <p14:sldId id="647"/>
            <p14:sldId id="639"/>
            <p14:sldId id="649"/>
            <p14:sldId id="650"/>
            <p14:sldId id="644"/>
            <p14:sldId id="645"/>
            <p14:sldId id="64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A1822-FAB6-452D-93A6-B7D96803D8FE}" v="54" dt="2023-02-22T11:44:02.7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57BA1822-FAB6-452D-93A6-B7D96803D8FE}"/>
    <pc:docChg chg="custSel addSld delSld modSld modSection">
      <pc:chgData name="Димитър Минчев" userId="6da192e4-d32c-454b-8615-bbadf07b6639" providerId="ADAL" clId="{57BA1822-FAB6-452D-93A6-B7D96803D8FE}" dt="2023-02-22T11:44:55.995" v="260" actId="478"/>
      <pc:docMkLst>
        <pc:docMk/>
      </pc:docMkLst>
      <pc:sldChg chg="modSp mod">
        <pc:chgData name="Димитър Минчев" userId="6da192e4-d32c-454b-8615-bbadf07b6639" providerId="ADAL" clId="{57BA1822-FAB6-452D-93A6-B7D96803D8FE}" dt="2023-02-22T11:33:38.564" v="24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57BA1822-FAB6-452D-93A6-B7D96803D8FE}" dt="2023-02-22T11:33:32.095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57BA1822-FAB6-452D-93A6-B7D96803D8FE}" dt="2023-02-22T11:33:38.564" v="24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del">
        <pc:chgData name="Димитър Минчев" userId="6da192e4-d32c-454b-8615-bbadf07b6639" providerId="ADAL" clId="{57BA1822-FAB6-452D-93A6-B7D96803D8FE}" dt="2023-02-22T11:33:42.640" v="25" actId="47"/>
        <pc:sldMkLst>
          <pc:docMk/>
          <pc:sldMk cId="2385751420" sldId="571"/>
        </pc:sldMkLst>
      </pc:sldChg>
      <pc:sldChg chg="modSp add mod">
        <pc:chgData name="Димитър Минчев" userId="6da192e4-d32c-454b-8615-bbadf07b6639" providerId="ADAL" clId="{57BA1822-FAB6-452D-93A6-B7D96803D8FE}" dt="2023-02-22T11:34:05.673" v="34" actId="2711"/>
        <pc:sldMkLst>
          <pc:docMk/>
          <pc:sldMk cId="3607709443" sldId="629"/>
        </pc:sldMkLst>
        <pc:spChg chg="mod">
          <ac:chgData name="Димитър Минчев" userId="6da192e4-d32c-454b-8615-bbadf07b6639" providerId="ADAL" clId="{57BA1822-FAB6-452D-93A6-B7D96803D8FE}" dt="2023-02-22T11:34:05.673" v="34" actId="2711"/>
          <ac:spMkLst>
            <pc:docMk/>
            <pc:sldMk cId="3607709443" sldId="62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4:05.673" v="34" actId="2711"/>
          <ac:spMkLst>
            <pc:docMk/>
            <pc:sldMk cId="3607709443" sldId="629"/>
            <ac:spMk id="3" creationId="{00000000-0000-0000-0000-000000000000}"/>
          </ac:spMkLst>
        </pc:spChg>
        <pc:picChg chg="mod">
          <ac:chgData name="Димитър Минчев" userId="6da192e4-d32c-454b-8615-bbadf07b6639" providerId="ADAL" clId="{57BA1822-FAB6-452D-93A6-B7D96803D8FE}" dt="2023-02-22T11:34:01.257" v="33" actId="1076"/>
          <ac:picMkLst>
            <pc:docMk/>
            <pc:sldMk cId="3607709443" sldId="629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57BA1822-FAB6-452D-93A6-B7D96803D8FE}" dt="2023-02-22T11:34:25.130" v="37" actId="478"/>
        <pc:sldMkLst>
          <pc:docMk/>
          <pc:sldMk cId="1888132077" sldId="633"/>
        </pc:sldMkLst>
        <pc:spChg chg="mod">
          <ac:chgData name="Димитър Минчев" userId="6da192e4-d32c-454b-8615-bbadf07b6639" providerId="ADAL" clId="{57BA1822-FAB6-452D-93A6-B7D96803D8FE}" dt="2023-02-22T11:34:11.199" v="35" actId="2711"/>
          <ac:spMkLst>
            <pc:docMk/>
            <pc:sldMk cId="1888132077" sldId="63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4:22.803" v="36" actId="207"/>
          <ac:spMkLst>
            <pc:docMk/>
            <pc:sldMk cId="1888132077" sldId="63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34:25.130" v="37" actId="478"/>
          <ac:spMkLst>
            <pc:docMk/>
            <pc:sldMk cId="1888132077" sldId="633"/>
            <ac:spMk id="5" creationId="{DE96A9A4-299F-4679-9784-CB079DC407DF}"/>
          </ac:spMkLst>
        </pc:spChg>
      </pc:sldChg>
      <pc:sldChg chg="delSp modSp add mod">
        <pc:chgData name="Димитър Минчев" userId="6da192e4-d32c-454b-8615-bbadf07b6639" providerId="ADAL" clId="{57BA1822-FAB6-452D-93A6-B7D96803D8FE}" dt="2023-02-22T11:34:51.431" v="46" actId="478"/>
        <pc:sldMkLst>
          <pc:docMk/>
          <pc:sldMk cId="3792729084" sldId="635"/>
        </pc:sldMkLst>
        <pc:spChg chg="mod">
          <ac:chgData name="Димитър Минчев" userId="6da192e4-d32c-454b-8615-bbadf07b6639" providerId="ADAL" clId="{57BA1822-FAB6-452D-93A6-B7D96803D8FE}" dt="2023-02-22T11:34:30.406" v="38" actId="2711"/>
          <ac:spMkLst>
            <pc:docMk/>
            <pc:sldMk cId="3792729084" sldId="63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4:49.009" v="45" actId="207"/>
          <ac:spMkLst>
            <pc:docMk/>
            <pc:sldMk cId="3792729084" sldId="63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34:51.431" v="46" actId="478"/>
          <ac:spMkLst>
            <pc:docMk/>
            <pc:sldMk cId="3792729084" sldId="635"/>
            <ac:spMk id="5" creationId="{BF09ACD2-BF2B-4B8F-85C4-EB76D5680F31}"/>
          </ac:spMkLst>
        </pc:spChg>
      </pc:sldChg>
      <pc:sldChg chg="delSp modSp add mod">
        <pc:chgData name="Димитър Минчев" userId="6da192e4-d32c-454b-8615-bbadf07b6639" providerId="ADAL" clId="{57BA1822-FAB6-452D-93A6-B7D96803D8FE}" dt="2023-02-22T11:35:54.154" v="81" actId="1076"/>
        <pc:sldMkLst>
          <pc:docMk/>
          <pc:sldMk cId="1882878048" sldId="636"/>
        </pc:sldMkLst>
        <pc:spChg chg="mod">
          <ac:chgData name="Димитър Минчев" userId="6da192e4-d32c-454b-8615-bbadf07b6639" providerId="ADAL" clId="{57BA1822-FAB6-452D-93A6-B7D96803D8FE}" dt="2023-02-22T11:34:59.029" v="47" actId="2711"/>
          <ac:spMkLst>
            <pc:docMk/>
            <pc:sldMk cId="1882878048" sldId="63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5:54.154" v="81" actId="1076"/>
          <ac:spMkLst>
            <pc:docMk/>
            <pc:sldMk cId="1882878048" sldId="63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35:51.024" v="80" actId="478"/>
          <ac:spMkLst>
            <pc:docMk/>
            <pc:sldMk cId="1882878048" sldId="636"/>
            <ac:spMk id="5" creationId="{0D9C1C03-980C-4936-B42F-779C80F0636C}"/>
          </ac:spMkLst>
        </pc:spChg>
      </pc:sldChg>
      <pc:sldChg chg="delSp modSp add mod">
        <pc:chgData name="Димитър Минчев" userId="6da192e4-d32c-454b-8615-bbadf07b6639" providerId="ADAL" clId="{57BA1822-FAB6-452D-93A6-B7D96803D8FE}" dt="2023-02-22T11:36:46.555" v="93" actId="478"/>
        <pc:sldMkLst>
          <pc:docMk/>
          <pc:sldMk cId="2706570575" sldId="637"/>
        </pc:sldMkLst>
        <pc:spChg chg="mod">
          <ac:chgData name="Димитър Минчев" userId="6da192e4-d32c-454b-8615-bbadf07b6639" providerId="ADAL" clId="{57BA1822-FAB6-452D-93A6-B7D96803D8FE}" dt="2023-02-22T11:36:00.269" v="82" actId="2711"/>
          <ac:spMkLst>
            <pc:docMk/>
            <pc:sldMk cId="2706570575" sldId="63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6:42.806" v="92" actId="404"/>
          <ac:spMkLst>
            <pc:docMk/>
            <pc:sldMk cId="2706570575" sldId="63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36:46.555" v="93" actId="478"/>
          <ac:spMkLst>
            <pc:docMk/>
            <pc:sldMk cId="2706570575" sldId="637"/>
            <ac:spMk id="5" creationId="{3F38232E-2A8D-4500-A10F-3BEE1AEC4FAC}"/>
          </ac:spMkLst>
        </pc:spChg>
      </pc:sldChg>
      <pc:sldChg chg="delSp modSp add mod">
        <pc:chgData name="Димитър Минчев" userId="6da192e4-d32c-454b-8615-bbadf07b6639" providerId="ADAL" clId="{57BA1822-FAB6-452D-93A6-B7D96803D8FE}" dt="2023-02-22T11:37:41.664" v="110" actId="20577"/>
        <pc:sldMkLst>
          <pc:docMk/>
          <pc:sldMk cId="2879513894" sldId="638"/>
        </pc:sldMkLst>
        <pc:spChg chg="mod">
          <ac:chgData name="Димитър Минчев" userId="6da192e4-d32c-454b-8615-bbadf07b6639" providerId="ADAL" clId="{57BA1822-FAB6-452D-93A6-B7D96803D8FE}" dt="2023-02-22T11:37:41.664" v="110" actId="20577"/>
          <ac:spMkLst>
            <pc:docMk/>
            <pc:sldMk cId="2879513894" sldId="63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7:27.119" v="103" actId="20577"/>
          <ac:spMkLst>
            <pc:docMk/>
            <pc:sldMk cId="2879513894" sldId="63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37:34.452" v="104" actId="478"/>
          <ac:spMkLst>
            <pc:docMk/>
            <pc:sldMk cId="2879513894" sldId="638"/>
            <ac:spMk id="6" creationId="{DFD7E8B1-C29F-4522-877D-29805599F391}"/>
          </ac:spMkLst>
        </pc:spChg>
        <pc:picChg chg="mod">
          <ac:chgData name="Димитър Минчев" userId="6da192e4-d32c-454b-8615-bbadf07b6639" providerId="ADAL" clId="{57BA1822-FAB6-452D-93A6-B7D96803D8FE}" dt="2023-02-22T11:37:16.345" v="99" actId="1076"/>
          <ac:picMkLst>
            <pc:docMk/>
            <pc:sldMk cId="2879513894" sldId="638"/>
            <ac:picMk id="5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57BA1822-FAB6-452D-93A6-B7D96803D8FE}" dt="2023-02-22T11:40:08.578" v="159"/>
        <pc:sldMkLst>
          <pc:docMk/>
          <pc:sldMk cId="1531959578" sldId="639"/>
        </pc:sldMkLst>
        <pc:spChg chg="mod">
          <ac:chgData name="Димитър Минчев" userId="6da192e4-d32c-454b-8615-bbadf07b6639" providerId="ADAL" clId="{57BA1822-FAB6-452D-93A6-B7D96803D8FE}" dt="2023-02-22T11:39:24.612" v="140" actId="2711"/>
          <ac:spMkLst>
            <pc:docMk/>
            <pc:sldMk cId="1531959578" sldId="63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40:01.933" v="157" actId="1076"/>
          <ac:spMkLst>
            <pc:docMk/>
            <pc:sldMk cId="1531959578" sldId="63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40:01.933" v="157" actId="1076"/>
          <ac:spMkLst>
            <pc:docMk/>
            <pc:sldMk cId="1531959578" sldId="63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40:03.426" v="158" actId="478"/>
          <ac:spMkLst>
            <pc:docMk/>
            <pc:sldMk cId="1531959578" sldId="639"/>
            <ac:spMk id="6" creationId="{8C10CDA4-8D07-4776-8070-8827207456E9}"/>
          </ac:spMkLst>
        </pc:spChg>
      </pc:sldChg>
      <pc:sldChg chg="delSp modSp add mod">
        <pc:chgData name="Димитър Минчев" userId="6da192e4-d32c-454b-8615-bbadf07b6639" providerId="ADAL" clId="{57BA1822-FAB6-452D-93A6-B7D96803D8FE}" dt="2023-02-22T11:43:14.761" v="227" actId="20577"/>
        <pc:sldMkLst>
          <pc:docMk/>
          <pc:sldMk cId="43009776" sldId="644"/>
        </pc:sldMkLst>
        <pc:spChg chg="mod">
          <ac:chgData name="Димитър Минчев" userId="6da192e4-d32c-454b-8615-bbadf07b6639" providerId="ADAL" clId="{57BA1822-FAB6-452D-93A6-B7D96803D8FE}" dt="2023-02-22T11:43:14.761" v="227" actId="20577"/>
          <ac:spMkLst>
            <pc:docMk/>
            <pc:sldMk cId="43009776" sldId="64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42:58.421" v="217" actId="113"/>
          <ac:spMkLst>
            <pc:docMk/>
            <pc:sldMk cId="43009776" sldId="64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43:00.196" v="218" actId="478"/>
          <ac:spMkLst>
            <pc:docMk/>
            <pc:sldMk cId="43009776" sldId="644"/>
            <ac:spMk id="6" creationId="{3E53CDF6-66F9-47B1-AC1E-2AE9842917CE}"/>
          </ac:spMkLst>
        </pc:spChg>
        <pc:picChg chg="mod">
          <ac:chgData name="Димитър Минчев" userId="6da192e4-d32c-454b-8615-bbadf07b6639" providerId="ADAL" clId="{57BA1822-FAB6-452D-93A6-B7D96803D8FE}" dt="2023-02-22T11:42:54.549" v="215" actId="1076"/>
          <ac:picMkLst>
            <pc:docMk/>
            <pc:sldMk cId="43009776" sldId="644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57BA1822-FAB6-452D-93A6-B7D96803D8FE}" dt="2023-02-22T11:43:54.141" v="240" actId="20577"/>
        <pc:sldMkLst>
          <pc:docMk/>
          <pc:sldMk cId="3549576044" sldId="645"/>
        </pc:sldMkLst>
        <pc:spChg chg="del">
          <ac:chgData name="Димитър Минчев" userId="6da192e4-d32c-454b-8615-bbadf07b6639" providerId="ADAL" clId="{57BA1822-FAB6-452D-93A6-B7D96803D8FE}" dt="2023-02-22T11:43:20.929" v="228" actId="478"/>
          <ac:spMkLst>
            <pc:docMk/>
            <pc:sldMk cId="3549576044" sldId="64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43:47.337" v="238" actId="113"/>
          <ac:spMkLst>
            <pc:docMk/>
            <pc:sldMk cId="3549576044" sldId="64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43:49.133" v="239" actId="478"/>
          <ac:spMkLst>
            <pc:docMk/>
            <pc:sldMk cId="3549576044" sldId="645"/>
            <ac:spMk id="5" creationId="{3CE6E59C-A7AC-4187-887F-20101A81C596}"/>
          </ac:spMkLst>
        </pc:spChg>
        <pc:spChg chg="add del mod">
          <ac:chgData name="Димитър Минчев" userId="6da192e4-d32c-454b-8615-bbadf07b6639" providerId="ADAL" clId="{57BA1822-FAB6-452D-93A6-B7D96803D8FE}" dt="2023-02-22T11:43:23.350" v="229" actId="478"/>
          <ac:spMkLst>
            <pc:docMk/>
            <pc:sldMk cId="3549576044" sldId="645"/>
            <ac:spMk id="6" creationId="{CE424752-4520-5075-0193-947CC3C7E806}"/>
          </ac:spMkLst>
        </pc:spChg>
        <pc:spChg chg="add mod">
          <ac:chgData name="Димитър Минчев" userId="6da192e4-d32c-454b-8615-bbadf07b6639" providerId="ADAL" clId="{57BA1822-FAB6-452D-93A6-B7D96803D8FE}" dt="2023-02-22T11:43:54.141" v="240" actId="20577"/>
          <ac:spMkLst>
            <pc:docMk/>
            <pc:sldMk cId="3549576044" sldId="645"/>
            <ac:spMk id="7" creationId="{63494A9E-F2EF-264E-35F1-01BB0B21D125}"/>
          </ac:spMkLst>
        </pc:spChg>
      </pc:sldChg>
      <pc:sldChg chg="addSp delSp modSp add mod">
        <pc:chgData name="Димитър Минчев" userId="6da192e4-d32c-454b-8615-bbadf07b6639" providerId="ADAL" clId="{57BA1822-FAB6-452D-93A6-B7D96803D8FE}" dt="2023-02-22T11:44:55.995" v="260" actId="478"/>
        <pc:sldMkLst>
          <pc:docMk/>
          <pc:sldMk cId="19616311" sldId="646"/>
        </pc:sldMkLst>
        <pc:spChg chg="del">
          <ac:chgData name="Димитър Минчев" userId="6da192e4-d32c-454b-8615-bbadf07b6639" providerId="ADAL" clId="{57BA1822-FAB6-452D-93A6-B7D96803D8FE}" dt="2023-02-22T11:44:00.020" v="241" actId="478"/>
          <ac:spMkLst>
            <pc:docMk/>
            <pc:sldMk cId="19616311" sldId="646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44:13.893" v="248" actId="478"/>
          <ac:spMkLst>
            <pc:docMk/>
            <pc:sldMk cId="19616311" sldId="64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44:55.995" v="260" actId="478"/>
          <ac:spMkLst>
            <pc:docMk/>
            <pc:sldMk cId="19616311" sldId="646"/>
            <ac:spMk id="5" creationId="{4015BB0D-63CC-44EC-9850-2CA8BBEBE551}"/>
          </ac:spMkLst>
        </pc:spChg>
        <pc:spChg chg="add del mod">
          <ac:chgData name="Димитър Минчев" userId="6da192e4-d32c-454b-8615-bbadf07b6639" providerId="ADAL" clId="{57BA1822-FAB6-452D-93A6-B7D96803D8FE}" dt="2023-02-22T11:44:01.698" v="242" actId="478"/>
          <ac:spMkLst>
            <pc:docMk/>
            <pc:sldMk cId="19616311" sldId="646"/>
            <ac:spMk id="6" creationId="{25844639-F575-DFD0-4874-F78F327E65D8}"/>
          </ac:spMkLst>
        </pc:spChg>
        <pc:spChg chg="add mod">
          <ac:chgData name="Димитър Минчев" userId="6da192e4-d32c-454b-8615-bbadf07b6639" providerId="ADAL" clId="{57BA1822-FAB6-452D-93A6-B7D96803D8FE}" dt="2023-02-22T11:44:04.848" v="244" actId="20577"/>
          <ac:spMkLst>
            <pc:docMk/>
            <pc:sldMk cId="19616311" sldId="646"/>
            <ac:spMk id="7" creationId="{30A1E1E6-B902-41B5-B8EC-2CF8F835E55C}"/>
          </ac:spMkLst>
        </pc:spChg>
        <pc:spChg chg="add mod">
          <ac:chgData name="Димитър Минчев" userId="6da192e4-d32c-454b-8615-bbadf07b6639" providerId="ADAL" clId="{57BA1822-FAB6-452D-93A6-B7D96803D8FE}" dt="2023-02-22T11:44:54.139" v="259" actId="113"/>
          <ac:spMkLst>
            <pc:docMk/>
            <pc:sldMk cId="19616311" sldId="646"/>
            <ac:spMk id="9" creationId="{A7C8942D-FF22-45DB-91F9-8448709EC677}"/>
          </ac:spMkLst>
        </pc:spChg>
      </pc:sldChg>
      <pc:sldChg chg="delSp modSp add mod">
        <pc:chgData name="Димитър Минчев" userId="6da192e4-d32c-454b-8615-bbadf07b6639" providerId="ADAL" clId="{57BA1822-FAB6-452D-93A6-B7D96803D8FE}" dt="2023-02-22T11:39:15.358" v="139" actId="478"/>
        <pc:sldMkLst>
          <pc:docMk/>
          <pc:sldMk cId="583116825" sldId="647"/>
        </pc:sldMkLst>
        <pc:spChg chg="mod">
          <ac:chgData name="Димитър Минчев" userId="6da192e4-d32c-454b-8615-bbadf07b6639" providerId="ADAL" clId="{57BA1822-FAB6-452D-93A6-B7D96803D8FE}" dt="2023-02-22T11:38:10.832" v="119" actId="2711"/>
          <ac:spMkLst>
            <pc:docMk/>
            <pc:sldMk cId="583116825" sldId="64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9:11.039" v="138" actId="113"/>
          <ac:spMkLst>
            <pc:docMk/>
            <pc:sldMk cId="583116825" sldId="64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8:50.100" v="133" actId="6549"/>
          <ac:spMkLst>
            <pc:docMk/>
            <pc:sldMk cId="583116825" sldId="647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39:15.358" v="139" actId="478"/>
          <ac:spMkLst>
            <pc:docMk/>
            <pc:sldMk cId="583116825" sldId="647"/>
            <ac:spMk id="6" creationId="{16CE22A9-D4B4-4875-9F6F-5C37814EC891}"/>
          </ac:spMkLst>
        </pc:spChg>
      </pc:sldChg>
      <pc:sldChg chg="addSp delSp modSp add mod">
        <pc:chgData name="Димитър Минчев" userId="6da192e4-d32c-454b-8615-bbadf07b6639" providerId="ADAL" clId="{57BA1822-FAB6-452D-93A6-B7D96803D8FE}" dt="2023-02-22T11:38:04.815" v="118" actId="478"/>
        <pc:sldMkLst>
          <pc:docMk/>
          <pc:sldMk cId="2081951004" sldId="648"/>
        </pc:sldMkLst>
        <pc:spChg chg="del">
          <ac:chgData name="Димитър Минчев" userId="6da192e4-d32c-454b-8615-bbadf07b6639" providerId="ADAL" clId="{57BA1822-FAB6-452D-93A6-B7D96803D8FE}" dt="2023-02-22T11:37:49.634" v="111" actId="478"/>
          <ac:spMkLst>
            <pc:docMk/>
            <pc:sldMk cId="2081951004" sldId="64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37:59.463" v="116" actId="2711"/>
          <ac:spMkLst>
            <pc:docMk/>
            <pc:sldMk cId="2081951004" sldId="648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57BA1822-FAB6-452D-93A6-B7D96803D8FE}" dt="2023-02-22T11:37:50.955" v="112" actId="478"/>
          <ac:spMkLst>
            <pc:docMk/>
            <pc:sldMk cId="2081951004" sldId="648"/>
            <ac:spMk id="5" creationId="{0B525545-42C1-43C2-FD8C-2F5CC5EBB45B}"/>
          </ac:spMkLst>
        </pc:spChg>
        <pc:spChg chg="del mod">
          <ac:chgData name="Димитър Минчев" userId="6da192e4-d32c-454b-8615-bbadf07b6639" providerId="ADAL" clId="{57BA1822-FAB6-452D-93A6-B7D96803D8FE}" dt="2023-02-22T11:38:04.815" v="118" actId="478"/>
          <ac:spMkLst>
            <pc:docMk/>
            <pc:sldMk cId="2081951004" sldId="648"/>
            <ac:spMk id="7" creationId="{E29DA931-DCCD-4C93-9D45-434379DD837C}"/>
          </ac:spMkLst>
        </pc:spChg>
        <pc:spChg chg="add mod">
          <ac:chgData name="Димитър Минчев" userId="6da192e4-d32c-454b-8615-bbadf07b6639" providerId="ADAL" clId="{57BA1822-FAB6-452D-93A6-B7D96803D8FE}" dt="2023-02-22T11:37:53.738" v="115" actId="20577"/>
          <ac:spMkLst>
            <pc:docMk/>
            <pc:sldMk cId="2081951004" sldId="648"/>
            <ac:spMk id="8" creationId="{A5F755EB-75A2-4E1B-7EEB-D21DB9EB8170}"/>
          </ac:spMkLst>
        </pc:spChg>
        <pc:picChg chg="mod">
          <ac:chgData name="Димитър Минчев" userId="6da192e4-d32c-454b-8615-bbadf07b6639" providerId="ADAL" clId="{57BA1822-FAB6-452D-93A6-B7D96803D8FE}" dt="2023-02-22T11:38:02.281" v="117" actId="1076"/>
          <ac:picMkLst>
            <pc:docMk/>
            <pc:sldMk cId="2081951004" sldId="648"/>
            <ac:picMk id="6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57BA1822-FAB6-452D-93A6-B7D96803D8FE}" dt="2023-02-22T11:41:17.835" v="183" actId="478"/>
        <pc:sldMkLst>
          <pc:docMk/>
          <pc:sldMk cId="3686306989" sldId="649"/>
        </pc:sldMkLst>
        <pc:spChg chg="mod">
          <ac:chgData name="Димитър Минчев" userId="6da192e4-d32c-454b-8615-bbadf07b6639" providerId="ADAL" clId="{57BA1822-FAB6-452D-93A6-B7D96803D8FE}" dt="2023-02-22T11:40:22.842" v="160" actId="2711"/>
          <ac:spMkLst>
            <pc:docMk/>
            <pc:sldMk cId="3686306989" sldId="64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41:12.041" v="181" actId="113"/>
          <ac:spMkLst>
            <pc:docMk/>
            <pc:sldMk cId="3686306989" sldId="64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40:59.546" v="179" actId="207"/>
          <ac:spMkLst>
            <pc:docMk/>
            <pc:sldMk cId="3686306989" sldId="64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41:17.835" v="183" actId="478"/>
          <ac:spMkLst>
            <pc:docMk/>
            <pc:sldMk cId="3686306989" sldId="649"/>
            <ac:spMk id="6" creationId="{786FD185-31C1-42A7-812A-F4263FF53D0B}"/>
          </ac:spMkLst>
        </pc:spChg>
      </pc:sldChg>
      <pc:sldChg chg="delSp modSp add mod modAnim">
        <pc:chgData name="Димитър Минчев" userId="6da192e4-d32c-454b-8615-bbadf07b6639" providerId="ADAL" clId="{57BA1822-FAB6-452D-93A6-B7D96803D8FE}" dt="2023-02-22T11:42:28.246" v="209"/>
        <pc:sldMkLst>
          <pc:docMk/>
          <pc:sldMk cId="1312102953" sldId="650"/>
        </pc:sldMkLst>
        <pc:spChg chg="mod">
          <ac:chgData name="Димитър Минчев" userId="6da192e4-d32c-454b-8615-bbadf07b6639" providerId="ADAL" clId="{57BA1822-FAB6-452D-93A6-B7D96803D8FE}" dt="2023-02-22T11:41:25.354" v="184" actId="2711"/>
          <ac:spMkLst>
            <pc:docMk/>
            <pc:sldMk cId="1312102953" sldId="65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42:23.163" v="208" actId="113"/>
          <ac:spMkLst>
            <pc:docMk/>
            <pc:sldMk cId="1312102953" sldId="650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57BA1822-FAB6-452D-93A6-B7D96803D8FE}" dt="2023-02-22T11:42:14.054" v="206" actId="1076"/>
          <ac:spMkLst>
            <pc:docMk/>
            <pc:sldMk cId="1312102953" sldId="650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57BA1822-FAB6-452D-93A6-B7D96803D8FE}" dt="2023-02-22T11:42:08.121" v="205" actId="478"/>
          <ac:spMkLst>
            <pc:docMk/>
            <pc:sldMk cId="1312102953" sldId="650"/>
            <ac:spMk id="8" creationId="{B355A595-9471-4277-AE7D-363CEA88E409}"/>
          </ac:spMkLst>
        </pc:spChg>
        <pc:spChg chg="mod">
          <ac:chgData name="Димитър Минчев" userId="6da192e4-d32c-454b-8615-bbadf07b6639" providerId="ADAL" clId="{57BA1822-FAB6-452D-93A6-B7D96803D8FE}" dt="2023-02-22T11:42:14.054" v="206" actId="1076"/>
          <ac:spMkLst>
            <pc:docMk/>
            <pc:sldMk cId="1312102953" sldId="650"/>
            <ac:spMk id="11" creationId="{00000000-0000-0000-0000-00000000000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D143EBA-391C-417A-A1AD-91709D6843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08677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F543E07-78BB-4495-9909-9F840CA506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03823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952BAA2-880B-4A48-9FCD-92313FD40C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085124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AD4FC8F-3226-49FC-BC60-B4B562E723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38543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2687253-AE7F-49C2-9F62-F31560ED9F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21996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95718AF-023D-4D90-B6D4-F3CE980F7D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37766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84D0447-76BF-4200-8CF7-F550009D26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128789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3E2A379-B46A-4728-92CA-458A8ACADB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401618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BFBDEB6-3737-4519-955E-5CFFBEF3C7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13336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CRUD </a:t>
            </a:r>
            <a:r>
              <a:rPr lang="bg-BG" dirty="0">
                <a:latin typeface="Comfortaa" pitchFamily="2" charset="0"/>
              </a:rPr>
              <a:t>приложение с </a:t>
            </a:r>
            <a:r>
              <a:rPr lang="en-US" dirty="0">
                <a:latin typeface="Comfortaa" pitchFamily="2" charset="0"/>
              </a:rPr>
              <a:t>ORM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Разработка на софтуер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10363200" cy="820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mfortaa" pitchFamily="2" charset="0"/>
              </a:rPr>
              <a:t>CRUD </a:t>
            </a:r>
            <a:r>
              <a:rPr lang="bg-BG" dirty="0">
                <a:latin typeface="Comfortaa" pitchFamily="2" charset="0"/>
              </a:rPr>
              <a:t>операции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160600"/>
            <a:ext cx="7467600" cy="30014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4158" y="5754982"/>
            <a:ext cx="9144000" cy="770021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Create, Read, Update, Delete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5E3FC7D2-7F76-4E74-B39D-AC856E7AB31C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70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</a:t>
            </a:r>
            <a:r>
              <a:rPr lang="en-US" noProof="1">
                <a:latin typeface="Comfortaa" pitchFamily="2" charset="0"/>
              </a:rPr>
              <a:t>RUD – </a:t>
            </a:r>
            <a:r>
              <a:rPr lang="bg-BG" dirty="0">
                <a:latin typeface="Comfortaa" pitchFamily="2" charset="0"/>
              </a:rPr>
              <a:t>Създаване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</a:t>
            </a:r>
            <a:r>
              <a:rPr lang="bg-BG" dirty="0">
                <a:latin typeface="Comfortaa" pitchFamily="2" charset="0"/>
              </a:rPr>
              <a:t>/</a:t>
            </a:r>
            <a:r>
              <a:rPr lang="en-US" dirty="0">
                <a:latin typeface="Comfortaa" pitchFamily="2" charset="0"/>
              </a:rPr>
              <a:t> - </a:t>
            </a:r>
            <a:r>
              <a:rPr lang="bg-BG" dirty="0">
                <a:latin typeface="Comfortaa" pitchFamily="2" charset="0"/>
              </a:rPr>
              <a:t>пример: добавяне на нов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</a:t>
            </a:r>
            <a:r>
              <a:rPr lang="en-US" noProof="1">
                <a:latin typeface="Comfortaa" pitchFamily="2" charset="0"/>
              </a:rPr>
              <a:t>UD – </a:t>
            </a:r>
            <a:r>
              <a:rPr lang="bg-BG" dirty="0">
                <a:latin typeface="Comfortaa" pitchFamily="2" charset="0"/>
              </a:rPr>
              <a:t>Прочитане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Read</a:t>
            </a:r>
            <a:r>
              <a:rPr lang="bg-BG" dirty="0">
                <a:latin typeface="Comfortaa" pitchFamily="2" charset="0"/>
              </a:rPr>
              <a:t>/ - пример: прочитане на запис от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CR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</a:t>
            </a:r>
            <a:r>
              <a:rPr lang="en-US" noProof="1">
                <a:latin typeface="Comfortaa" pitchFamily="2" charset="0"/>
              </a:rPr>
              <a:t>D – </a:t>
            </a:r>
            <a:r>
              <a:rPr lang="bg-BG" dirty="0">
                <a:latin typeface="Comfortaa" pitchFamily="2" charset="0"/>
              </a:rPr>
              <a:t>Променяне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Update</a:t>
            </a:r>
            <a:r>
              <a:rPr lang="bg-BG" dirty="0">
                <a:latin typeface="Comfortaa" pitchFamily="2" charset="0"/>
              </a:rPr>
              <a:t>/ - пример: промяна на един или няколко елемента от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CRU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</a:t>
            </a:r>
            <a:r>
              <a:rPr lang="en-US" noProof="1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Изтриване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Delete</a:t>
            </a:r>
            <a:r>
              <a:rPr lang="bg-BG" dirty="0">
                <a:latin typeface="Comfortaa" pitchFamily="2" charset="0"/>
              </a:rPr>
              <a:t>/ - пример: изтриване на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са </a:t>
            </a:r>
            <a:r>
              <a:rPr lang="en-US" dirty="0">
                <a:latin typeface="Comfortaa" pitchFamily="2" charset="0"/>
              </a:rPr>
              <a:t>CRUD</a:t>
            </a:r>
            <a:r>
              <a:rPr lang="bg-BG" dirty="0">
                <a:latin typeface="Comfortaa" pitchFamily="2" charset="0"/>
              </a:rPr>
              <a:t> операциите</a:t>
            </a:r>
            <a:r>
              <a:rPr lang="en-US" dirty="0">
                <a:latin typeface="Comfortaa" pitchFamily="2" charset="0"/>
              </a:rPr>
              <a:t>?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13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-79313">
              <a:lnSpc>
                <a:spcPct val="100000"/>
              </a:lnSpc>
              <a:buNone/>
            </a:pPr>
            <a:r>
              <a:rPr lang="bg-BG" sz="2400" noProof="1">
                <a:latin typeface="Comfortaa" pitchFamily="2" charset="0"/>
              </a:rPr>
              <a:t>Вече създадохме едно просто </a:t>
            </a:r>
            <a:r>
              <a:rPr lang="en-US" sz="2400" noProof="1">
                <a:latin typeface="Comfortaa" pitchFamily="2" charset="0"/>
              </a:rPr>
              <a:t>CRUD </a:t>
            </a:r>
            <a:r>
              <a:rPr lang="bg-BG" sz="2400" noProof="1">
                <a:latin typeface="Comfortaa" pitchFamily="2" charset="0"/>
              </a:rPr>
              <a:t>приложение без </a:t>
            </a:r>
            <a:r>
              <a:rPr lang="en-US" sz="2400" noProof="1">
                <a:latin typeface="Comfortaa" pitchFamily="2" charset="0"/>
              </a:rPr>
              <a:t>ORM. </a:t>
            </a:r>
            <a:r>
              <a:rPr lang="bg-BG" sz="2400" noProof="1">
                <a:latin typeface="Comfortaa" pitchFamily="2" charset="0"/>
              </a:rPr>
              <a:t>Една погрешно написана заявка би създала доста проблеми.</a:t>
            </a:r>
            <a:br>
              <a:rPr lang="en-US" sz="2400" noProof="1">
                <a:latin typeface="Comfortaa" pitchFamily="2" charset="0"/>
              </a:rPr>
            </a:br>
            <a:r>
              <a:rPr lang="bg-BG" sz="2400" noProof="1">
                <a:latin typeface="Comfortaa" pitchFamily="2" charset="0"/>
              </a:rPr>
              <a:t>Нека сега да разгледаме няколко предимства на </a:t>
            </a:r>
            <a:r>
              <a:rPr lang="en-US" sz="2400" noProof="1">
                <a:latin typeface="Comfortaa" pitchFamily="2" charset="0"/>
              </a:rPr>
              <a:t>ORM:</a:t>
            </a:r>
            <a:endParaRPr lang="bg-BG" sz="2400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ORM</a:t>
            </a:r>
            <a:r>
              <a:rPr lang="bg-BG" sz="24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400" noProof="1">
                <a:latin typeface="Comfortaa" pitchFamily="2" charset="0"/>
              </a:rPr>
              <a:t>прави работата с БД по-лесна и бърза – не пишем собствен </a:t>
            </a:r>
            <a:r>
              <a:rPr lang="en-US" sz="2400" noProof="1">
                <a:latin typeface="Comfortaa" pitchFamily="2" charset="0"/>
              </a:rPr>
              <a:t>SQL </a:t>
            </a:r>
            <a:r>
              <a:rPr lang="bg-BG" sz="2400" noProof="1">
                <a:latin typeface="Comfortaa" pitchFamily="2" charset="0"/>
              </a:rPr>
              <a:t>код за стандартни заявки</a:t>
            </a:r>
          </a:p>
          <a:p>
            <a:pPr>
              <a:lnSpc>
                <a:spcPct val="100000"/>
              </a:lnSpc>
            </a:pPr>
            <a:r>
              <a:rPr lang="bg-BG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По-лесен</a:t>
            </a:r>
            <a:r>
              <a:rPr lang="bg-BG" sz="24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400" noProof="1">
                <a:latin typeface="Comfortaa" pitchFamily="2" charset="0"/>
              </a:rPr>
              <a:t>за промяна и поддръжка код</a:t>
            </a:r>
          </a:p>
          <a:p>
            <a:pPr>
              <a:lnSpc>
                <a:spcPct val="100000"/>
              </a:lnSpc>
            </a:pPr>
            <a:r>
              <a:rPr lang="bg-BG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Защита</a:t>
            </a:r>
            <a:r>
              <a:rPr lang="bg-BG" sz="24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400" noProof="1">
                <a:latin typeface="Comfortaa" pitchFamily="2" charset="0"/>
              </a:rPr>
              <a:t>от </a:t>
            </a:r>
            <a:r>
              <a:rPr lang="en-US" sz="2400" noProof="1">
                <a:latin typeface="Comfortaa" pitchFamily="2" charset="0"/>
              </a:rPr>
              <a:t>SQL </a:t>
            </a:r>
            <a:r>
              <a:rPr lang="bg-BG" sz="2400" noProof="1">
                <a:latin typeface="Comfortaa" pitchFamily="2" charset="0"/>
              </a:rPr>
              <a:t>инжекция, чрез филтриране на данните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Защо </a:t>
            </a:r>
            <a:r>
              <a:rPr lang="en-US" dirty="0">
                <a:latin typeface="Comfortaa" pitchFamily="2" charset="0"/>
              </a:rPr>
              <a:t>ORM?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29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8051"/>
            <a:ext cx="10651958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noProof="1">
                <a:latin typeface="Comfortaa" pitchFamily="2" charset="0"/>
              </a:rPr>
              <a:t>Ще създадем </a:t>
            </a:r>
            <a:r>
              <a:rPr lang="en-US" sz="3200" noProof="1">
                <a:latin typeface="Comfortaa" pitchFamily="2" charset="0"/>
                <a:cs typeface="Consolas" pitchFamily="49" charset="0"/>
              </a:rPr>
              <a:t>CRUD</a:t>
            </a:r>
            <a:r>
              <a:rPr lang="en-US" sz="3200" noProof="1">
                <a:latin typeface="Comfortaa" pitchFamily="2" charset="0"/>
              </a:rPr>
              <a:t> </a:t>
            </a:r>
            <a:r>
              <a:rPr lang="bg-BG" sz="3200" noProof="1">
                <a:latin typeface="Comfortaa" pitchFamily="2" charset="0"/>
              </a:rPr>
              <a:t>приложение, което ще управлява </a:t>
            </a:r>
            <a:r>
              <a:rPr lang="bg-BG" sz="3200" noProof="1">
                <a:latin typeface="Comfortaa" pitchFamily="2" charset="0"/>
                <a:cs typeface="Consolas" pitchFamily="49" charset="0"/>
              </a:rPr>
              <a:t>продукти</a:t>
            </a:r>
            <a:endParaRPr lang="en-US" sz="3200" noProof="1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bg-BG" sz="3200" noProof="1">
                <a:latin typeface="Comfortaa" pitchFamily="2" charset="0"/>
              </a:rPr>
              <a:t>Трислойна архитектура </a:t>
            </a:r>
            <a:r>
              <a:rPr lang="en-US" sz="3200" noProof="1">
                <a:latin typeface="Comfortaa" pitchFamily="2" charset="0"/>
              </a:rPr>
              <a:t>=&gt; </a:t>
            </a:r>
            <a:r>
              <a:rPr lang="en-US" sz="3200" noProof="1">
                <a:latin typeface="Comfortaa" pitchFamily="2" charset="0"/>
                <a:cs typeface="Consolas" pitchFamily="49" charset="0"/>
              </a:rPr>
              <a:t>3-tier architecture</a:t>
            </a:r>
            <a:endParaRPr lang="en-US" sz="3200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noProof="1">
                <a:solidFill>
                  <a:srgbClr val="00B0F0"/>
                </a:solidFill>
                <a:latin typeface="Comfortaa" pitchFamily="2" charset="0"/>
              </a:rPr>
              <a:t>Слой за данни </a:t>
            </a:r>
            <a:r>
              <a:rPr lang="en-US" noProof="1">
                <a:latin typeface="Comfortaa" pitchFamily="2" charset="0"/>
              </a:rPr>
              <a:t>=&gt;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Data access layer</a:t>
            </a:r>
            <a:endParaRPr lang="en-US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noProof="1">
                <a:solidFill>
                  <a:srgbClr val="00B0F0"/>
                </a:solidFill>
                <a:latin typeface="Comfortaa" pitchFamily="2" charset="0"/>
              </a:rPr>
              <a:t>Бизнес слой </a:t>
            </a:r>
            <a:r>
              <a:rPr lang="en-US" noProof="1">
                <a:latin typeface="Comfortaa" pitchFamily="2" charset="0"/>
              </a:rPr>
              <a:t>=&gt;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Business layer</a:t>
            </a:r>
            <a:endParaRPr lang="en-US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noProof="1">
                <a:solidFill>
                  <a:srgbClr val="00B0F0"/>
                </a:solidFill>
                <a:latin typeface="Comfortaa" pitchFamily="2" charset="0"/>
              </a:rPr>
              <a:t>Презентационен слой </a:t>
            </a:r>
            <a:r>
              <a:rPr lang="en-US" noProof="1">
                <a:latin typeface="Comfortaa" pitchFamily="2" charset="0"/>
              </a:rPr>
              <a:t>=&gt;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Presentation layer</a:t>
            </a:r>
            <a:endParaRPr lang="bg-BG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b="1" noProof="1"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Архитектура на приложението</a:t>
            </a:r>
          </a:p>
        </p:txBody>
      </p:sp>
    </p:spTree>
    <p:extLst>
      <p:ext uri="{BB962C8B-B14F-4D97-AF65-F5344CB8AC3E}">
        <p14:creationId xmlns:p14="http://schemas.microsoft.com/office/powerpoint/2010/main" val="188287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Business</a:t>
            </a:r>
          </a:p>
          <a:p>
            <a:pPr lvl="1">
              <a:lnSpc>
                <a:spcPct val="100000"/>
              </a:lnSpc>
            </a:pP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ProductBusiness.cs</a:t>
            </a:r>
            <a:r>
              <a:rPr lang="bg-BG" sz="2000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noProof="1">
                <a:latin typeface="Comfortaa" pitchFamily="2" charset="0"/>
              </a:rPr>
              <a:t>– описва бизнес логиката свързана с продуктите</a:t>
            </a:r>
            <a:endParaRPr lang="en-US" sz="20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Data</a:t>
            </a:r>
          </a:p>
          <a:p>
            <a:pPr lvl="1">
              <a:lnSpc>
                <a:spcPct val="100000"/>
              </a:lnSpc>
            </a:pP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ProductContext.cs</a:t>
            </a:r>
            <a:r>
              <a:rPr lang="bg-BG" sz="2000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noProof="1">
                <a:latin typeface="Comfortaa" pitchFamily="2" charset="0"/>
              </a:rPr>
              <a:t>– описва контекста за достъпване на данните</a:t>
            </a:r>
            <a:endParaRPr lang="bg-BG" sz="1800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1800" b="1" noProof="1">
                <a:solidFill>
                  <a:srgbClr val="00B0F0"/>
                </a:solidFill>
                <a:latin typeface="Comfortaa" pitchFamily="2" charset="0"/>
              </a:rPr>
              <a:t>Model</a:t>
            </a:r>
            <a:r>
              <a:rPr lang="bg-BG" sz="1800" b="1" noProof="1">
                <a:solidFill>
                  <a:srgbClr val="00B0F0"/>
                </a:solidFill>
                <a:latin typeface="Comfortaa" pitchFamily="2" charset="0"/>
              </a:rPr>
              <a:t>/</a:t>
            </a: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Product.cs</a:t>
            </a:r>
            <a:r>
              <a:rPr lang="bg-BG" sz="2000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noProof="1">
                <a:latin typeface="Comfortaa" pitchFamily="2" charset="0"/>
              </a:rPr>
              <a:t>– описва модела данни за продукт</a:t>
            </a:r>
            <a:endParaRPr lang="bg-BG" sz="18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Presentation</a:t>
            </a:r>
            <a:endParaRPr lang="bg-BG" sz="2400" b="1" noProof="1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Display.cs</a:t>
            </a:r>
            <a:r>
              <a:rPr lang="en-US" sz="2000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000" noProof="1">
                <a:latin typeface="Comfortaa" pitchFamily="2" charset="0"/>
              </a:rPr>
              <a:t>– </a:t>
            </a:r>
            <a:r>
              <a:rPr lang="bg-BG" sz="2000" noProof="1">
                <a:latin typeface="Comfortaa" pitchFamily="2" charset="0"/>
              </a:rPr>
              <a:t>клас, в който ще реализираме конзолно управление на приложението</a:t>
            </a:r>
            <a:endParaRPr lang="en-US" sz="20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Program.cs</a:t>
            </a:r>
            <a:r>
              <a:rPr lang="bg-BG" sz="24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noProof="1">
                <a:latin typeface="Comfortaa" pitchFamily="2" charset="0"/>
              </a:rPr>
              <a:t>– Място, където ще създадем обект от класа </a:t>
            </a:r>
            <a:r>
              <a:rPr lang="en-US" sz="2400" noProof="1">
                <a:latin typeface="Comfortaa" pitchFamily="2" charset="0"/>
              </a:rPr>
              <a:t>Display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Структура на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70657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945" y="1690688"/>
            <a:ext cx="5061676" cy="40724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Тук ще ползваме </a:t>
            </a:r>
            <a:r>
              <a:rPr lang="en-US" dirty="0">
                <a:latin typeface="Comfortaa" pitchFamily="2" charset="0"/>
              </a:rPr>
              <a:t>Entity Framework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Трябва да го добавим към проекта десен бутон на </a:t>
            </a:r>
            <a:r>
              <a:rPr lang="en-US" dirty="0">
                <a:latin typeface="Comfortaa" pitchFamily="2" charset="0"/>
              </a:rPr>
              <a:t>[References]</a:t>
            </a:r>
            <a:r>
              <a:rPr lang="bg-BG" dirty="0">
                <a:latin typeface="Comfortaa" pitchFamily="2" charset="0"/>
              </a:rPr>
              <a:t> -&gt; </a:t>
            </a:r>
            <a:r>
              <a:rPr lang="en-US" dirty="0">
                <a:latin typeface="Comfortaa" pitchFamily="2" charset="0"/>
              </a:rPr>
              <a:t>Manage </a:t>
            </a:r>
            <a:r>
              <a:rPr lang="en-US" dirty="0" err="1">
                <a:latin typeface="Comfortaa" pitchFamily="2" charset="0"/>
              </a:rPr>
              <a:t>NuGet</a:t>
            </a:r>
            <a:r>
              <a:rPr lang="en-US" dirty="0">
                <a:latin typeface="Comfortaa" pitchFamily="2" charset="0"/>
              </a:rPr>
              <a:t> Packages…</a:t>
            </a:r>
            <a:r>
              <a:rPr lang="bg-BG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bg-BG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Entity Framework [1/2]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868" y="1690688"/>
            <a:ext cx="5061677" cy="412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1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Изберете </a:t>
            </a:r>
            <a:r>
              <a:rPr lang="en-US" dirty="0" err="1">
                <a:latin typeface="Comfortaa" pitchFamily="2" charset="0"/>
              </a:rPr>
              <a:t>EntityFramework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инсталирайте:</a:t>
            </a:r>
          </a:p>
          <a:p>
            <a:pPr>
              <a:lnSpc>
                <a:spcPct val="100000"/>
              </a:lnSpc>
            </a:pPr>
            <a:endParaRPr lang="bg-BG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76058"/>
            <a:ext cx="10259857" cy="279121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5F755EB-75A2-4E1B-7EEB-D21DB9EB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Entity Framework [2/2]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51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Тук ще действаме по </a:t>
            </a:r>
            <a:r>
              <a:rPr lang="en-US" sz="2200" b="1" dirty="0">
                <a:solidFill>
                  <a:srgbClr val="00B0F0"/>
                </a:solidFill>
                <a:latin typeface="Comfortaa" pitchFamily="2" charset="0"/>
              </a:rPr>
              <a:t>Code-First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принципа и няма да създаваме предварително база данни. Само ще зададем в </a:t>
            </a:r>
            <a:r>
              <a:rPr lang="en-US" sz="2200" b="1" dirty="0" err="1">
                <a:solidFill>
                  <a:srgbClr val="00B0F0"/>
                </a:solidFill>
                <a:latin typeface="Comfortaa" pitchFamily="2" charset="0"/>
              </a:rPr>
              <a:t>App.config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файла следният низ за връзка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към нея:</a:t>
            </a:r>
            <a:endParaRPr lang="en-US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Поставете този код непосредствено преди </a:t>
            </a:r>
            <a:r>
              <a:rPr lang="en-US" sz="2200" b="1" dirty="0">
                <a:solidFill>
                  <a:srgbClr val="00B0F0"/>
                </a:solidFill>
                <a:latin typeface="Comfortaa" pitchFamily="2" charset="0"/>
              </a:rPr>
              <a:t>&lt;/configuration&gt;</a:t>
            </a:r>
            <a:endParaRPr lang="bg-BG" sz="22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2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2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2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2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2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База данни</a:t>
            </a: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1143000" y="3113301"/>
            <a:ext cx="10061576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latin typeface="Consolas" panose="020B0609020204030204" pitchFamily="49" charset="0"/>
              </a:rPr>
              <a:t>connectionStrings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&lt;add name="</a:t>
            </a:r>
            <a:r>
              <a:rPr lang="en-US" sz="2400" dirty="0" err="1">
                <a:latin typeface="Consolas" panose="020B0609020204030204" pitchFamily="49" charset="0"/>
              </a:rPr>
              <a:t>ProductContext</a:t>
            </a:r>
            <a:r>
              <a:rPr lang="en-US" sz="2400" dirty="0">
                <a:latin typeface="Consolas" panose="020B0609020204030204" pitchFamily="49" charset="0"/>
              </a:rPr>
              <a:t>" </a:t>
            </a:r>
            <a:r>
              <a:rPr lang="en-US" sz="2400" dirty="0" err="1">
                <a:latin typeface="Consolas" panose="020B0609020204030204" pitchFamily="49" charset="0"/>
              </a:rPr>
              <a:t>connectionString</a:t>
            </a:r>
            <a:r>
              <a:rPr lang="en-US" sz="2400" dirty="0">
                <a:latin typeface="Consolas" panose="020B0609020204030204" pitchFamily="49" charset="0"/>
              </a:rPr>
              <a:t>="Data Source=.; Initial Catalog=</a:t>
            </a:r>
            <a:r>
              <a:rPr lang="en-US" sz="2400" dirty="0" err="1">
                <a:latin typeface="Consolas" panose="020B0609020204030204" pitchFamily="49" charset="0"/>
              </a:rPr>
              <a:t>ProductDb</a:t>
            </a:r>
            <a:r>
              <a:rPr lang="en-US" sz="2400" dirty="0">
                <a:latin typeface="Consolas" panose="020B0609020204030204" pitchFamily="49" charset="0"/>
              </a:rPr>
              <a:t>; Integrated Security=true" </a:t>
            </a:r>
            <a:r>
              <a:rPr lang="en-US" sz="2400" dirty="0" err="1">
                <a:latin typeface="Consolas" panose="020B0609020204030204" pitchFamily="49" charset="0"/>
              </a:rPr>
              <a:t>providerName</a:t>
            </a:r>
            <a:r>
              <a:rPr lang="en-US" sz="2400" dirty="0">
                <a:latin typeface="Consolas" panose="020B0609020204030204" pitchFamily="49" charset="0"/>
              </a:rPr>
              <a:t>="</a:t>
            </a:r>
            <a:r>
              <a:rPr lang="en-US" sz="2400" dirty="0" err="1">
                <a:latin typeface="Consolas" panose="020B0609020204030204" pitchFamily="49" charset="0"/>
              </a:rPr>
              <a:t>System.Data.SqlClient</a:t>
            </a:r>
            <a:r>
              <a:rPr lang="en-US" sz="2400" dirty="0">
                <a:latin typeface="Consolas" panose="020B0609020204030204" pitchFamily="49" charset="0"/>
              </a:rPr>
              <a:t>" /&gt;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latin typeface="Consolas" panose="020B0609020204030204" pitchFamily="49" charset="0"/>
              </a:rPr>
              <a:t>connectionStrings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  <a:endParaRPr lang="en-US" sz="24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11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710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Създайте подпапка </a:t>
            </a:r>
            <a:r>
              <a:rPr lang="en-US" dirty="0">
                <a:latin typeface="Comfortaa" pitchFamily="2" charset="0"/>
              </a:rPr>
              <a:t>Model </a:t>
            </a:r>
            <a:r>
              <a:rPr lang="bg-BG" dirty="0">
                <a:latin typeface="Comfortaa" pitchFamily="2" charset="0"/>
              </a:rPr>
              <a:t>в </a:t>
            </a:r>
            <a:r>
              <a:rPr lang="en-US" dirty="0">
                <a:latin typeface="Comfortaa" pitchFamily="2" charset="0"/>
              </a:rPr>
              <a:t>Data, </a:t>
            </a:r>
            <a:r>
              <a:rPr lang="bg-BG" dirty="0">
                <a:latin typeface="Comfortaa" pitchFamily="2" charset="0"/>
              </a:rPr>
              <a:t>а в нея модел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Product.cs</a:t>
            </a:r>
            <a:endParaRPr lang="en-US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Data/Model/</a:t>
            </a:r>
            <a:r>
              <a:rPr lang="en-US" dirty="0" err="1">
                <a:latin typeface="Comfortaa" pitchFamily="2" charset="0"/>
              </a:rPr>
              <a:t>Product.cs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948125" y="2754924"/>
            <a:ext cx="10061576" cy="35394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public class Product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public int Id { get; set; }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	public string Name { get; set; }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	public decimal Price { get; set; }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	public int Stock { get; set; }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59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Създайте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ProductContext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клас, който наследява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DbContext</a:t>
            </a:r>
            <a:r>
              <a:rPr lang="en-US" sz="2400" dirty="0">
                <a:latin typeface="Comfortaa" pitchFamily="2" charset="0"/>
              </a:rPr>
              <a:t>. </a:t>
            </a:r>
            <a:r>
              <a:rPr lang="bg-BG" sz="2400" dirty="0">
                <a:latin typeface="Comfortaa" pitchFamily="2" charset="0"/>
              </a:rPr>
              <a:t>Ще има нужда да добавите и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using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директива</a:t>
            </a:r>
            <a:r>
              <a:rPr lang="en-US" sz="2400" dirty="0">
                <a:latin typeface="Comfortaa" pitchFamily="2" charset="0"/>
              </a:rPr>
              <a:t>: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Data/</a:t>
            </a:r>
            <a:r>
              <a:rPr lang="en-US" dirty="0" err="1">
                <a:latin typeface="Comfortaa" pitchFamily="2" charset="0"/>
              </a:rPr>
              <a:t>ProductContext.cs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1065212" y="2977817"/>
            <a:ext cx="10061576" cy="30469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using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System.Data.Entity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public class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ProductContext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	public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ProductContext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() : base("name=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ProductContext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	public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DbSet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&lt;Product&gt; Products { get; set; }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306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43974" y="1602208"/>
            <a:ext cx="9764131" cy="47203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Създаваме управляващо поле от клас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ProductContext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Създаваме методи, които извършват желаните операции, извиквайки свойството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Products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методи върху него, познати ни от </a:t>
            </a:r>
            <a:r>
              <a:rPr lang="en-US" sz="2400" dirty="0">
                <a:latin typeface="Comfortaa" pitchFamily="2" charset="0"/>
              </a:rPr>
              <a:t>LINQ:</a:t>
            </a: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По аналогичен начин реализираме другите методи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Business/</a:t>
            </a:r>
            <a:r>
              <a:rPr lang="en-US" dirty="0" err="1">
                <a:latin typeface="Comfortaa" pitchFamily="2" charset="0"/>
              </a:rPr>
              <a:t>ProductBusiness.cs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321885" y="3796480"/>
            <a:ext cx="8842376" cy="19205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</a:rPr>
              <a:t>public List&lt;Product&gt; GetAll(){</a:t>
            </a:r>
          </a:p>
          <a:p>
            <a:pPr>
              <a:lnSpc>
                <a:spcPct val="90000"/>
              </a:lnSpc>
            </a:pPr>
            <a:r>
              <a:rPr lang="bg-BG" sz="2200" noProof="1">
                <a:solidFill>
                  <a:schemeClr val="bg1"/>
                </a:solidFill>
              </a:rPr>
              <a:t>  </a:t>
            </a:r>
            <a:r>
              <a:rPr lang="en-US" sz="2200" noProof="1">
                <a:solidFill>
                  <a:schemeClr val="bg1"/>
                </a:solidFill>
              </a:rPr>
              <a:t>using (productContext = new ProductContext())</a:t>
            </a:r>
          </a:p>
          <a:p>
            <a:pPr>
              <a:lnSpc>
                <a:spcPct val="90000"/>
              </a:lnSpc>
            </a:pPr>
            <a:r>
              <a:rPr lang="bg-BG" sz="2200" noProof="1">
                <a:solidFill>
                  <a:schemeClr val="bg1"/>
                </a:solidFill>
              </a:rPr>
              <a:t>  </a:t>
            </a:r>
            <a:r>
              <a:rPr lang="en-US" sz="2200" noProof="1">
                <a:solidFill>
                  <a:schemeClr val="bg1"/>
                </a:solidFill>
              </a:rPr>
              <a:t>{</a:t>
            </a:r>
          </a:p>
          <a:p>
            <a:pPr>
              <a:lnSpc>
                <a:spcPct val="90000"/>
              </a:lnSpc>
            </a:pPr>
            <a:r>
              <a:rPr lang="bg-BG" sz="2200" noProof="1">
                <a:solidFill>
                  <a:schemeClr val="bg1"/>
                </a:solidFill>
              </a:rPr>
              <a:t>    </a:t>
            </a:r>
            <a:r>
              <a:rPr lang="en-US" sz="2200" noProof="1">
                <a:solidFill>
                  <a:schemeClr val="bg1"/>
                </a:solidFill>
              </a:rPr>
              <a:t>return productContext.Products.ToList();    </a:t>
            </a:r>
          </a:p>
          <a:p>
            <a:pPr>
              <a:lnSpc>
                <a:spcPct val="90000"/>
              </a:lnSpc>
            </a:pPr>
            <a:r>
              <a:rPr lang="bg-BG" sz="2200" noProof="1">
                <a:solidFill>
                  <a:schemeClr val="bg1"/>
                </a:solidFill>
              </a:rPr>
              <a:t>  </a:t>
            </a:r>
            <a:r>
              <a:rPr lang="en-US" sz="2200" noProof="1">
                <a:solidFill>
                  <a:schemeClr val="bg1"/>
                </a:solidFill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1321885" y="2107807"/>
            <a:ext cx="8764588" cy="3970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</a:t>
            </a:r>
            <a:r>
              <a:rPr lang="en-US" sz="22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ProductContext</a:t>
            </a:r>
            <a:r>
              <a:rPr 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context;</a:t>
            </a:r>
            <a:endParaRPr lang="en-US" sz="2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0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9445294" cy="1423501"/>
          </a:xfrm>
        </p:spPr>
        <p:txBody>
          <a:bodyPr>
            <a:normAutofit/>
          </a:bodyPr>
          <a:lstStyle/>
          <a:p>
            <a:r>
              <a:rPr lang="bg-BG" sz="2000" dirty="0">
                <a:latin typeface="Comfortaa" pitchFamily="2" charset="0"/>
              </a:rPr>
              <a:t>В рамките на класа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</a:rPr>
              <a:t>Display.cs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реализирайте презентационен слой, който да предлага различни операции на потребителя: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6889" cy="1325563"/>
          </a:xfrm>
        </p:spPr>
        <p:txBody>
          <a:bodyPr>
            <a:normAutofit/>
          </a:bodyPr>
          <a:lstStyle/>
          <a:p>
            <a:r>
              <a:rPr lang="bg-BG" sz="3400" dirty="0">
                <a:latin typeface="Comfortaa" pitchFamily="2" charset="0"/>
              </a:rPr>
              <a:t>Реализиране на презентационен слой</a:t>
            </a:r>
            <a:r>
              <a:rPr lang="en-US" sz="3400" dirty="0">
                <a:latin typeface="Comfortaa" pitchFamily="2" charset="0"/>
              </a:rPr>
              <a:t> [1/3]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60703"/>
            <a:ext cx="7467600" cy="37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9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218822" cy="483431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private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ProductBusiness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productBusiness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= new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ProductBusiness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()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създава се обект от </a:t>
            </a:r>
            <a:r>
              <a:rPr lang="en-US" dirty="0">
                <a:latin typeface="Comfortaa" pitchFamily="2" charset="0"/>
              </a:rPr>
              <a:t>z</a:t>
            </a:r>
            <a:r>
              <a:rPr lang="bg-BG" dirty="0">
                <a:latin typeface="Comfortaa" pitchFamily="2" charset="0"/>
              </a:rPr>
              <a:t>бизнес класа, който се използва за извикване на съответната бизнес логика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private void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ShowMenu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() </a:t>
            </a:r>
            <a:r>
              <a:rPr lang="bg-BG" dirty="0">
                <a:latin typeface="Comfortaa" pitchFamily="2" charset="0"/>
              </a:rPr>
              <a:t>– метод, който визуализира възможните операции за избор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private void Input()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метод, който въвежда желаната операция от потребителя и извиква някой от останалите методи, реалзиращи отделните операции</a:t>
            </a: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494A9E-F2EF-264E-35F1-01BB0B21D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6889" cy="1325563"/>
          </a:xfrm>
        </p:spPr>
        <p:txBody>
          <a:bodyPr>
            <a:normAutofit/>
          </a:bodyPr>
          <a:lstStyle/>
          <a:p>
            <a:r>
              <a:rPr lang="bg-BG" sz="3400" dirty="0">
                <a:latin typeface="Comfortaa" pitchFamily="2" charset="0"/>
              </a:rPr>
              <a:t>Реализиране на презентационен слой</a:t>
            </a:r>
            <a:r>
              <a:rPr lang="en-US" sz="34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3549576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0A1E1E6-B902-41B5-B8EC-2CF8F835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6889" cy="1325563"/>
          </a:xfrm>
        </p:spPr>
        <p:txBody>
          <a:bodyPr>
            <a:normAutofit/>
          </a:bodyPr>
          <a:lstStyle/>
          <a:p>
            <a:r>
              <a:rPr lang="bg-BG" sz="3400" dirty="0">
                <a:latin typeface="Comfortaa" pitchFamily="2" charset="0"/>
              </a:rPr>
              <a:t>Реализиране на презентационен слой</a:t>
            </a:r>
            <a:r>
              <a:rPr lang="en-US" sz="3400" dirty="0">
                <a:latin typeface="Comfortaa" pitchFamily="2" charset="0"/>
              </a:rPr>
              <a:t> [3/3]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C8942D-FF22-45DB-91F9-8448709EC677}"/>
              </a:ext>
            </a:extLst>
          </p:cNvPr>
          <p:cNvSpPr txBox="1"/>
          <p:nvPr/>
        </p:nvSpPr>
        <p:spPr>
          <a:xfrm>
            <a:off x="838199" y="1529017"/>
            <a:ext cx="10345154" cy="422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</a:t>
            </a:r>
            <a:r>
              <a:rPr lang="en-US" sz="2600" b="1" dirty="0" err="1">
                <a:solidFill>
                  <a:srgbClr val="00B0F0"/>
                </a:solidFill>
                <a:latin typeface="Comfortaa" pitchFamily="2" charset="0"/>
              </a:rPr>
              <a:t>ListAll</a:t>
            </a: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() </a:t>
            </a:r>
            <a:r>
              <a:rPr lang="en-US" sz="2600" dirty="0">
                <a:latin typeface="Comfortaa" pitchFamily="2" charset="0"/>
              </a:rPr>
              <a:t>– </a:t>
            </a:r>
            <a:r>
              <a:rPr lang="bg-BG" sz="2600" dirty="0">
                <a:latin typeface="Comfortaa" pitchFamily="2" charset="0"/>
              </a:rPr>
              <a:t>визуализира всички данни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Add() </a:t>
            </a:r>
            <a:r>
              <a:rPr lang="en-US" sz="2600" dirty="0">
                <a:latin typeface="Comfortaa" pitchFamily="2" charset="0"/>
              </a:rPr>
              <a:t>– </a:t>
            </a:r>
            <a:r>
              <a:rPr lang="bg-BG" sz="2600" dirty="0">
                <a:latin typeface="Comfortaa" pitchFamily="2" charset="0"/>
              </a:rPr>
              <a:t>въвежда информация за продукт и я предава за съхранение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Update() </a:t>
            </a:r>
            <a:r>
              <a:rPr lang="bg-BG" sz="2600" dirty="0">
                <a:latin typeface="Comfortaa" pitchFamily="2" charset="0"/>
              </a:rPr>
              <a:t>– приема </a:t>
            </a:r>
            <a:r>
              <a:rPr lang="en-US" sz="2600" dirty="0">
                <a:latin typeface="Comfortaa" pitchFamily="2" charset="0"/>
              </a:rPr>
              <a:t>id</a:t>
            </a:r>
            <a:r>
              <a:rPr lang="bg-BG" sz="2600" dirty="0">
                <a:latin typeface="Comfortaa" pitchFamily="2" charset="0"/>
              </a:rPr>
              <a:t>, въвежда информация за него и предава за съхранение променената информация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Fetch() </a:t>
            </a:r>
            <a:r>
              <a:rPr lang="bg-BG" sz="2600" dirty="0">
                <a:latin typeface="Comfortaa" pitchFamily="2" charset="0"/>
              </a:rPr>
              <a:t>– извлича информация за продукт по </a:t>
            </a:r>
            <a:r>
              <a:rPr lang="en-US" sz="2600" dirty="0">
                <a:latin typeface="Comfortaa" pitchFamily="2" charset="0"/>
              </a:rPr>
              <a:t>id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Delete() </a:t>
            </a:r>
            <a:r>
              <a:rPr lang="bg-BG" sz="2600" dirty="0">
                <a:latin typeface="Comfortaa" pitchFamily="2" charset="0"/>
              </a:rPr>
              <a:t>– изтрива информация за продукт по </a:t>
            </a:r>
            <a:r>
              <a:rPr lang="en-US" sz="2600" dirty="0">
                <a:latin typeface="Comfortaa" pitchFamily="2" charset="0"/>
              </a:rPr>
              <a:t>id </a:t>
            </a:r>
            <a:endParaRPr lang="bg-BG" sz="2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6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1030</Words>
  <Application>Microsoft Office PowerPoint</Application>
  <PresentationFormat>Widescreen</PresentationFormat>
  <Paragraphs>144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Comfortaa</vt:lpstr>
      <vt:lpstr>Consolas</vt:lpstr>
      <vt:lpstr>Office Theme</vt:lpstr>
      <vt:lpstr>CRUD приложение с ORM</vt:lpstr>
      <vt:lpstr>CRUD операции</vt:lpstr>
      <vt:lpstr>Какво са CRUD операциите?</vt:lpstr>
      <vt:lpstr>Защо ORM?</vt:lpstr>
      <vt:lpstr>Архитектура на приложението</vt:lpstr>
      <vt:lpstr>Структура на проекта</vt:lpstr>
      <vt:lpstr>Entity Framework [1/2]</vt:lpstr>
      <vt:lpstr>Entity Framework [2/2]</vt:lpstr>
      <vt:lpstr>База данни</vt:lpstr>
      <vt:lpstr>Data/Model/Product.cs</vt:lpstr>
      <vt:lpstr>Data/ProductContext.cs</vt:lpstr>
      <vt:lpstr>Business/ProductBusiness.cs</vt:lpstr>
      <vt:lpstr>Реализиране на презентационен слой [1/3]</vt:lpstr>
      <vt:lpstr>Реализиране на презентационен слой [2/3]</vt:lpstr>
      <vt:lpstr>Реализиране на презентационен слой [3/3]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2023-02-22T11:44:58Z</dcterms:modified>
</cp:coreProperties>
</file>