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8" r:id="rId2"/>
    <p:sldId id="571" r:id="rId3"/>
    <p:sldId id="584" r:id="rId4"/>
    <p:sldId id="585" r:id="rId5"/>
    <p:sldId id="586" r:id="rId6"/>
    <p:sldId id="587" r:id="rId7"/>
    <p:sldId id="588" r:id="rId8"/>
    <p:sldId id="589" r:id="rId9"/>
    <p:sldId id="590" r:id="rId10"/>
    <p:sldId id="591" r:id="rId11"/>
    <p:sldId id="592" r:id="rId12"/>
    <p:sldId id="593" r:id="rId13"/>
    <p:sldId id="594" r:id="rId14"/>
    <p:sldId id="59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B03C7B-3422-4048-B86D-086300B3E678}" v="18" dt="2023-02-18T13:57:51.4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БСУ" userId="bdbaa275-9249-41b1-8d15-242f632c67bf" providerId="ADAL" clId="{A8B03C7B-3422-4048-B86D-086300B3E678}"/>
    <pc:docChg chg="undo custSel addSld modSld">
      <pc:chgData name="БСУ" userId="bdbaa275-9249-41b1-8d15-242f632c67bf" providerId="ADAL" clId="{A8B03C7B-3422-4048-B86D-086300B3E678}" dt="2023-02-18T13:59:23.775" v="196" actId="207"/>
      <pc:docMkLst>
        <pc:docMk/>
      </pc:docMkLst>
      <pc:sldChg chg="modSp mod">
        <pc:chgData name="БСУ" userId="bdbaa275-9249-41b1-8d15-242f632c67bf" providerId="ADAL" clId="{A8B03C7B-3422-4048-B86D-086300B3E678}" dt="2023-02-18T13:47:03.366" v="1"/>
        <pc:sldMkLst>
          <pc:docMk/>
          <pc:sldMk cId="2386959723" sldId="258"/>
        </pc:sldMkLst>
        <pc:spChg chg="mod">
          <ac:chgData name="БСУ" userId="bdbaa275-9249-41b1-8d15-242f632c67bf" providerId="ADAL" clId="{A8B03C7B-3422-4048-B86D-086300B3E678}" dt="2023-02-18T13:46:55.984" v="0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A8B03C7B-3422-4048-B86D-086300B3E678}" dt="2023-02-18T13:47:03.366" v="1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БСУ" userId="bdbaa275-9249-41b1-8d15-242f632c67bf" providerId="ADAL" clId="{A8B03C7B-3422-4048-B86D-086300B3E678}" dt="2023-02-18T13:47:13.180" v="2"/>
        <pc:sldMkLst>
          <pc:docMk/>
          <pc:sldMk cId="2385751420" sldId="571"/>
        </pc:sldMkLst>
        <pc:spChg chg="mod">
          <ac:chgData name="БСУ" userId="bdbaa275-9249-41b1-8d15-242f632c67bf" providerId="ADAL" clId="{A8B03C7B-3422-4048-B86D-086300B3E678}" dt="2023-02-18T13:47:13.180" v="2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БСУ" userId="bdbaa275-9249-41b1-8d15-242f632c67bf" providerId="ADAL" clId="{A8B03C7B-3422-4048-B86D-086300B3E678}" dt="2023-02-18T13:47:52.573" v="13" actId="478"/>
        <pc:sldMkLst>
          <pc:docMk/>
          <pc:sldMk cId="3162748694" sldId="584"/>
        </pc:sldMkLst>
        <pc:spChg chg="del mod">
          <ac:chgData name="БСУ" userId="bdbaa275-9249-41b1-8d15-242f632c67bf" providerId="ADAL" clId="{A8B03C7B-3422-4048-B86D-086300B3E678}" dt="2023-02-18T13:47:52.573" v="13" actId="478"/>
          <ac:spMkLst>
            <pc:docMk/>
            <pc:sldMk cId="3162748694" sldId="584"/>
            <ac:spMk id="5" creationId="{01A263A9-C068-451E-A358-8C47A961671E}"/>
          </ac:spMkLst>
        </pc:spChg>
        <pc:spChg chg="mod">
          <ac:chgData name="БСУ" userId="bdbaa275-9249-41b1-8d15-242f632c67bf" providerId="ADAL" clId="{A8B03C7B-3422-4048-B86D-086300B3E678}" dt="2023-02-18T13:47:41.965" v="10" actId="2711"/>
          <ac:spMkLst>
            <pc:docMk/>
            <pc:sldMk cId="3162748694" sldId="584"/>
            <ac:spMk id="728066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47:47.587" v="12" actId="207"/>
          <ac:spMkLst>
            <pc:docMk/>
            <pc:sldMk cId="3162748694" sldId="584"/>
            <ac:spMk id="728067" creationId="{00000000-0000-0000-0000-000000000000}"/>
          </ac:spMkLst>
        </pc:spChg>
      </pc:sldChg>
      <pc:sldChg chg="delSp modSp add mod">
        <pc:chgData name="БСУ" userId="bdbaa275-9249-41b1-8d15-242f632c67bf" providerId="ADAL" clId="{A8B03C7B-3422-4048-B86D-086300B3E678}" dt="2023-02-18T13:49:03.221" v="30" actId="1076"/>
        <pc:sldMkLst>
          <pc:docMk/>
          <pc:sldMk cId="1464916741" sldId="585"/>
        </pc:sldMkLst>
        <pc:spChg chg="mod">
          <ac:chgData name="БСУ" userId="bdbaa275-9249-41b1-8d15-242f632c67bf" providerId="ADAL" clId="{A8B03C7B-3422-4048-B86D-086300B3E678}" dt="2023-02-18T13:49:03.221" v="30" actId="1076"/>
          <ac:spMkLst>
            <pc:docMk/>
            <pc:sldMk cId="1464916741" sldId="585"/>
            <ac:spMk id="6" creationId="{00000000-0000-0000-0000-000000000000}"/>
          </ac:spMkLst>
        </pc:spChg>
        <pc:spChg chg="del mod">
          <ac:chgData name="БСУ" userId="bdbaa275-9249-41b1-8d15-242f632c67bf" providerId="ADAL" clId="{A8B03C7B-3422-4048-B86D-086300B3E678}" dt="2023-02-18T13:48:59.886" v="29" actId="478"/>
          <ac:spMkLst>
            <pc:docMk/>
            <pc:sldMk cId="1464916741" sldId="585"/>
            <ac:spMk id="7" creationId="{8E0F2952-D2BF-4880-95D8-897763A220B7}"/>
          </ac:spMkLst>
        </pc:spChg>
        <pc:spChg chg="mod">
          <ac:chgData name="БСУ" userId="bdbaa275-9249-41b1-8d15-242f632c67bf" providerId="ADAL" clId="{A8B03C7B-3422-4048-B86D-086300B3E678}" dt="2023-02-18T13:49:03.221" v="30" actId="1076"/>
          <ac:spMkLst>
            <pc:docMk/>
            <pc:sldMk cId="1464916741" sldId="585"/>
            <ac:spMk id="729090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49:03.221" v="30" actId="1076"/>
          <ac:spMkLst>
            <pc:docMk/>
            <pc:sldMk cId="1464916741" sldId="585"/>
            <ac:spMk id="729091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49:03.221" v="30" actId="1076"/>
          <ac:spMkLst>
            <pc:docMk/>
            <pc:sldMk cId="1464916741" sldId="585"/>
            <ac:spMk id="729092" creationId="{00000000-0000-0000-0000-000000000000}"/>
          </ac:spMkLst>
        </pc:spChg>
      </pc:sldChg>
      <pc:sldChg chg="delSp modSp add mod">
        <pc:chgData name="БСУ" userId="bdbaa275-9249-41b1-8d15-242f632c67bf" providerId="ADAL" clId="{A8B03C7B-3422-4048-B86D-086300B3E678}" dt="2023-02-18T13:49:52.446" v="41" actId="20577"/>
        <pc:sldMkLst>
          <pc:docMk/>
          <pc:sldMk cId="3626786055" sldId="586"/>
        </pc:sldMkLst>
        <pc:spChg chg="del mod">
          <ac:chgData name="БСУ" userId="bdbaa275-9249-41b1-8d15-242f632c67bf" providerId="ADAL" clId="{A8B03C7B-3422-4048-B86D-086300B3E678}" dt="2023-02-18T13:49:16.266" v="34" actId="478"/>
          <ac:spMkLst>
            <pc:docMk/>
            <pc:sldMk cId="3626786055" sldId="586"/>
            <ac:spMk id="5" creationId="{9A5B8FA7-D215-4D29-83F3-32002BFEEFFC}"/>
          </ac:spMkLst>
        </pc:spChg>
        <pc:spChg chg="mod">
          <ac:chgData name="БСУ" userId="bdbaa275-9249-41b1-8d15-242f632c67bf" providerId="ADAL" clId="{A8B03C7B-3422-4048-B86D-086300B3E678}" dt="2023-02-18T13:49:52.446" v="41" actId="20577"/>
          <ac:spMkLst>
            <pc:docMk/>
            <pc:sldMk cId="3626786055" sldId="586"/>
            <ac:spMk id="730114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49:12.800" v="32" actId="27636"/>
          <ac:spMkLst>
            <pc:docMk/>
            <pc:sldMk cId="3626786055" sldId="586"/>
            <ac:spMk id="730115" creationId="{00000000-0000-0000-0000-000000000000}"/>
          </ac:spMkLst>
        </pc:spChg>
      </pc:sldChg>
      <pc:sldChg chg="addSp delSp modSp add mod">
        <pc:chgData name="БСУ" userId="bdbaa275-9249-41b1-8d15-242f632c67bf" providerId="ADAL" clId="{A8B03C7B-3422-4048-B86D-086300B3E678}" dt="2023-02-18T13:50:53.876" v="58" actId="14100"/>
        <pc:sldMkLst>
          <pc:docMk/>
          <pc:sldMk cId="3898685041" sldId="587"/>
        </pc:sldMkLst>
        <pc:spChg chg="add del mod">
          <ac:chgData name="БСУ" userId="bdbaa275-9249-41b1-8d15-242f632c67bf" providerId="ADAL" clId="{A8B03C7B-3422-4048-B86D-086300B3E678}" dt="2023-02-18T13:50:02.077" v="43" actId="478"/>
          <ac:spMkLst>
            <pc:docMk/>
            <pc:sldMk cId="3898685041" sldId="587"/>
            <ac:spMk id="3" creationId="{FF8B2F80-8AE5-1CA2-8647-D8ABFB181CD1}"/>
          </ac:spMkLst>
        </pc:spChg>
        <pc:spChg chg="add mod">
          <ac:chgData name="БСУ" userId="bdbaa275-9249-41b1-8d15-242f632c67bf" providerId="ADAL" clId="{A8B03C7B-3422-4048-B86D-086300B3E678}" dt="2023-02-18T13:50:44.709" v="56" actId="20577"/>
          <ac:spMkLst>
            <pc:docMk/>
            <pc:sldMk cId="3898685041" sldId="587"/>
            <ac:spMk id="4" creationId="{00B2952B-730B-48B2-0B0A-6FF8D72E0923}"/>
          </ac:spMkLst>
        </pc:spChg>
        <pc:spChg chg="del mod">
          <ac:chgData name="БСУ" userId="bdbaa275-9249-41b1-8d15-242f632c67bf" providerId="ADAL" clId="{A8B03C7B-3422-4048-B86D-086300B3E678}" dt="2023-02-18T13:50:39.125" v="55" actId="478"/>
          <ac:spMkLst>
            <pc:docMk/>
            <pc:sldMk cId="3898685041" sldId="587"/>
            <ac:spMk id="6" creationId="{2105C360-7984-4F94-8BE8-AF7AABFDBBE2}"/>
          </ac:spMkLst>
        </pc:spChg>
        <pc:spChg chg="del mod">
          <ac:chgData name="БСУ" userId="bdbaa275-9249-41b1-8d15-242f632c67bf" providerId="ADAL" clId="{A8B03C7B-3422-4048-B86D-086300B3E678}" dt="2023-02-18T13:49:59.805" v="42" actId="478"/>
          <ac:spMkLst>
            <pc:docMk/>
            <pc:sldMk cId="3898685041" sldId="587"/>
            <ac:spMk id="731138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50:53.876" v="58" actId="14100"/>
          <ac:spMkLst>
            <pc:docMk/>
            <pc:sldMk cId="3898685041" sldId="587"/>
            <ac:spMk id="731139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50:49.063" v="57" actId="1076"/>
          <ac:spMkLst>
            <pc:docMk/>
            <pc:sldMk cId="3898685041" sldId="587"/>
            <ac:spMk id="731140" creationId="{00000000-0000-0000-0000-000000000000}"/>
          </ac:spMkLst>
        </pc:spChg>
      </pc:sldChg>
      <pc:sldChg chg="addSp delSp modSp add mod">
        <pc:chgData name="БСУ" userId="bdbaa275-9249-41b1-8d15-242f632c67bf" providerId="ADAL" clId="{A8B03C7B-3422-4048-B86D-086300B3E678}" dt="2023-02-18T13:52:20.700" v="77" actId="1076"/>
        <pc:sldMkLst>
          <pc:docMk/>
          <pc:sldMk cId="2158607363" sldId="588"/>
        </pc:sldMkLst>
        <pc:spChg chg="add del mod">
          <ac:chgData name="БСУ" userId="bdbaa275-9249-41b1-8d15-242f632c67bf" providerId="ADAL" clId="{A8B03C7B-3422-4048-B86D-086300B3E678}" dt="2023-02-18T13:51:01.481" v="60" actId="478"/>
          <ac:spMkLst>
            <pc:docMk/>
            <pc:sldMk cId="2158607363" sldId="588"/>
            <ac:spMk id="3" creationId="{D36A19F2-73C0-08F2-3E47-BF85420A15F0}"/>
          </ac:spMkLst>
        </pc:spChg>
        <pc:spChg chg="add mod">
          <ac:chgData name="БСУ" userId="bdbaa275-9249-41b1-8d15-242f632c67bf" providerId="ADAL" clId="{A8B03C7B-3422-4048-B86D-086300B3E678}" dt="2023-02-18T13:51:28.497" v="70" actId="20577"/>
          <ac:spMkLst>
            <pc:docMk/>
            <pc:sldMk cId="2158607363" sldId="588"/>
            <ac:spMk id="4" creationId="{B4742337-571D-9F90-8D85-9BB37B07273E}"/>
          </ac:spMkLst>
        </pc:spChg>
        <pc:spChg chg="del mod">
          <ac:chgData name="БСУ" userId="bdbaa275-9249-41b1-8d15-242f632c67bf" providerId="ADAL" clId="{A8B03C7B-3422-4048-B86D-086300B3E678}" dt="2023-02-18T13:51:40.101" v="72" actId="478"/>
          <ac:spMkLst>
            <pc:docMk/>
            <pc:sldMk cId="2158607363" sldId="588"/>
            <ac:spMk id="6" creationId="{AB0856F0-906F-4857-BBDE-1E35072F80C1}"/>
          </ac:spMkLst>
        </pc:spChg>
        <pc:spChg chg="mod">
          <ac:chgData name="БСУ" userId="bdbaa275-9249-41b1-8d15-242f632c67bf" providerId="ADAL" clId="{A8B03C7B-3422-4048-B86D-086300B3E678}" dt="2023-02-18T13:51:37.386" v="71" actId="2711"/>
          <ac:spMkLst>
            <pc:docMk/>
            <pc:sldMk cId="2158607363" sldId="588"/>
            <ac:spMk id="732163" creationId="{00000000-0000-0000-0000-000000000000}"/>
          </ac:spMkLst>
        </pc:spChg>
        <pc:spChg chg="del">
          <ac:chgData name="БСУ" userId="bdbaa275-9249-41b1-8d15-242f632c67bf" providerId="ADAL" clId="{A8B03C7B-3422-4048-B86D-086300B3E678}" dt="2023-02-18T13:51:00.511" v="59" actId="478"/>
          <ac:spMkLst>
            <pc:docMk/>
            <pc:sldMk cId="2158607363" sldId="588"/>
            <ac:spMk id="732165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52:20.700" v="77" actId="1076"/>
          <ac:spMkLst>
            <pc:docMk/>
            <pc:sldMk cId="2158607363" sldId="588"/>
            <ac:spMk id="732166" creationId="{00000000-0000-0000-0000-000000000000}"/>
          </ac:spMkLst>
        </pc:spChg>
      </pc:sldChg>
      <pc:sldChg chg="addSp delSp modSp add mod">
        <pc:chgData name="БСУ" userId="bdbaa275-9249-41b1-8d15-242f632c67bf" providerId="ADAL" clId="{A8B03C7B-3422-4048-B86D-086300B3E678}" dt="2023-02-18T13:52:51.981" v="86" actId="478"/>
        <pc:sldMkLst>
          <pc:docMk/>
          <pc:sldMk cId="2959104555" sldId="589"/>
        </pc:sldMkLst>
        <pc:spChg chg="add del mod">
          <ac:chgData name="БСУ" userId="bdbaa275-9249-41b1-8d15-242f632c67bf" providerId="ADAL" clId="{A8B03C7B-3422-4048-B86D-086300B3E678}" dt="2023-02-18T13:52:33.647" v="79" actId="478"/>
          <ac:spMkLst>
            <pc:docMk/>
            <pc:sldMk cId="2959104555" sldId="589"/>
            <ac:spMk id="3" creationId="{492F5F7C-3DA0-E08D-BDDE-B86C62A7AC12}"/>
          </ac:spMkLst>
        </pc:spChg>
        <pc:spChg chg="add mod">
          <ac:chgData name="БСУ" userId="bdbaa275-9249-41b1-8d15-242f632c67bf" providerId="ADAL" clId="{A8B03C7B-3422-4048-B86D-086300B3E678}" dt="2023-02-18T13:52:38.131" v="81" actId="20577"/>
          <ac:spMkLst>
            <pc:docMk/>
            <pc:sldMk cId="2959104555" sldId="589"/>
            <ac:spMk id="4" creationId="{C7194B92-11B7-ED9B-10DA-72F8F268F500}"/>
          </ac:spMkLst>
        </pc:spChg>
        <pc:spChg chg="del mod">
          <ac:chgData name="БСУ" userId="bdbaa275-9249-41b1-8d15-242f632c67bf" providerId="ADAL" clId="{A8B03C7B-3422-4048-B86D-086300B3E678}" dt="2023-02-18T13:52:51.981" v="86" actId="478"/>
          <ac:spMkLst>
            <pc:docMk/>
            <pc:sldMk cId="2959104555" sldId="589"/>
            <ac:spMk id="6" creationId="{B3154965-6446-48E3-B7AC-73BBCEE59872}"/>
          </ac:spMkLst>
        </pc:spChg>
        <pc:spChg chg="mod">
          <ac:chgData name="БСУ" userId="bdbaa275-9249-41b1-8d15-242f632c67bf" providerId="ADAL" clId="{A8B03C7B-3422-4048-B86D-086300B3E678}" dt="2023-02-18T13:52:48.552" v="85" actId="1076"/>
          <ac:spMkLst>
            <pc:docMk/>
            <pc:sldMk cId="2959104555" sldId="589"/>
            <ac:spMk id="773122" creationId="{00000000-0000-0000-0000-000000000000}"/>
          </ac:spMkLst>
        </pc:spChg>
        <pc:spChg chg="del">
          <ac:chgData name="БСУ" userId="bdbaa275-9249-41b1-8d15-242f632c67bf" providerId="ADAL" clId="{A8B03C7B-3422-4048-B86D-086300B3E678}" dt="2023-02-18T13:52:30.776" v="78" actId="478"/>
          <ac:spMkLst>
            <pc:docMk/>
            <pc:sldMk cId="2959104555" sldId="589"/>
            <ac:spMk id="773123" creationId="{00000000-0000-0000-0000-000000000000}"/>
          </ac:spMkLst>
        </pc:spChg>
        <pc:picChg chg="del">
          <ac:chgData name="БСУ" userId="bdbaa275-9249-41b1-8d15-242f632c67bf" providerId="ADAL" clId="{A8B03C7B-3422-4048-B86D-086300B3E678}" dt="2023-02-18T13:49:31.821" v="35" actId="478"/>
          <ac:picMkLst>
            <pc:docMk/>
            <pc:sldMk cId="2959104555" sldId="589"/>
            <ac:picMk id="25602" creationId="{00000000-0000-0000-0000-000000000000}"/>
          </ac:picMkLst>
        </pc:picChg>
      </pc:sldChg>
      <pc:sldChg chg="delSp modSp add mod modAnim">
        <pc:chgData name="БСУ" userId="bdbaa275-9249-41b1-8d15-242f632c67bf" providerId="ADAL" clId="{A8B03C7B-3422-4048-B86D-086300B3E678}" dt="2023-02-18T13:54:01.745" v="101" actId="1076"/>
        <pc:sldMkLst>
          <pc:docMk/>
          <pc:sldMk cId="1959186384" sldId="590"/>
        </pc:sldMkLst>
        <pc:spChg chg="del mod">
          <ac:chgData name="БСУ" userId="bdbaa275-9249-41b1-8d15-242f632c67bf" providerId="ADAL" clId="{A8B03C7B-3422-4048-B86D-086300B3E678}" dt="2023-02-18T13:53:47.826" v="99" actId="478"/>
          <ac:spMkLst>
            <pc:docMk/>
            <pc:sldMk cId="1959186384" sldId="590"/>
            <ac:spMk id="7" creationId="{7E24B33C-953B-4ABC-A399-23FAEF879AC4}"/>
          </ac:spMkLst>
        </pc:spChg>
        <pc:spChg chg="mod">
          <ac:chgData name="БСУ" userId="bdbaa275-9249-41b1-8d15-242f632c67bf" providerId="ADAL" clId="{A8B03C7B-3422-4048-B86D-086300B3E678}" dt="2023-02-18T13:53:15.197" v="90" actId="1076"/>
          <ac:spMkLst>
            <pc:docMk/>
            <pc:sldMk cId="1959186384" sldId="590"/>
            <ac:spMk id="733186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54:01.745" v="101" actId="1076"/>
          <ac:spMkLst>
            <pc:docMk/>
            <pc:sldMk cId="1959186384" sldId="590"/>
            <ac:spMk id="733187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54:01.745" v="101" actId="1076"/>
          <ac:spMkLst>
            <pc:docMk/>
            <pc:sldMk cId="1959186384" sldId="590"/>
            <ac:spMk id="733188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54:01.745" v="101" actId="1076"/>
          <ac:spMkLst>
            <pc:docMk/>
            <pc:sldMk cId="1959186384" sldId="590"/>
            <ac:spMk id="733189" creationId="{00000000-0000-0000-0000-000000000000}"/>
          </ac:spMkLst>
        </pc:spChg>
      </pc:sldChg>
      <pc:sldChg chg="delSp modSp add mod">
        <pc:chgData name="БСУ" userId="bdbaa275-9249-41b1-8d15-242f632c67bf" providerId="ADAL" clId="{A8B03C7B-3422-4048-B86D-086300B3E678}" dt="2023-02-18T13:56:23.730" v="138" actId="27636"/>
        <pc:sldMkLst>
          <pc:docMk/>
          <pc:sldMk cId="4275877641" sldId="591"/>
        </pc:sldMkLst>
        <pc:spChg chg="del mod">
          <ac:chgData name="БСУ" userId="bdbaa275-9249-41b1-8d15-242f632c67bf" providerId="ADAL" clId="{A8B03C7B-3422-4048-B86D-086300B3E678}" dt="2023-02-18T13:54:30.254" v="110" actId="478"/>
          <ac:spMkLst>
            <pc:docMk/>
            <pc:sldMk cId="4275877641" sldId="591"/>
            <ac:spMk id="5" creationId="{DB49F189-09A7-4ECA-A95F-B4843037E180}"/>
          </ac:spMkLst>
        </pc:spChg>
        <pc:spChg chg="mod">
          <ac:chgData name="БСУ" userId="bdbaa275-9249-41b1-8d15-242f632c67bf" providerId="ADAL" clId="{A8B03C7B-3422-4048-B86D-086300B3E678}" dt="2023-02-18T13:54:26.470" v="109" actId="27636"/>
          <ac:spMkLst>
            <pc:docMk/>
            <pc:sldMk cId="4275877641" sldId="591"/>
            <ac:spMk id="746498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56:23.730" v="138" actId="27636"/>
          <ac:spMkLst>
            <pc:docMk/>
            <pc:sldMk cId="4275877641" sldId="591"/>
            <ac:spMk id="746499" creationId="{00000000-0000-0000-0000-000000000000}"/>
          </ac:spMkLst>
        </pc:spChg>
      </pc:sldChg>
      <pc:sldChg chg="addSp delSp modSp add mod">
        <pc:chgData name="БСУ" userId="bdbaa275-9249-41b1-8d15-242f632c67bf" providerId="ADAL" clId="{A8B03C7B-3422-4048-B86D-086300B3E678}" dt="2023-02-18T13:55:31.497" v="125" actId="14100"/>
        <pc:sldMkLst>
          <pc:docMk/>
          <pc:sldMk cId="3494180067" sldId="592"/>
        </pc:sldMkLst>
        <pc:spChg chg="add del mod">
          <ac:chgData name="БСУ" userId="bdbaa275-9249-41b1-8d15-242f632c67bf" providerId="ADAL" clId="{A8B03C7B-3422-4048-B86D-086300B3E678}" dt="2023-02-18T13:54:44.745" v="112" actId="478"/>
          <ac:spMkLst>
            <pc:docMk/>
            <pc:sldMk cId="3494180067" sldId="592"/>
            <ac:spMk id="3" creationId="{78E6473D-ABA1-8780-8782-95CC81FBDF0B}"/>
          </ac:spMkLst>
        </pc:spChg>
        <pc:spChg chg="add mod">
          <ac:chgData name="БСУ" userId="bdbaa275-9249-41b1-8d15-242f632c67bf" providerId="ADAL" clId="{A8B03C7B-3422-4048-B86D-086300B3E678}" dt="2023-02-18T13:54:48.170" v="114" actId="20577"/>
          <ac:spMkLst>
            <pc:docMk/>
            <pc:sldMk cId="3494180067" sldId="592"/>
            <ac:spMk id="4" creationId="{A7CD206B-3E01-444F-2DB5-EF6AD6D41756}"/>
          </ac:spMkLst>
        </pc:spChg>
        <pc:spChg chg="del mod">
          <ac:chgData name="БСУ" userId="bdbaa275-9249-41b1-8d15-242f632c67bf" providerId="ADAL" clId="{A8B03C7B-3422-4048-B86D-086300B3E678}" dt="2023-02-18T13:55:12.523" v="120" actId="478"/>
          <ac:spMkLst>
            <pc:docMk/>
            <pc:sldMk cId="3494180067" sldId="592"/>
            <ac:spMk id="5" creationId="{C7FFE77D-DA28-4119-AB50-AD593196B0B9}"/>
          </ac:spMkLst>
        </pc:spChg>
        <pc:spChg chg="mod">
          <ac:chgData name="БСУ" userId="bdbaa275-9249-41b1-8d15-242f632c67bf" providerId="ADAL" clId="{A8B03C7B-3422-4048-B86D-086300B3E678}" dt="2023-02-18T13:55:31.497" v="125" actId="14100"/>
          <ac:spMkLst>
            <pc:docMk/>
            <pc:sldMk cId="3494180067" sldId="592"/>
            <ac:spMk id="748546" creationId="{00000000-0000-0000-0000-000000000000}"/>
          </ac:spMkLst>
        </pc:spChg>
        <pc:spChg chg="del mod">
          <ac:chgData name="БСУ" userId="bdbaa275-9249-41b1-8d15-242f632c67bf" providerId="ADAL" clId="{A8B03C7B-3422-4048-B86D-086300B3E678}" dt="2023-02-18T13:54:42.606" v="111" actId="478"/>
          <ac:spMkLst>
            <pc:docMk/>
            <pc:sldMk cId="3494180067" sldId="592"/>
            <ac:spMk id="748547" creationId="{00000000-0000-0000-0000-000000000000}"/>
          </ac:spMkLst>
        </pc:spChg>
      </pc:sldChg>
      <pc:sldChg chg="delSp modSp add mod">
        <pc:chgData name="БСУ" userId="bdbaa275-9249-41b1-8d15-242f632c67bf" providerId="ADAL" clId="{A8B03C7B-3422-4048-B86D-086300B3E678}" dt="2023-02-18T13:57:31.117" v="156" actId="1076"/>
        <pc:sldMkLst>
          <pc:docMk/>
          <pc:sldMk cId="1782500937" sldId="593"/>
        </pc:sldMkLst>
        <pc:spChg chg="mod">
          <ac:chgData name="БСУ" userId="bdbaa275-9249-41b1-8d15-242f632c67bf" providerId="ADAL" clId="{A8B03C7B-3422-4048-B86D-086300B3E678}" dt="2023-02-18T13:57:22.355" v="152" actId="1076"/>
          <ac:spMkLst>
            <pc:docMk/>
            <pc:sldMk cId="1782500937" sldId="593"/>
            <ac:spMk id="2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57:31.117" v="156" actId="1076"/>
          <ac:spMkLst>
            <pc:docMk/>
            <pc:sldMk cId="1782500937" sldId="593"/>
            <ac:spMk id="3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57:28.434" v="155" actId="1076"/>
          <ac:spMkLst>
            <pc:docMk/>
            <pc:sldMk cId="1782500937" sldId="593"/>
            <ac:spMk id="6" creationId="{00000000-0000-0000-0000-000000000000}"/>
          </ac:spMkLst>
        </pc:spChg>
        <pc:spChg chg="del mod">
          <ac:chgData name="БСУ" userId="bdbaa275-9249-41b1-8d15-242f632c67bf" providerId="ADAL" clId="{A8B03C7B-3422-4048-B86D-086300B3E678}" dt="2023-02-18T13:57:24.850" v="154" actId="478"/>
          <ac:spMkLst>
            <pc:docMk/>
            <pc:sldMk cId="1782500937" sldId="593"/>
            <ac:spMk id="7" creationId="{0875E2F5-4F41-41E4-BE68-F75D0EA5C257}"/>
          </ac:spMkLst>
        </pc:spChg>
      </pc:sldChg>
      <pc:sldChg chg="delSp modSp add mod">
        <pc:chgData name="БСУ" userId="bdbaa275-9249-41b1-8d15-242f632c67bf" providerId="ADAL" clId="{A8B03C7B-3422-4048-B86D-086300B3E678}" dt="2023-02-18T13:58:49.279" v="187" actId="478"/>
        <pc:sldMkLst>
          <pc:docMk/>
          <pc:sldMk cId="1890202582" sldId="594"/>
        </pc:sldMkLst>
        <pc:spChg chg="del mod">
          <ac:chgData name="БСУ" userId="bdbaa275-9249-41b1-8d15-242f632c67bf" providerId="ADAL" clId="{A8B03C7B-3422-4048-B86D-086300B3E678}" dt="2023-02-18T13:58:49.279" v="187" actId="478"/>
          <ac:spMkLst>
            <pc:docMk/>
            <pc:sldMk cId="1890202582" sldId="594"/>
            <ac:spMk id="5" creationId="{D0F30485-9318-4549-ACE5-9EEA99803F14}"/>
          </ac:spMkLst>
        </pc:spChg>
        <pc:spChg chg="mod">
          <ac:chgData name="БСУ" userId="bdbaa275-9249-41b1-8d15-242f632c67bf" providerId="ADAL" clId="{A8B03C7B-3422-4048-B86D-086300B3E678}" dt="2023-02-18T13:58:42.094" v="185" actId="1076"/>
          <ac:spMkLst>
            <pc:docMk/>
            <pc:sldMk cId="1890202582" sldId="594"/>
            <ac:spMk id="738306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58:46.487" v="186" actId="1076"/>
          <ac:spMkLst>
            <pc:docMk/>
            <pc:sldMk cId="1890202582" sldId="594"/>
            <ac:spMk id="738307" creationId="{00000000-0000-0000-0000-000000000000}"/>
          </ac:spMkLst>
        </pc:spChg>
      </pc:sldChg>
      <pc:sldChg chg="delSp modSp add mod">
        <pc:chgData name="БСУ" userId="bdbaa275-9249-41b1-8d15-242f632c67bf" providerId="ADAL" clId="{A8B03C7B-3422-4048-B86D-086300B3E678}" dt="2023-02-18T13:59:23.775" v="196" actId="207"/>
        <pc:sldMkLst>
          <pc:docMk/>
          <pc:sldMk cId="661471408" sldId="599"/>
        </pc:sldMkLst>
        <pc:spChg chg="mod">
          <ac:chgData name="БСУ" userId="bdbaa275-9249-41b1-8d15-242f632c67bf" providerId="ADAL" clId="{A8B03C7B-3422-4048-B86D-086300B3E678}" dt="2023-02-18T13:59:07.859" v="192" actId="2711"/>
          <ac:spMkLst>
            <pc:docMk/>
            <pc:sldMk cId="661471408" sldId="599"/>
            <ac:spMk id="4" creationId="{00000000-0000-0000-0000-000000000000}"/>
          </ac:spMkLst>
        </pc:spChg>
        <pc:spChg chg="mod">
          <ac:chgData name="БСУ" userId="bdbaa275-9249-41b1-8d15-242f632c67bf" providerId="ADAL" clId="{A8B03C7B-3422-4048-B86D-086300B3E678}" dt="2023-02-18T13:59:23.775" v="196" actId="207"/>
          <ac:spMkLst>
            <pc:docMk/>
            <pc:sldMk cId="661471408" sldId="599"/>
            <ac:spMk id="5" creationId="{00000000-0000-0000-0000-000000000000}"/>
          </ac:spMkLst>
        </pc:spChg>
        <pc:spChg chg="del mod">
          <ac:chgData name="БСУ" userId="bdbaa275-9249-41b1-8d15-242f632c67bf" providerId="ADAL" clId="{A8B03C7B-3422-4048-B86D-086300B3E678}" dt="2023-02-18T13:59:10.696" v="193" actId="478"/>
          <ac:spMkLst>
            <pc:docMk/>
            <pc:sldMk cId="661471408" sldId="599"/>
            <ac:spMk id="7" creationId="{F88ADE58-38A8-4A6A-826D-4F410A5E8548}"/>
          </ac:spMkLst>
        </pc:spChg>
        <pc:picChg chg="del">
          <ac:chgData name="БСУ" userId="bdbaa275-9249-41b1-8d15-242f632c67bf" providerId="ADAL" clId="{A8B03C7B-3422-4048-B86D-086300B3E678}" dt="2023-02-18T13:58:55.137" v="188" actId="478"/>
          <ac:picMkLst>
            <pc:docMk/>
            <pc:sldMk cId="661471408" sldId="599"/>
            <ac:picMk id="8" creationId="{00000000-0000-0000-0000-000000000000}"/>
          </ac:picMkLst>
        </pc:picChg>
        <pc:picChg chg="del">
          <ac:chgData name="БСУ" userId="bdbaa275-9249-41b1-8d15-242f632c67bf" providerId="ADAL" clId="{A8B03C7B-3422-4048-B86D-086300B3E678}" dt="2023-02-18T13:58:55.890" v="189" actId="478"/>
          <ac:picMkLst>
            <pc:docMk/>
            <pc:sldMk cId="661471408" sldId="599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983D38A-621B-4F63-813F-2DC846765AC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70730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research.microsoft.com/en-us/projects/pex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Компонентно тестване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Добри</a:t>
            </a:r>
            <a:r>
              <a:rPr lang="ru-RU" dirty="0">
                <a:latin typeface="Comfortaa" pitchFamily="2" charset="0"/>
              </a:rPr>
              <a:t> практики</a:t>
            </a:r>
          </a:p>
          <a:p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Добри</a:t>
            </a:r>
            <a:r>
              <a:rPr lang="ru-RU" sz="3200" dirty="0">
                <a:latin typeface="Comfortaa" pitchFamily="2" charset="0"/>
              </a:rPr>
              <a:t> практики за </a:t>
            </a:r>
            <a:r>
              <a:rPr lang="ru-RU" sz="3200" dirty="0" err="1">
                <a:latin typeface="Comfortaa" pitchFamily="2" charset="0"/>
              </a:rPr>
              <a:t>компонентно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тестване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Именуване</a:t>
            </a:r>
            <a:r>
              <a:rPr lang="ru-RU" sz="3200" dirty="0">
                <a:latin typeface="Comfortaa" pitchFamily="2" charset="0"/>
              </a:rPr>
              <a:t> на </a:t>
            </a:r>
            <a:r>
              <a:rPr lang="ru-RU" sz="3200" dirty="0" err="1">
                <a:latin typeface="Comfortaa" pitchFamily="2" charset="0"/>
              </a:rPr>
              <a:t>тестовете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Какво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тестваме</a:t>
            </a:r>
            <a:r>
              <a:rPr lang="ru-RU" sz="3200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Какви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съобщения</a:t>
            </a:r>
            <a:r>
              <a:rPr lang="ru-RU" sz="3200" dirty="0">
                <a:latin typeface="Comfortaa" pitchFamily="2" charset="0"/>
              </a:rPr>
              <a:t> да </a:t>
            </a:r>
            <a:r>
              <a:rPr lang="ru-RU" sz="3200" dirty="0" err="1">
                <a:latin typeface="Comfortaa" pitchFamily="2" charset="0"/>
              </a:rPr>
              <a:t>съставяме</a:t>
            </a:r>
            <a:r>
              <a:rPr lang="ru-RU" sz="3200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Проверките</a:t>
            </a:r>
            <a:r>
              <a:rPr lang="ru-RU" sz="3200" dirty="0">
                <a:latin typeface="Comfortaa" pitchFamily="2" charset="0"/>
              </a:rPr>
              <a:t> в </a:t>
            </a:r>
            <a:r>
              <a:rPr lang="ru-RU" sz="3200" dirty="0" err="1">
                <a:latin typeface="Comfortaa" pitchFamily="2" charset="0"/>
              </a:rPr>
              <a:t>тестовия</a:t>
            </a:r>
            <a:r>
              <a:rPr lang="ru-RU" sz="3200" dirty="0">
                <a:latin typeface="Comfortaa" pitchFamily="2" charset="0"/>
              </a:rPr>
              <a:t> метод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Името на теста трябва да изразява специфичните изисквания, които се тестват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Обикновено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latin typeface="Comfortaa" pitchFamily="2" charset="0"/>
              </a:rPr>
              <a:t>[TestMethod_StateUnderTest_ExpectedBehavior]</a:t>
            </a: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Например 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TestAccountDepositNegativeSum()</a:t>
            </a:r>
            <a:r>
              <a:rPr lang="en-US" noProof="1">
                <a:latin typeface="Comfortaa" pitchFamily="2" charset="0"/>
                <a:cs typeface="Consolas" pitchFamily="49" charset="0"/>
              </a:rPr>
              <a:t> </a:t>
            </a:r>
            <a:r>
              <a:rPr lang="bg-BG" noProof="1">
                <a:latin typeface="Comfortaa" pitchFamily="2" charset="0"/>
                <a:cs typeface="Consolas" pitchFamily="49" charset="0"/>
              </a:rPr>
              <a:t>или 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AccountShouldNotDepositNegativeSum()</a:t>
            </a:r>
            <a:endParaRPr lang="en-US" b="1" dirty="0">
              <a:latin typeface="Comfortaa" pitchFamily="2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bg-BG" dirty="0">
                <a:latin typeface="Comfortaa" pitchFamily="2" charset="0"/>
              </a:rPr>
              <a:t>Името на теста трябва да включва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Очакваното входното състояние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Очаквания резултат или състояние </a:t>
            </a:r>
          </a:p>
          <a:p>
            <a:pPr lvl="1">
              <a:lnSpc>
                <a:spcPct val="110000"/>
              </a:lnSpc>
            </a:pPr>
            <a:r>
              <a:rPr lang="ru-RU" dirty="0">
                <a:latin typeface="Comfortaa" pitchFamily="2" charset="0"/>
              </a:rPr>
              <a:t>Името на тествания метод или клас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800" dirty="0">
                <a:latin typeface="Comfortaa" pitchFamily="2" charset="0"/>
              </a:rPr>
              <a:t>Стандарти за именуване в компонентното тестване</a:t>
            </a:r>
            <a:endParaRPr lang="en-US" sz="38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4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1" name="Rectangle 3"/>
          <p:cNvSpPr>
            <a:spLocks noGrp="1" noChangeArrowheads="1"/>
          </p:cNvSpPr>
          <p:nvPr>
            <p:ph idx="1"/>
          </p:nvPr>
        </p:nvSpPr>
        <p:spPr>
          <a:xfrm>
            <a:off x="778042" y="2114174"/>
            <a:ext cx="10772839" cy="4244354"/>
          </a:xfrm>
        </p:spPr>
        <p:txBody>
          <a:bodyPr/>
          <a:lstStyle/>
          <a:p>
            <a:pPr marL="290513" indent="-290513">
              <a:lnSpc>
                <a:spcPct val="100000"/>
              </a:lnSpc>
              <a:tabLst>
                <a:tab pos="914400" algn="l"/>
              </a:tabLst>
            </a:pPr>
            <a:r>
              <a:rPr lang="bg-BG" dirty="0">
                <a:latin typeface="Comfortaa" pitchFamily="2" charset="0"/>
              </a:rPr>
              <a:t>Даден е метод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marL="347663" indent="-347663">
              <a:lnSpc>
                <a:spcPct val="100000"/>
              </a:lnSpc>
              <a:buNone/>
              <a:tabLst>
                <a:tab pos="914400" algn="l"/>
              </a:tabLst>
            </a:pPr>
            <a:endParaRPr lang="en-US" dirty="0">
              <a:latin typeface="Comfortaa" pitchFamily="2" charset="0"/>
            </a:endParaRPr>
          </a:p>
          <a:p>
            <a:pPr marL="347663" indent="-347663">
              <a:lnSpc>
                <a:spcPct val="100000"/>
              </a:lnSpc>
              <a:buNone/>
              <a:tabLst>
                <a:tab pos="914400" algn="l"/>
              </a:tabLst>
            </a:pPr>
            <a:r>
              <a:rPr lang="en-US" dirty="0">
                <a:latin typeface="Comfortaa" pitchFamily="2" charset="0"/>
              </a:rPr>
              <a:t>	</a:t>
            </a:r>
            <a:r>
              <a:rPr lang="bg-BG" dirty="0">
                <a:latin typeface="Comfortaa" pitchFamily="2" charset="0"/>
              </a:rPr>
              <a:t>с изискване да се игнорират числата, по-големи от </a:t>
            </a:r>
            <a:r>
              <a:rPr lang="en-US" dirty="0">
                <a:latin typeface="Comfortaa" pitchFamily="2" charset="0"/>
              </a:rPr>
              <a:t>100 </a:t>
            </a:r>
            <a:r>
              <a:rPr lang="bg-BG" dirty="0">
                <a:latin typeface="Comfortaa" pitchFamily="2" charset="0"/>
              </a:rPr>
              <a:t> в процеса на сумиране</a:t>
            </a:r>
            <a:endParaRPr lang="en-US" dirty="0">
              <a:latin typeface="Comfortaa" pitchFamily="2" charset="0"/>
            </a:endParaRPr>
          </a:p>
          <a:p>
            <a:pPr marL="290513" indent="-290513">
              <a:lnSpc>
                <a:spcPct val="100000"/>
              </a:lnSpc>
              <a:spcBef>
                <a:spcPts val="1200"/>
              </a:spcBef>
              <a:tabLst>
                <a:tab pos="231775" algn="l"/>
              </a:tabLst>
            </a:pPr>
            <a:r>
              <a:rPr lang="bg-BG" dirty="0">
                <a:latin typeface="Comfortaa" pitchFamily="2" charset="0"/>
              </a:rPr>
              <a:t>Името на теста трябва да е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78042" y="635835"/>
            <a:ext cx="10515600" cy="1325563"/>
          </a:xfrm>
        </p:spPr>
        <p:txBody>
          <a:bodyPr>
            <a:noAutofit/>
          </a:bodyPr>
          <a:lstStyle/>
          <a:p>
            <a:r>
              <a:rPr lang="bg-BG" sz="3600" dirty="0">
                <a:latin typeface="Comfortaa" pitchFamily="2" charset="0"/>
              </a:rPr>
              <a:t>Стандарти за именуване в компонентното тестване </a:t>
            </a:r>
            <a:r>
              <a:rPr lang="en-US" sz="3600" dirty="0">
                <a:latin typeface="Comfortaa" pitchFamily="2" charset="0"/>
              </a:rPr>
              <a:t>– </a:t>
            </a:r>
            <a:r>
              <a:rPr lang="bg-BG" sz="3600" dirty="0">
                <a:latin typeface="Comfortaa" pitchFamily="2" charset="0"/>
              </a:rPr>
              <a:t>Пример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729092" name="Rectangle 4"/>
          <p:cNvSpPr>
            <a:spLocks noChangeArrowheads="1"/>
          </p:cNvSpPr>
          <p:nvPr/>
        </p:nvSpPr>
        <p:spPr bwMode="auto">
          <a:xfrm>
            <a:off x="1167718" y="2689057"/>
            <a:ext cx="9618592" cy="52322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19088" indent="-319088" eaLnBrk="0" hangingPunct="0"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800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int Sum(params int[] values)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167718" y="4837998"/>
            <a:ext cx="9618592" cy="52322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19088" indent="-319088" eaLnBrk="0" hangingPunct="0"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800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TestSumNumberIgnoredIfGreaterThan100</a:t>
            </a:r>
          </a:p>
        </p:txBody>
      </p:sp>
    </p:spTree>
    <p:extLst>
      <p:ext uri="{BB962C8B-B14F-4D97-AF65-F5344CB8AC3E}">
        <p14:creationId xmlns:p14="http://schemas.microsoft.com/office/powerpoint/2010/main" val="146491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Най-общо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 успешните тестове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никога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не се премахват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Тези тестове подсигуряват това, че промените в кода не повреждат работещия код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Успешен тест трябва да се променя само ако се цели да се подобри четимостта му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Когато тестовете не минават - това обикновено значи, че има конфликтни изисквания – или самият тест е написан дефектно или в кода, който тества има дефект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3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Кога трябва да се промени или премахне тест</a:t>
            </a:r>
            <a:r>
              <a:rPr lang="en-US" dirty="0">
                <a:latin typeface="Comfortaa" pitchFamily="2" charset="0"/>
              </a:rPr>
              <a:t>? [1/4]</a:t>
            </a:r>
          </a:p>
        </p:txBody>
      </p:sp>
    </p:spTree>
    <p:extLst>
      <p:ext uri="{BB962C8B-B14F-4D97-AF65-F5344CB8AC3E}">
        <p14:creationId xmlns:p14="http://schemas.microsoft.com/office/powerpoint/2010/main" val="362678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9" name="Rectangle 3"/>
          <p:cNvSpPr>
            <a:spLocks noGrp="1" noChangeArrowheads="1"/>
          </p:cNvSpPr>
          <p:nvPr>
            <p:ph idx="1"/>
          </p:nvPr>
        </p:nvSpPr>
        <p:spPr>
          <a:xfrm>
            <a:off x="790073" y="2151291"/>
            <a:ext cx="10315074" cy="3653946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>
              <a:buFontTx/>
              <a:buNone/>
            </a:pPr>
            <a:endParaRPr lang="en-US" sz="2400" u="sng" dirty="0">
              <a:latin typeface="Comfortaa" pitchFamily="2" charset="0"/>
            </a:endParaRPr>
          </a:p>
          <a:p>
            <a:pPr>
              <a:buFontTx/>
              <a:buNone/>
            </a:pPr>
            <a:endParaRPr lang="en-US" sz="2400" u="sng" dirty="0">
              <a:latin typeface="Comfortaa" pitchFamily="2" charset="0"/>
            </a:endParaRPr>
          </a:p>
          <a:p>
            <a:pPr>
              <a:buFontTx/>
              <a:buNone/>
            </a:pPr>
            <a:endParaRPr lang="en-US" sz="2400" u="sng" dirty="0">
              <a:latin typeface="Comfortaa" pitchFamily="2" charset="0"/>
            </a:endParaRPr>
          </a:p>
          <a:p>
            <a:pPr>
              <a:buFontTx/>
              <a:buNone/>
            </a:pPr>
            <a:endParaRPr lang="en-US" sz="2400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Този тест ще бъде променен, ако се добави нова функционалност, която позволява отрицателни числа.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31140" name="Rectangle 4"/>
          <p:cNvSpPr>
            <a:spLocks noChangeArrowheads="1"/>
          </p:cNvSpPr>
          <p:nvPr/>
        </p:nvSpPr>
        <p:spPr bwMode="auto">
          <a:xfrm>
            <a:off x="1077705" y="2715054"/>
            <a:ext cx="9798841" cy="14278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19088" indent="-319088" eaLnBrk="0" hangingPunct="0">
              <a:lnSpc>
                <a:spcPct val="110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TestSum_FirstNegativeNumberThrowsException()</a:t>
            </a:r>
          </a:p>
          <a:p>
            <a:pPr marL="319088" indent="-319088" eaLnBrk="0" hangingPunct="0">
              <a:lnSpc>
                <a:spcPct val="110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endParaRPr lang="bg-BG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marL="319088" indent="-319088" eaLnBrk="0" hangingPunct="0">
              <a:lnSpc>
                <a:spcPct val="110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Assert.Throws&lt;Exception&gt;(()=&gt; Sum(-1, 1, 2));</a:t>
            </a:r>
          </a:p>
          <a:p>
            <a:pPr marL="319088" indent="-319088" eaLnBrk="0" hangingPunct="0">
              <a:lnSpc>
                <a:spcPct val="110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0B2952B-730B-48B2-0B0A-6FF8D72E0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Кога трябва да се промени или премахне тест</a:t>
            </a:r>
            <a:r>
              <a:rPr lang="en-US" dirty="0">
                <a:latin typeface="Comfortaa" pitchFamily="2" charset="0"/>
              </a:rPr>
              <a:t>? [2/4]</a:t>
            </a:r>
          </a:p>
        </p:txBody>
      </p:sp>
    </p:spTree>
    <p:extLst>
      <p:ext uri="{BB962C8B-B14F-4D97-AF65-F5344CB8AC3E}">
        <p14:creationId xmlns:p14="http://schemas.microsoft.com/office/powerpoint/2010/main" val="389868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222667"/>
            <a:ext cx="10515600" cy="4351338"/>
          </a:xfrm>
        </p:spPr>
        <p:txBody>
          <a:bodyPr/>
          <a:lstStyle/>
          <a:p>
            <a:pPr marL="354013" indent="-354013"/>
            <a:r>
              <a:rPr lang="bg-BG" dirty="0">
                <a:latin typeface="Comfortaa" pitchFamily="2" charset="0"/>
              </a:rPr>
              <a:t>Нов разработчик е написал следния тест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marL="354013" indent="-354013">
              <a:buNone/>
            </a:pPr>
            <a:endParaRPr lang="en-US" u="sng" dirty="0">
              <a:latin typeface="Comfortaa" pitchFamily="2" charset="0"/>
            </a:endParaRPr>
          </a:p>
          <a:p>
            <a:pPr marL="354013" indent="-354013">
              <a:buNone/>
            </a:pPr>
            <a:endParaRPr lang="en-US" u="sng" dirty="0">
              <a:latin typeface="Comfortaa" pitchFamily="2" charset="0"/>
            </a:endParaRPr>
          </a:p>
          <a:p>
            <a:pPr marL="354013" indent="-354013">
              <a:buNone/>
            </a:pPr>
            <a:endParaRPr lang="en-US" dirty="0">
              <a:latin typeface="Comfortaa" pitchFamily="2" charset="0"/>
            </a:endParaRPr>
          </a:p>
          <a:p>
            <a:pPr marL="354013" indent="-354013">
              <a:buNone/>
            </a:pPr>
            <a:endParaRPr lang="en-US" dirty="0">
              <a:latin typeface="Comfortaa" pitchFamily="2" charset="0"/>
            </a:endParaRPr>
          </a:p>
          <a:p>
            <a:pPr marL="354013" indent="-354013"/>
            <a:r>
              <a:rPr lang="bg-BG" dirty="0">
                <a:latin typeface="Comfortaa" pitchFamily="2" charset="0"/>
              </a:rPr>
              <a:t>Предишният тест пропада поради промяна на изискванията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32166" name="Rectangle 6"/>
          <p:cNvSpPr>
            <a:spLocks noChangeArrowheads="1"/>
          </p:cNvSpPr>
          <p:nvPr/>
        </p:nvSpPr>
        <p:spPr bwMode="auto">
          <a:xfrm>
            <a:off x="1274816" y="2803275"/>
            <a:ext cx="9746110" cy="176644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19088" indent="-319088" eaLnBrk="0" hangingPunct="0">
              <a:lnSpc>
                <a:spcPct val="110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TestSum_FirstNegativeNumberCalculatesCorrectly()</a:t>
            </a:r>
          </a:p>
          <a:p>
            <a:pPr marL="319088" indent="-319088" eaLnBrk="0" hangingPunct="0">
              <a:lnSpc>
                <a:spcPct val="110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marL="319088" indent="-319088" eaLnBrk="0" hangingPunct="0">
              <a:lnSpc>
                <a:spcPct val="110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int sumResult = Sum(-1, 1, 2);</a:t>
            </a:r>
          </a:p>
          <a:p>
            <a:pPr marL="319088" indent="-319088" eaLnBrk="0" hangingPunct="0">
              <a:lnSpc>
                <a:spcPct val="110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Assert.AreEqual(2, sumResult);</a:t>
            </a:r>
          </a:p>
          <a:p>
            <a:pPr marL="319088" indent="-319088" eaLnBrk="0" hangingPunct="0">
              <a:lnSpc>
                <a:spcPct val="110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4742337-571D-9F90-8D85-9BB37B072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Кога трябва да се промени или премахне тест</a:t>
            </a:r>
            <a:r>
              <a:rPr lang="en-US" dirty="0">
                <a:latin typeface="Comfortaa" pitchFamily="2" charset="0"/>
              </a:rPr>
              <a:t>? [3/4]</a:t>
            </a:r>
          </a:p>
        </p:txBody>
      </p:sp>
    </p:spTree>
    <p:extLst>
      <p:ext uri="{BB962C8B-B14F-4D97-AF65-F5344CB8AC3E}">
        <p14:creationId xmlns:p14="http://schemas.microsoft.com/office/powerpoint/2010/main" val="215860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idx="1"/>
          </p:nvPr>
        </p:nvSpPr>
        <p:spPr>
          <a:xfrm>
            <a:off x="838200" y="2073381"/>
            <a:ext cx="10515600" cy="4351338"/>
          </a:xfrm>
        </p:spPr>
        <p:txBody>
          <a:bodyPr>
            <a:normAutofit/>
          </a:bodyPr>
          <a:lstStyle/>
          <a:p>
            <a:pPr marL="354013" indent="-354013"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Две посоки на действие:</a:t>
            </a:r>
            <a:endParaRPr lang="en-US" sz="3600" dirty="0">
              <a:latin typeface="Comfortaa" pitchFamily="2" charset="0"/>
            </a:endParaRPr>
          </a:p>
          <a:p>
            <a:pPr marL="982663" lvl="1" indent="-449263">
              <a:lnSpc>
                <a:spcPct val="100000"/>
              </a:lnSpc>
              <a:buFont typeface="Wingdings" pitchFamily="2" charset="2"/>
              <a:buAutoNum type="arabicPeriod"/>
            </a:pPr>
            <a:r>
              <a:rPr lang="bg-BG" sz="3400" dirty="0">
                <a:latin typeface="Comfortaa" pitchFamily="2" charset="0"/>
              </a:rPr>
              <a:t>Изтрийте пропаднал тест след потвърждение на неговата невалидност</a:t>
            </a:r>
            <a:endParaRPr lang="en-US" sz="3400" dirty="0">
              <a:latin typeface="Comfortaa" pitchFamily="2" charset="0"/>
            </a:endParaRPr>
          </a:p>
          <a:p>
            <a:pPr marL="982663" lvl="1" indent="-449263">
              <a:lnSpc>
                <a:spcPct val="100000"/>
              </a:lnSpc>
              <a:buFont typeface="Wingdings" pitchFamily="2" charset="2"/>
              <a:buAutoNum type="arabicPeriod"/>
            </a:pPr>
            <a:r>
              <a:rPr lang="bg-BG" sz="3400" dirty="0">
                <a:latin typeface="Comfortaa" pitchFamily="2" charset="0"/>
              </a:rPr>
              <a:t>Промяна на стари тестове</a:t>
            </a:r>
            <a:r>
              <a:rPr lang="en-US" sz="3400" dirty="0">
                <a:latin typeface="Comfortaa" pitchFamily="2" charset="0"/>
              </a:rPr>
              <a:t>:</a:t>
            </a:r>
          </a:p>
          <a:p>
            <a:pPr marL="1435100" lvl="2" indent="-266700">
              <a:lnSpc>
                <a:spcPct val="100000"/>
              </a:lnSpc>
            </a:pPr>
            <a:r>
              <a:rPr lang="ru-RU" sz="3200" dirty="0">
                <a:latin typeface="Comfortaa" pitchFamily="2" charset="0"/>
              </a:rPr>
              <a:t>или тестване на новото изискване</a:t>
            </a:r>
            <a:endParaRPr lang="bg-BG" sz="3200" dirty="0">
              <a:latin typeface="Comfortaa" pitchFamily="2" charset="0"/>
            </a:endParaRPr>
          </a:p>
          <a:p>
            <a:pPr marL="1435100" lvl="2" indent="-266700"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или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тестване на старите изисквани</a:t>
            </a:r>
            <a:r>
              <a:rPr lang="en-US" sz="3200" dirty="0">
                <a:latin typeface="Comfortaa" pitchFamily="2" charset="0"/>
              </a:rPr>
              <a:t/>
            </a:r>
            <a:br>
              <a:rPr lang="en-US" sz="3200" dirty="0">
                <a:latin typeface="Comfortaa" pitchFamily="2" charset="0"/>
              </a:rPr>
            </a:br>
            <a:r>
              <a:rPr lang="bg-BG" sz="3200" dirty="0">
                <a:latin typeface="Comfortaa" pitchFamily="2" charset="0"/>
              </a:rPr>
              <a:t>при новите обстоятелства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7194B92-11B7-ED9B-10DA-72F8F268F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Кога трябва да се промени или премахне тест</a:t>
            </a:r>
            <a:r>
              <a:rPr lang="en-US" dirty="0">
                <a:latin typeface="Comfortaa" pitchFamily="2" charset="0"/>
              </a:rPr>
              <a:t>? [4/4]</a:t>
            </a:r>
          </a:p>
        </p:txBody>
      </p:sp>
    </p:spTree>
    <p:extLst>
      <p:ext uri="{BB962C8B-B14F-4D97-AF65-F5344CB8AC3E}">
        <p14:creationId xmlns:p14="http://schemas.microsoft.com/office/powerpoint/2010/main" val="2959104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970004"/>
            <a:ext cx="10515600" cy="461127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endParaRPr lang="en-US" dirty="0">
              <a:latin typeface="Comfortaa" pitchFamily="2" charset="0"/>
            </a:endParaRPr>
          </a:p>
          <a:p>
            <a:r>
              <a:rPr lang="ru-RU" dirty="0">
                <a:latin typeface="Comfortaa" pitchFamily="2" charset="0"/>
              </a:rPr>
              <a:t>Какво не е наред в следния тест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endParaRPr lang="en-US" dirty="0">
              <a:latin typeface="Comfortaa" pitchFamily="2" charset="0"/>
            </a:endParaRPr>
          </a:p>
          <a:p>
            <a:pPr>
              <a:buFontTx/>
              <a:buNone/>
            </a:pPr>
            <a:endParaRPr lang="en-US" sz="3600" dirty="0">
              <a:latin typeface="Comfortaa" pitchFamily="2" charset="0"/>
            </a:endParaRPr>
          </a:p>
          <a:p>
            <a:pPr>
              <a:buFontTx/>
              <a:buNone/>
            </a:pPr>
            <a:endParaRPr lang="en-US" dirty="0">
              <a:latin typeface="Comfortaa" pitchFamily="2" charset="0"/>
            </a:endParaRPr>
          </a:p>
          <a:p>
            <a:pPr>
              <a:buFontTx/>
              <a:buNone/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Пропадането на </a:t>
            </a:r>
            <a:r>
              <a:rPr lang="ru-RU" dirty="0">
                <a:latin typeface="Comfortaa" pitchFamily="2" charset="0"/>
              </a:rPr>
              <a:t>тест трябва да докаже, че има нещо нередно с кода, който тестваме</a:t>
            </a:r>
            <a:r>
              <a:rPr lang="bg-BG" dirty="0">
                <a:latin typeface="Comfortaa" pitchFamily="2" charset="0"/>
              </a:rPr>
              <a:t>, а не с кода на теста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33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Тестовете трябва да отразяват реалните изисквания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33188" name="Rectangle 4"/>
          <p:cNvSpPr>
            <a:spLocks noChangeArrowheads="1"/>
          </p:cNvSpPr>
          <p:nvPr/>
        </p:nvSpPr>
        <p:spPr bwMode="auto">
          <a:xfrm>
            <a:off x="977664" y="1853366"/>
            <a:ext cx="10148887" cy="44319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Sum(int a, int b) –&gt; returns sum of a and b</a:t>
            </a:r>
          </a:p>
        </p:txBody>
      </p:sp>
      <p:sp>
        <p:nvSpPr>
          <p:cNvPr id="733189" name="Rectangle 5"/>
          <p:cNvSpPr>
            <a:spLocks noChangeArrowheads="1"/>
          </p:cNvSpPr>
          <p:nvPr/>
        </p:nvSpPr>
        <p:spPr bwMode="auto">
          <a:xfrm>
            <a:off x="977665" y="3228473"/>
            <a:ext cx="10148887" cy="184665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Sum_AddsOneAndTwo()</a:t>
            </a:r>
          </a:p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int result = Sum(1, 2);</a:t>
            </a:r>
          </a:p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Assert.AreEqual(4, result, "Bad sum");</a:t>
            </a:r>
          </a:p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918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063417"/>
            <a:ext cx="10515600" cy="411354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Съобщението от провеката в теста е едно от най-важните неща!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Трябва да ни казва какво </a:t>
            </a:r>
            <a:r>
              <a:rPr lang="ru-RU" b="1" dirty="0">
                <a:solidFill>
                  <a:srgbClr val="00B0F0"/>
                </a:solidFill>
                <a:latin typeface="Comfortaa" pitchFamily="2" charset="0"/>
              </a:rPr>
              <a:t>очаква да се случи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, </a:t>
            </a:r>
            <a:r>
              <a:rPr lang="ru-RU" dirty="0">
                <a:latin typeface="Comfortaa" pitchFamily="2" charset="0"/>
              </a:rPr>
              <a:t>но не и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какво е станало вместо това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Доброто съобщение от проверката ни помага да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проследим грешките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да разберем по-лесно компонентното тестване</a:t>
            </a:r>
            <a:r>
              <a:rPr lang="en-US" dirty="0">
                <a:latin typeface="Comfortaa" pitchFamily="2" charset="0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i="1" dirty="0">
                <a:latin typeface="Comfortaa" pitchFamily="2" charset="0"/>
              </a:rPr>
              <a:t>„</a:t>
            </a:r>
            <a:r>
              <a:rPr lang="ru-RU" i="1" dirty="0">
                <a:latin typeface="Comfortaa" pitchFamily="2" charset="0"/>
              </a:rPr>
              <a:t>Изтеглянето е неуспешно: сметките не би трябвало да имат отрицателно салдо</a:t>
            </a:r>
            <a:r>
              <a:rPr lang="bg-BG" i="1" dirty="0">
                <a:latin typeface="Comfortaa" pitchFamily="2" charset="0"/>
              </a:rPr>
              <a:t>“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Какво трябва да казват съобщенията от </a:t>
            </a:r>
            <a:r>
              <a:rPr lang="ru-RU" dirty="0" err="1">
                <a:latin typeface="Comfortaa" pitchFamily="2" charset="0"/>
              </a:rPr>
              <a:t>проверката</a:t>
            </a:r>
            <a:r>
              <a:rPr lang="en-US" dirty="0">
                <a:latin typeface="Comfortaa" pitchFamily="2" charset="0"/>
              </a:rPr>
              <a:t>? [1/2]</a:t>
            </a:r>
          </a:p>
        </p:txBody>
      </p:sp>
    </p:spTree>
    <p:extLst>
      <p:ext uri="{BB962C8B-B14F-4D97-AF65-F5344CB8AC3E}">
        <p14:creationId xmlns:p14="http://schemas.microsoft.com/office/powerpoint/2010/main" val="4275877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Rectangle 2"/>
          <p:cNvSpPr>
            <a:spLocks noGrp="1" noChangeArrowheads="1"/>
          </p:cNvSpPr>
          <p:nvPr>
            <p:ph idx="1"/>
          </p:nvPr>
        </p:nvSpPr>
        <p:spPr>
          <a:xfrm>
            <a:off x="838200" y="1943099"/>
            <a:ext cx="10515600" cy="42338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Изразяват какво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трябва</a:t>
            </a:r>
            <a:r>
              <a:rPr lang="bg-BG" sz="3200" dirty="0">
                <a:latin typeface="Comfortaa" pitchFamily="2" charset="0"/>
              </a:rPr>
              <a:t> да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ru-RU" sz="3200" dirty="0">
                <a:latin typeface="Comfortaa" pitchFamily="2" charset="0"/>
              </a:rPr>
              <a:t>да се случи и какво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не трябва</a:t>
            </a:r>
            <a:r>
              <a:rPr lang="bg-BG" sz="3200" dirty="0">
                <a:latin typeface="Comfortaa" pitchFamily="2" charset="0"/>
              </a:rPr>
              <a:t> да се случи</a:t>
            </a:r>
            <a:endParaRPr lang="en-US" sz="3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Comfortaa" pitchFamily="2" charset="0"/>
              </a:rPr>
              <a:t>“</a:t>
            </a:r>
            <a:r>
              <a:rPr lang="en-US" sz="2000" i="1" dirty="0">
                <a:latin typeface="Comfortaa" pitchFamily="2" charset="0"/>
                <a:cs typeface="Consolas" pitchFamily="49" charset="0"/>
              </a:rPr>
              <a:t>Verify()</a:t>
            </a:r>
            <a:r>
              <a:rPr lang="en-US" sz="2000" i="1" dirty="0">
                <a:latin typeface="Comfortaa" pitchFamily="2" charset="0"/>
              </a:rPr>
              <a:t> </a:t>
            </a:r>
            <a:r>
              <a:rPr lang="bg-BG" sz="2000" i="1" dirty="0">
                <a:latin typeface="Comfortaa" pitchFamily="2" charset="0"/>
              </a:rPr>
              <a:t>не хвърли изключение</a:t>
            </a:r>
            <a:r>
              <a:rPr lang="en-US" sz="2000" dirty="0">
                <a:latin typeface="Comfortaa" pitchFamily="2" charset="0"/>
              </a:rPr>
              <a:t>”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Comfortaa" pitchFamily="2" charset="0"/>
              </a:rPr>
              <a:t>“</a:t>
            </a:r>
            <a:r>
              <a:rPr lang="en-US" sz="2000" i="1" dirty="0">
                <a:latin typeface="Comfortaa" pitchFamily="2" charset="0"/>
                <a:cs typeface="Consolas" pitchFamily="49" charset="0"/>
              </a:rPr>
              <a:t>Connect()</a:t>
            </a:r>
            <a:r>
              <a:rPr lang="en-US" sz="2000" i="1" dirty="0">
                <a:latin typeface="Comfortaa" pitchFamily="2" charset="0"/>
              </a:rPr>
              <a:t> </a:t>
            </a:r>
            <a:r>
              <a:rPr lang="ru-RU" sz="2000" i="1" dirty="0">
                <a:latin typeface="Comfortaa" pitchFamily="2" charset="0"/>
              </a:rPr>
              <a:t>не отвори връзката преди да завърши</a:t>
            </a:r>
            <a:r>
              <a:rPr lang="en-US" sz="2000" dirty="0">
                <a:latin typeface="Comfortaa" pitchFamily="2" charset="0"/>
              </a:rPr>
              <a:t>”</a:t>
            </a: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Не</a:t>
            </a:r>
            <a:r>
              <a:rPr lang="en-US" sz="32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ru-RU" sz="3200" dirty="0">
                <a:latin typeface="Comfortaa" pitchFamily="2" charset="0"/>
              </a:rPr>
              <a:t>връщат празни или безсмислени съобщения</a:t>
            </a:r>
          </a:p>
          <a:p>
            <a:pPr lvl="1">
              <a:lnSpc>
                <a:spcPct val="100000"/>
              </a:lnSpc>
            </a:pPr>
            <a:r>
              <a:rPr lang="ru-RU" sz="3200" dirty="0">
                <a:latin typeface="Comfortaa" pitchFamily="2" charset="0"/>
              </a:rPr>
              <a:t>връщат съобщения, които повтарят името на тестовия случай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7CD206B-3E01-444F-2DB5-EF6AD6D417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Какво трябва да казват съобщенията от </a:t>
            </a:r>
            <a:r>
              <a:rPr lang="ru-RU" dirty="0" err="1">
                <a:latin typeface="Comfortaa" pitchFamily="2" charset="0"/>
              </a:rPr>
              <a:t>проверката</a:t>
            </a:r>
            <a:r>
              <a:rPr lang="en-US" dirty="0">
                <a:latin typeface="Comfortaa" pitchFamily="2" charset="0"/>
              </a:rPr>
              <a:t>? [2/2]</a:t>
            </a:r>
          </a:p>
        </p:txBody>
      </p:sp>
    </p:spTree>
    <p:extLst>
      <p:ext uri="{BB962C8B-B14F-4D97-AF65-F5344CB8AC3E}">
        <p14:creationId xmlns:p14="http://schemas.microsoft.com/office/powerpoint/2010/main" val="34941800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840" y="2247900"/>
            <a:ext cx="10846973" cy="19090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Избягвайте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множествена проверка </a:t>
            </a:r>
            <a:r>
              <a:rPr lang="bg-BG" dirty="0">
                <a:latin typeface="Comfortaa" pitchFamily="2" charset="0"/>
              </a:rPr>
              <a:t>в единичен тестов случай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Ако първата проверка пропадне, изпълнението на теста спира за този тестов случай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841" y="794220"/>
            <a:ext cx="10846973" cy="1110780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Избягвайте множество проверки в един компонентен тест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48683" y="4271211"/>
            <a:ext cx="10358384" cy="184665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TestSum_AnyParamBiggerThan1000IsNotSummed() </a:t>
            </a:r>
          </a:p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Assert.AreEqual(3, Sum(1001, 1, 2);</a:t>
            </a:r>
          </a:p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Assert.AreEqual(3, Sum(1, 1001, 2);</a:t>
            </a:r>
          </a:p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Assert.AreEqual(3, Sum(1, 2, 1001);</a:t>
            </a:r>
          </a:p>
          <a:p>
            <a:pPr marL="319088" indent="-319088" eaLnBrk="0" hangingPunct="0">
              <a:lnSpc>
                <a:spcPct val="95000"/>
              </a:lnSpc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6842125" algn="l"/>
              </a:tabLst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250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17366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Концепцията за </a:t>
            </a:r>
            <a:r>
              <a:rPr lang="bg-BG" sz="2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компонентно тестване </a:t>
            </a:r>
            <a:r>
              <a:rPr lang="bg-BG" sz="2200" dirty="0">
                <a:latin typeface="Comfortaa" pitchFamily="2" charset="0"/>
              </a:rPr>
              <a:t>е от много години в общността на разработчиците</a:t>
            </a:r>
          </a:p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Нови методологии в частност 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Scrum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и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XP</a:t>
            </a:r>
            <a:r>
              <a:rPr lang="en-US" sz="2200" dirty="0">
                <a:latin typeface="Comfortaa" pitchFamily="2" charset="0"/>
              </a:rPr>
              <a:t>, </a:t>
            </a:r>
            <a:r>
              <a:rPr lang="ru-RU" sz="2200" dirty="0">
                <a:latin typeface="Comfortaa" pitchFamily="2" charset="0"/>
              </a:rPr>
              <a:t>са превърнали компонентното тестване в основа на разработка на софтуер</a:t>
            </a:r>
            <a:endParaRPr lang="en-US" sz="2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Писането на </a:t>
            </a:r>
            <a:r>
              <a:rPr lang="bg-BG" sz="2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добри и ефективни </a:t>
            </a:r>
            <a:r>
              <a:rPr lang="bg-BG" sz="2200" dirty="0">
                <a:latin typeface="Comfortaa" pitchFamily="2" charset="0"/>
              </a:rPr>
              <a:t>компоненти тестове е важно</a:t>
            </a:r>
            <a:r>
              <a:rPr lang="en-US" sz="2200" dirty="0">
                <a:latin typeface="Comfortaa" pitchFamily="2" charset="0"/>
              </a:rPr>
              <a:t>!</a:t>
            </a:r>
          </a:p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Съществуват инструменти за генериране на тестове</a:t>
            </a:r>
            <a:r>
              <a:rPr lang="en-US" sz="2200" dirty="0">
                <a:latin typeface="Comfortaa" pitchFamily="2" charset="0"/>
              </a:rPr>
              <a:t> (</a:t>
            </a:r>
            <a:r>
              <a:rPr lang="bg-BG" sz="2200" dirty="0">
                <a:latin typeface="Comfortaa" pitchFamily="2" charset="0"/>
              </a:rPr>
              <a:t>например </a:t>
            </a:r>
            <a:r>
              <a:rPr lang="en-US" sz="2200" noProof="1">
                <a:latin typeface="Comfortaa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Pex</a:t>
            </a:r>
            <a:r>
              <a:rPr lang="en-US" sz="2200" dirty="0">
                <a:latin typeface="Comfortaa" pitchFamily="2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ru-RU" sz="2200" dirty="0" err="1">
                <a:latin typeface="Comfortaa" pitchFamily="2" charset="0"/>
              </a:rPr>
              <a:t>Въпреки</a:t>
            </a:r>
            <a:r>
              <a:rPr lang="ru-RU" sz="2200" dirty="0">
                <a:latin typeface="Comfortaa" pitchFamily="2" charset="0"/>
              </a:rPr>
              <a:t> това тези инструменти не са перфектни и често се налага разработчиците да редактират генерирания код</a:t>
            </a:r>
            <a:endParaRPr lang="en-US" sz="2200" dirty="0">
              <a:latin typeface="Comfortaa" pitchFamily="2" charset="0"/>
            </a:endParaRPr>
          </a:p>
        </p:txBody>
      </p:sp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503" y="455431"/>
            <a:ext cx="9489002" cy="1463606"/>
          </a:xfrm>
        </p:spPr>
        <p:txBody>
          <a:bodyPr>
            <a:normAutofit/>
          </a:bodyPr>
          <a:lstStyle/>
          <a:p>
            <a:r>
              <a:rPr lang="bg-BG" sz="4800" dirty="0">
                <a:latin typeface="Comfortaa" pitchFamily="2" charset="0"/>
              </a:rPr>
              <a:t>Предизвикателството на компонентно тестване</a:t>
            </a:r>
            <a:r>
              <a:rPr lang="en-US" sz="4800" dirty="0">
                <a:latin typeface="Comfortaa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020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82369"/>
            <a:ext cx="10467978" cy="4734209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400" dirty="0">
                <a:latin typeface="Comfortaa" pitchFamily="2" charset="0"/>
              </a:rPr>
              <a:t>Пишете код, удобен за тестване</a:t>
            </a:r>
            <a:endParaRPr lang="en-US" sz="2400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400" dirty="0">
                <a:latin typeface="Comfortaa" pitchFamily="2" charset="0"/>
              </a:rPr>
              <a:t>Следвайте шаблона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3A</a:t>
            </a:r>
            <a:endParaRPr lang="en-US" sz="2400" dirty="0">
              <a:solidFill>
                <a:srgbClr val="00B0F0"/>
              </a:solidFill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400" dirty="0">
                <a:latin typeface="Comfortaa" pitchFamily="2" charset="0"/>
              </a:rPr>
              <a:t>Пишете компоненти тестове, съгласно</a:t>
            </a:r>
            <a:r>
              <a:rPr lang="en-US" sz="2400" dirty="0">
                <a:latin typeface="Comfortaa" pitchFamily="2" charset="0"/>
              </a:rPr>
              <a:t> </a:t>
            </a:r>
            <a:br>
              <a:rPr lang="en-US" sz="2400" dirty="0">
                <a:latin typeface="Comfortaa" pitchFamily="2" charset="0"/>
              </a:rPr>
            </a:br>
            <a:r>
              <a:rPr lang="bg-BG" sz="2400" dirty="0">
                <a:latin typeface="Comfortaa" pitchFamily="2" charset="0"/>
              </a:rPr>
              <a:t>спецификациите</a:t>
            </a:r>
            <a:endParaRPr lang="en-US" sz="2400" dirty="0">
              <a:latin typeface="Comfortaa" pitchFamily="2" charset="0"/>
            </a:endParaRPr>
          </a:p>
          <a:p>
            <a:pPr marL="819096" lvl="1" indent="-51435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 смяна на спецификацията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трябва да се сменят също и тестовете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400" dirty="0">
                <a:latin typeface="Comfortaa" pitchFamily="2" charset="0"/>
              </a:rPr>
              <a:t>Когато пишем компонентен тест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>
                <a:latin typeface="Comfortaa" pitchFamily="2" charset="0"/>
              </a:rPr>
              <a:t>следвайте правилата за качествен програмен код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400" dirty="0">
                <a:latin typeface="Comfortaa" pitchFamily="2" charset="0"/>
              </a:rPr>
              <a:t>Компонентното тестване е добра документация на кода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47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</TotalTime>
  <Words>680</Words>
  <Application>Microsoft Office PowerPoint</Application>
  <PresentationFormat>Widescreen</PresentationFormat>
  <Paragraphs>109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Компонентно тестване</vt:lpstr>
      <vt:lpstr>Съдържание</vt:lpstr>
      <vt:lpstr>Стандарти за именуване в компонентното тестване</vt:lpstr>
      <vt:lpstr>Стандарти за именуване в компонентното тестване – Пример</vt:lpstr>
      <vt:lpstr>Кога трябва да се промени или премахне тест? [1/4]</vt:lpstr>
      <vt:lpstr>Кога трябва да се промени или премахне тест? [2/4]</vt:lpstr>
      <vt:lpstr>Кога трябва да се промени или премахне тест? [3/4]</vt:lpstr>
      <vt:lpstr>Кога трябва да се промени или премахне тест? [4/4]</vt:lpstr>
      <vt:lpstr>Тестовете трябва да отразяват реалните изисквания</vt:lpstr>
      <vt:lpstr>Какво трябва да казват съобщенията от проверката? [1/2]</vt:lpstr>
      <vt:lpstr>Какво трябва да казват съобщенията от проверката? [2/2]</vt:lpstr>
      <vt:lpstr>Избягвайте множество проверки в един компонентен тест</vt:lpstr>
      <vt:lpstr>Предизвикателството на компонентно тестване </vt:lpstr>
      <vt:lpstr>Обобщение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12</cp:revision>
  <dcterms:created xsi:type="dcterms:W3CDTF">2022-08-09T09:25:46Z</dcterms:created>
  <dcterms:modified xsi:type="dcterms:W3CDTF">2025-10-03T10:30:46Z</dcterms:modified>
</cp:coreProperties>
</file>