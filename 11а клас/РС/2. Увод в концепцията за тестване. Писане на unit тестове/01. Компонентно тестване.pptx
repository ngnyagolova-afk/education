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8" r:id="rId2"/>
    <p:sldId id="571" r:id="rId3"/>
    <p:sldId id="555" r:id="rId4"/>
    <p:sldId id="556" r:id="rId5"/>
    <p:sldId id="557" r:id="rId6"/>
    <p:sldId id="597" r:id="rId7"/>
    <p:sldId id="598" r:id="rId8"/>
    <p:sldId id="599" r:id="rId9"/>
    <p:sldId id="558" r:id="rId10"/>
    <p:sldId id="559" r:id="rId11"/>
    <p:sldId id="560" r:id="rId12"/>
    <p:sldId id="59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555"/>
            <p14:sldId id="556"/>
            <p14:sldId id="557"/>
            <p14:sldId id="597"/>
            <p14:sldId id="598"/>
            <p14:sldId id="599"/>
            <p14:sldId id="558"/>
            <p14:sldId id="559"/>
            <p14:sldId id="560"/>
            <p14:sldId id="596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7A23A8-0368-477F-93D4-B647FCA05B4E}" v="5" dt="2023-02-18T13:45:16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СУ" userId="bdbaa275-9249-41b1-8d15-242f632c67bf" providerId="ADAL" clId="{CC7A23A8-0368-477F-93D4-B647FCA05B4E}"/>
    <pc:docChg chg="custSel addSld modSld">
      <pc:chgData name="БСУ" userId="bdbaa275-9249-41b1-8d15-242f632c67bf" providerId="ADAL" clId="{CC7A23A8-0368-477F-93D4-B647FCA05B4E}" dt="2023-02-18T13:45:55.431" v="117" actId="478"/>
      <pc:docMkLst>
        <pc:docMk/>
      </pc:docMkLst>
      <pc:sldChg chg="modSp mod">
        <pc:chgData name="БСУ" userId="bdbaa275-9249-41b1-8d15-242f632c67bf" providerId="ADAL" clId="{CC7A23A8-0368-477F-93D4-B647FCA05B4E}" dt="2023-02-18T13:40:13.509" v="5" actId="6549"/>
        <pc:sldMkLst>
          <pc:docMk/>
          <pc:sldMk cId="2386959723" sldId="258"/>
        </pc:sldMkLst>
        <pc:spChg chg="mod">
          <ac:chgData name="БСУ" userId="bdbaa275-9249-41b1-8d15-242f632c67bf" providerId="ADAL" clId="{CC7A23A8-0368-477F-93D4-B647FCA05B4E}" dt="2023-02-18T13:40:11.522" v="4" actId="27636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БСУ" userId="bdbaa275-9249-41b1-8d15-242f632c67bf" providerId="ADAL" clId="{CC7A23A8-0368-477F-93D4-B647FCA05B4E}" dt="2023-02-18T13:40:13.509" v="5" actId="6549"/>
          <ac:spMkLst>
            <pc:docMk/>
            <pc:sldMk cId="2386959723" sldId="258"/>
            <ac:spMk id="5" creationId="{FD72CEAD-2598-2D6F-7FF9-AF95330D8A09}"/>
          </ac:spMkLst>
        </pc:spChg>
      </pc:sldChg>
      <pc:sldChg chg="delSp modSp add mod">
        <pc:chgData name="БСУ" userId="bdbaa275-9249-41b1-8d15-242f632c67bf" providerId="ADAL" clId="{CC7A23A8-0368-477F-93D4-B647FCA05B4E}" dt="2023-02-18T13:42:51.457" v="51" actId="1076"/>
        <pc:sldMkLst>
          <pc:docMk/>
          <pc:sldMk cId="1072473319" sldId="555"/>
        </pc:sldMkLst>
        <pc:spChg chg="mod">
          <ac:chgData name="БСУ" userId="bdbaa275-9249-41b1-8d15-242f632c67bf" providerId="ADAL" clId="{CC7A23A8-0368-477F-93D4-B647FCA05B4E}" dt="2023-02-18T13:42:51.457" v="51" actId="1076"/>
          <ac:spMkLst>
            <pc:docMk/>
            <pc:sldMk cId="1072473319" sldId="555"/>
            <ac:spMk id="5" creationId="{00000000-0000-0000-0000-000000000000}"/>
          </ac:spMkLst>
        </pc:spChg>
        <pc:spChg chg="del mod">
          <ac:chgData name="БСУ" userId="bdbaa275-9249-41b1-8d15-242f632c67bf" providerId="ADAL" clId="{CC7A23A8-0368-477F-93D4-B647FCA05B4E}" dt="2023-02-18T13:41:25.925" v="18" actId="478"/>
          <ac:spMkLst>
            <pc:docMk/>
            <pc:sldMk cId="1072473319" sldId="555"/>
            <ac:spMk id="6" creationId="{160F5868-C362-4AFC-B1B1-6EE7209223FE}"/>
          </ac:spMkLst>
        </pc:spChg>
        <pc:spChg chg="mod">
          <ac:chgData name="БСУ" userId="bdbaa275-9249-41b1-8d15-242f632c67bf" providerId="ADAL" clId="{CC7A23A8-0368-477F-93D4-B647FCA05B4E}" dt="2023-02-18T13:42:51.457" v="51" actId="1076"/>
          <ac:spMkLst>
            <pc:docMk/>
            <pc:sldMk cId="1072473319" sldId="555"/>
            <ac:spMk id="575490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2:51.457" v="51" actId="1076"/>
          <ac:spMkLst>
            <pc:docMk/>
            <pc:sldMk cId="1072473319" sldId="555"/>
            <ac:spMk id="575491" creationId="{00000000-0000-0000-0000-000000000000}"/>
          </ac:spMkLst>
        </pc:spChg>
      </pc:sldChg>
      <pc:sldChg chg="delSp modSp add mod">
        <pc:chgData name="БСУ" userId="bdbaa275-9249-41b1-8d15-242f632c67bf" providerId="ADAL" clId="{CC7A23A8-0368-477F-93D4-B647FCA05B4E}" dt="2023-02-18T13:43:06.827" v="55" actId="478"/>
        <pc:sldMkLst>
          <pc:docMk/>
          <pc:sldMk cId="1534824864" sldId="556"/>
        </pc:sldMkLst>
        <pc:spChg chg="mod">
          <ac:chgData name="БСУ" userId="bdbaa275-9249-41b1-8d15-242f632c67bf" providerId="ADAL" clId="{CC7A23A8-0368-477F-93D4-B647FCA05B4E}" dt="2023-02-18T13:43:04.519" v="53" actId="2711"/>
          <ac:spMkLst>
            <pc:docMk/>
            <pc:sldMk cId="1534824864" sldId="556"/>
            <ac:spMk id="2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3:04.549" v="54" actId="27636"/>
          <ac:spMkLst>
            <pc:docMk/>
            <pc:sldMk cId="1534824864" sldId="556"/>
            <ac:spMk id="3" creationId="{00000000-0000-0000-0000-000000000000}"/>
          </ac:spMkLst>
        </pc:spChg>
        <pc:spChg chg="del mod">
          <ac:chgData name="БСУ" userId="bdbaa275-9249-41b1-8d15-242f632c67bf" providerId="ADAL" clId="{CC7A23A8-0368-477F-93D4-B647FCA05B4E}" dt="2023-02-18T13:43:06.827" v="55" actId="478"/>
          <ac:spMkLst>
            <pc:docMk/>
            <pc:sldMk cId="1534824864" sldId="556"/>
            <ac:spMk id="6" creationId="{477A4FEB-AEFA-444E-B24F-064265E48A95}"/>
          </ac:spMkLst>
        </pc:spChg>
        <pc:picChg chg="del">
          <ac:chgData name="БСУ" userId="bdbaa275-9249-41b1-8d15-242f632c67bf" providerId="ADAL" clId="{CC7A23A8-0368-477F-93D4-B647FCA05B4E}" dt="2023-02-18T13:42:55.527" v="52" actId="478"/>
          <ac:picMkLst>
            <pc:docMk/>
            <pc:sldMk cId="1534824864" sldId="556"/>
            <ac:picMk id="2051" creationId="{00000000-0000-0000-0000-000000000000}"/>
          </ac:picMkLst>
        </pc:picChg>
      </pc:sldChg>
      <pc:sldChg chg="delSp modSp add mod">
        <pc:chgData name="БСУ" userId="bdbaa275-9249-41b1-8d15-242f632c67bf" providerId="ADAL" clId="{CC7A23A8-0368-477F-93D4-B647FCA05B4E}" dt="2023-02-18T13:44:18.212" v="84" actId="1076"/>
        <pc:sldMkLst>
          <pc:docMk/>
          <pc:sldMk cId="3608135686" sldId="557"/>
        </pc:sldMkLst>
        <pc:spChg chg="del mod">
          <ac:chgData name="БСУ" userId="bdbaa275-9249-41b1-8d15-242f632c67bf" providerId="ADAL" clId="{CC7A23A8-0368-477F-93D4-B647FCA05B4E}" dt="2023-02-18T13:43:58.111" v="79" actId="478"/>
          <ac:spMkLst>
            <pc:docMk/>
            <pc:sldMk cId="3608135686" sldId="557"/>
            <ac:spMk id="4" creationId="{2216445C-85E2-4537-8C0A-9150D096851C}"/>
          </ac:spMkLst>
        </pc:spChg>
        <pc:spChg chg="mod">
          <ac:chgData name="БСУ" userId="bdbaa275-9249-41b1-8d15-242f632c67bf" providerId="ADAL" clId="{CC7A23A8-0368-477F-93D4-B647FCA05B4E}" dt="2023-02-18T13:44:18.212" v="84" actId="1076"/>
          <ac:spMkLst>
            <pc:docMk/>
            <pc:sldMk cId="3608135686" sldId="557"/>
            <ac:spMk id="661506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4:18.212" v="84" actId="1076"/>
          <ac:spMkLst>
            <pc:docMk/>
            <pc:sldMk cId="3608135686" sldId="557"/>
            <ac:spMk id="661508" creationId="{00000000-0000-0000-0000-000000000000}"/>
          </ac:spMkLst>
        </pc:spChg>
      </pc:sldChg>
      <pc:sldChg chg="delSp modSp add mod">
        <pc:chgData name="БСУ" userId="bdbaa275-9249-41b1-8d15-242f632c67bf" providerId="ADAL" clId="{CC7A23A8-0368-477F-93D4-B647FCA05B4E}" dt="2023-02-18T13:44:45.222" v="94" actId="1076"/>
        <pc:sldMkLst>
          <pc:docMk/>
          <pc:sldMk cId="972291991" sldId="558"/>
        </pc:sldMkLst>
        <pc:spChg chg="mod">
          <ac:chgData name="БСУ" userId="bdbaa275-9249-41b1-8d15-242f632c67bf" providerId="ADAL" clId="{CC7A23A8-0368-477F-93D4-B647FCA05B4E}" dt="2023-02-18T13:44:42.343" v="93" actId="14100"/>
          <ac:spMkLst>
            <pc:docMk/>
            <pc:sldMk cId="972291991" sldId="558"/>
            <ac:spMk id="2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4:45.222" v="94" actId="1076"/>
          <ac:spMkLst>
            <pc:docMk/>
            <pc:sldMk cId="972291991" sldId="558"/>
            <ac:spMk id="3" creationId="{00000000-0000-0000-0000-000000000000}"/>
          </ac:spMkLst>
        </pc:spChg>
        <pc:spChg chg="del mod">
          <ac:chgData name="БСУ" userId="bdbaa275-9249-41b1-8d15-242f632c67bf" providerId="ADAL" clId="{CC7A23A8-0368-477F-93D4-B647FCA05B4E}" dt="2023-02-18T13:44:31.739" v="88" actId="478"/>
          <ac:spMkLst>
            <pc:docMk/>
            <pc:sldMk cId="972291991" sldId="558"/>
            <ac:spMk id="5" creationId="{40121D31-F97E-4E0A-BEF0-8C404164C6F5}"/>
          </ac:spMkLst>
        </pc:spChg>
      </pc:sldChg>
      <pc:sldChg chg="delSp modSp add mod">
        <pc:chgData name="БСУ" userId="bdbaa275-9249-41b1-8d15-242f632c67bf" providerId="ADAL" clId="{CC7A23A8-0368-477F-93D4-B647FCA05B4E}" dt="2023-02-18T13:45:09.211" v="103" actId="207"/>
        <pc:sldMkLst>
          <pc:docMk/>
          <pc:sldMk cId="3890833852" sldId="559"/>
        </pc:sldMkLst>
        <pc:spChg chg="mod">
          <ac:chgData name="БСУ" userId="bdbaa275-9249-41b1-8d15-242f632c67bf" providerId="ADAL" clId="{CC7A23A8-0368-477F-93D4-B647FCA05B4E}" dt="2023-02-18T13:45:00.883" v="101" actId="404"/>
          <ac:spMkLst>
            <pc:docMk/>
            <pc:sldMk cId="3890833852" sldId="559"/>
            <ac:spMk id="2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5:09.211" v="103" actId="207"/>
          <ac:spMkLst>
            <pc:docMk/>
            <pc:sldMk cId="3890833852" sldId="559"/>
            <ac:spMk id="3" creationId="{00000000-0000-0000-0000-000000000000}"/>
          </ac:spMkLst>
        </pc:spChg>
        <pc:spChg chg="del mod">
          <ac:chgData name="БСУ" userId="bdbaa275-9249-41b1-8d15-242f632c67bf" providerId="ADAL" clId="{CC7A23A8-0368-477F-93D4-B647FCA05B4E}" dt="2023-02-18T13:45:05.213" v="102" actId="478"/>
          <ac:spMkLst>
            <pc:docMk/>
            <pc:sldMk cId="3890833852" sldId="559"/>
            <ac:spMk id="6" creationId="{9A97B63A-8752-4266-B712-0218FF48AEEC}"/>
          </ac:spMkLst>
        </pc:spChg>
        <pc:picChg chg="del">
          <ac:chgData name="БСУ" userId="bdbaa275-9249-41b1-8d15-242f632c67bf" providerId="ADAL" clId="{CC7A23A8-0368-477F-93D4-B647FCA05B4E}" dt="2023-02-18T13:44:51.155" v="95" actId="478"/>
          <ac:picMkLst>
            <pc:docMk/>
            <pc:sldMk cId="3890833852" sldId="559"/>
            <ac:picMk id="3075" creationId="{00000000-0000-0000-0000-000000000000}"/>
          </ac:picMkLst>
        </pc:picChg>
      </pc:sldChg>
      <pc:sldChg chg="delSp modSp add mod">
        <pc:chgData name="БСУ" userId="bdbaa275-9249-41b1-8d15-242f632c67bf" providerId="ADAL" clId="{CC7A23A8-0368-477F-93D4-B647FCA05B4E}" dt="2023-02-18T13:45:28.576" v="109" actId="478"/>
        <pc:sldMkLst>
          <pc:docMk/>
          <pc:sldMk cId="3242615621" sldId="560"/>
        </pc:sldMkLst>
        <pc:spChg chg="mod">
          <ac:chgData name="БСУ" userId="bdbaa275-9249-41b1-8d15-242f632c67bf" providerId="ADAL" clId="{CC7A23A8-0368-477F-93D4-B647FCA05B4E}" dt="2023-02-18T13:45:21.257" v="106" actId="27636"/>
          <ac:spMkLst>
            <pc:docMk/>
            <pc:sldMk cId="3242615621" sldId="560"/>
            <ac:spMk id="2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5:25.920" v="108" actId="207"/>
          <ac:spMkLst>
            <pc:docMk/>
            <pc:sldMk cId="3242615621" sldId="560"/>
            <ac:spMk id="3" creationId="{00000000-0000-0000-0000-000000000000}"/>
          </ac:spMkLst>
        </pc:spChg>
        <pc:spChg chg="del mod">
          <ac:chgData name="БСУ" userId="bdbaa275-9249-41b1-8d15-242f632c67bf" providerId="ADAL" clId="{CC7A23A8-0368-477F-93D4-B647FCA05B4E}" dt="2023-02-18T13:45:28.576" v="109" actId="478"/>
          <ac:spMkLst>
            <pc:docMk/>
            <pc:sldMk cId="3242615621" sldId="560"/>
            <ac:spMk id="6" creationId="{F0C9855B-3AC4-4BDF-88DD-DC24F78ED5FF}"/>
          </ac:spMkLst>
        </pc:spChg>
        <pc:picChg chg="del">
          <ac:chgData name="БСУ" userId="bdbaa275-9249-41b1-8d15-242f632c67bf" providerId="ADAL" clId="{CC7A23A8-0368-477F-93D4-B647FCA05B4E}" dt="2023-02-18T13:45:16.674" v="104" actId="478"/>
          <ac:picMkLst>
            <pc:docMk/>
            <pc:sldMk cId="3242615621" sldId="560"/>
            <ac:picMk id="5" creationId="{00000000-0000-0000-0000-000000000000}"/>
          </ac:picMkLst>
        </pc:picChg>
      </pc:sldChg>
      <pc:sldChg chg="modSp mod">
        <pc:chgData name="БСУ" userId="bdbaa275-9249-41b1-8d15-242f632c67bf" providerId="ADAL" clId="{CC7A23A8-0368-477F-93D4-B647FCA05B4E}" dt="2023-02-18T13:40:25.836" v="6"/>
        <pc:sldMkLst>
          <pc:docMk/>
          <pc:sldMk cId="2385751420" sldId="571"/>
        </pc:sldMkLst>
        <pc:spChg chg="mod">
          <ac:chgData name="БСУ" userId="bdbaa275-9249-41b1-8d15-242f632c67bf" providerId="ADAL" clId="{CC7A23A8-0368-477F-93D4-B647FCA05B4E}" dt="2023-02-18T13:40:25.836" v="6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БСУ" userId="bdbaa275-9249-41b1-8d15-242f632c67bf" providerId="ADAL" clId="{CC7A23A8-0368-477F-93D4-B647FCA05B4E}" dt="2023-02-18T13:45:55.431" v="117" actId="478"/>
        <pc:sldMkLst>
          <pc:docMk/>
          <pc:sldMk cId="2189382755" sldId="596"/>
        </pc:sldMkLst>
        <pc:spChg chg="mod">
          <ac:chgData name="БСУ" userId="bdbaa275-9249-41b1-8d15-242f632c67bf" providerId="ADAL" clId="{CC7A23A8-0368-477F-93D4-B647FCA05B4E}" dt="2023-02-18T13:45:52.749" v="116" actId="207"/>
          <ac:spMkLst>
            <pc:docMk/>
            <pc:sldMk cId="2189382755" sldId="596"/>
            <ac:spMk id="4" creationId="{00000000-0000-0000-0000-000000000000}"/>
          </ac:spMkLst>
        </pc:spChg>
        <pc:spChg chg="mod">
          <ac:chgData name="БСУ" userId="bdbaa275-9249-41b1-8d15-242f632c67bf" providerId="ADAL" clId="{CC7A23A8-0368-477F-93D4-B647FCA05B4E}" dt="2023-02-18T13:45:52.749" v="116" actId="207"/>
          <ac:spMkLst>
            <pc:docMk/>
            <pc:sldMk cId="2189382755" sldId="596"/>
            <ac:spMk id="5" creationId="{00000000-0000-0000-0000-000000000000}"/>
          </ac:spMkLst>
        </pc:spChg>
        <pc:spChg chg="del mod">
          <ac:chgData name="БСУ" userId="bdbaa275-9249-41b1-8d15-242f632c67bf" providerId="ADAL" clId="{CC7A23A8-0368-477F-93D4-B647FCA05B4E}" dt="2023-02-18T13:45:55.431" v="117" actId="478"/>
          <ac:spMkLst>
            <pc:docMk/>
            <pc:sldMk cId="2189382755" sldId="596"/>
            <ac:spMk id="7" creationId="{25A4699C-7B4B-4877-96BD-7D7A87894D92}"/>
          </ac:spMkLst>
        </pc:spChg>
        <pc:picChg chg="del">
          <ac:chgData name="БСУ" userId="bdbaa275-9249-41b1-8d15-242f632c67bf" providerId="ADAL" clId="{CC7A23A8-0368-477F-93D4-B647FCA05B4E}" dt="2023-02-18T13:45:34.167" v="110" actId="478"/>
          <ac:picMkLst>
            <pc:docMk/>
            <pc:sldMk cId="2189382755" sldId="596"/>
            <ac:picMk id="8" creationId="{00000000-0000-0000-0000-000000000000}"/>
          </ac:picMkLst>
        </pc:picChg>
        <pc:picChg chg="del">
          <ac:chgData name="БСУ" userId="bdbaa275-9249-41b1-8d15-242f632c67bf" providerId="ADAL" clId="{CC7A23A8-0368-477F-93D4-B647FCA05B4E}" dt="2023-02-18T13:45:34.921" v="111" actId="478"/>
          <ac:picMkLst>
            <pc:docMk/>
            <pc:sldMk cId="2189382755" sldId="596"/>
            <ac:picMk id="9" creationId="{00000000-0000-0000-0000-000000000000}"/>
          </ac:picMkLst>
        </pc:picChg>
      </pc:sldChg>
    </pc:docChg>
  </pc:docChgLst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3EBF14-37C0-4F84-9E55-75E6239D48DA}" type="slidenum">
              <a:rPr lang="en-US"/>
              <a:pPr/>
              <a:t>3</a:t>
            </a:fld>
            <a:r>
              <a:rPr lang="en-US" dirty="0"/>
              <a:t>##</a:t>
            </a:r>
          </a:p>
        </p:txBody>
      </p:sp>
      <p:sp>
        <p:nvSpPr>
          <p:cNvPr id="576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94" y="4342938"/>
            <a:ext cx="5487013" cy="4114588"/>
          </a:xfrm>
        </p:spPr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3337362A-5F33-4812-B24D-02EE4469DB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213906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AFA99BC9-FF5F-493D-A185-B74A8B2972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10819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A779E39F-B598-4D40-AB6A-30C43A783CC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840027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3.10.2025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Компонентно тестване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Какво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представлява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компонентното</a:t>
            </a:r>
            <a:r>
              <a:rPr lang="ru-RU" dirty="0">
                <a:latin typeface="Comfortaa" pitchFamily="2" charset="0"/>
              </a:rPr>
              <a:t> </a:t>
            </a:r>
            <a:r>
              <a:rPr lang="ru-RU" dirty="0" err="1">
                <a:latin typeface="Comfortaa" pitchFamily="2" charset="0"/>
              </a:rPr>
              <a:t>тестване</a:t>
            </a:r>
            <a:r>
              <a:rPr lang="ru-RU" dirty="0">
                <a:latin typeface="Comfortaa" pitchFamily="2" charset="0"/>
              </a:rPr>
              <a:t>?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Какво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представлява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тестването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Ръчно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тестване</a:t>
            </a: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Защо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компонентно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тестване</a:t>
            </a:r>
            <a:r>
              <a:rPr lang="ru-RU" sz="3200" dirty="0">
                <a:latin typeface="Comfortaa" pitchFamily="2" charset="0"/>
              </a:rPr>
              <a:t>?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 err="1">
                <a:latin typeface="Comfortaa" pitchFamily="2" charset="0"/>
              </a:rPr>
              <a:t>Компонентно</a:t>
            </a:r>
            <a:r>
              <a:rPr lang="ru-RU" sz="3200" dirty="0">
                <a:latin typeface="Comfortaa" pitchFamily="2" charset="0"/>
              </a:rPr>
              <a:t> </a:t>
            </a:r>
            <a:r>
              <a:rPr lang="ru-RU" sz="3200" dirty="0" err="1">
                <a:latin typeface="Comfortaa" pitchFamily="2" charset="0"/>
              </a:rPr>
              <a:t>тестване</a:t>
            </a:r>
            <a:r>
              <a:rPr lang="ru-RU" sz="3200" dirty="0">
                <a:latin typeface="Comfortaa" pitchFamily="2" charset="0"/>
              </a:rPr>
              <a:t> - </a:t>
            </a:r>
            <a:r>
              <a:rPr lang="ru-RU" sz="3200" dirty="0" err="1">
                <a:latin typeface="Comfortaa" pitchFamily="2" charset="0"/>
              </a:rPr>
              <a:t>факти</a:t>
            </a: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1" name="Rectangle 3"/>
          <p:cNvSpPr>
            <a:spLocks noGrp="1" noChangeArrowheads="1"/>
          </p:cNvSpPr>
          <p:nvPr>
            <p:ph idx="1"/>
          </p:nvPr>
        </p:nvSpPr>
        <p:spPr>
          <a:xfrm>
            <a:off x="569494" y="1657175"/>
            <a:ext cx="11087100" cy="2505879"/>
          </a:xfr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bg-BG" sz="2400" noProof="1">
                <a:latin typeface="Comfortaa" pitchFamily="2" charset="0"/>
                <a:cs typeface="Consolas" pitchFamily="49" charset="0"/>
              </a:rPr>
              <a:t>Компонентът е код, явяващ се възможно най-малка част от приложението, която може да бъде самостоятелно тествана. В контекстът на </a:t>
            </a:r>
            <a:r>
              <a:rPr lang="en-US" sz="2400" noProof="1">
                <a:latin typeface="Comfortaa" pitchFamily="2" charset="0"/>
                <a:cs typeface="Consolas" pitchFamily="49" charset="0"/>
              </a:rPr>
              <a:t>C# </a:t>
            </a:r>
            <a:r>
              <a:rPr lang="bg-BG" sz="2400" noProof="1">
                <a:latin typeface="Comfortaa" pitchFamily="2" charset="0"/>
                <a:cs typeface="Consolas" pitchFamily="49" charset="0"/>
              </a:rPr>
              <a:t>това обикновено са методите.</a:t>
            </a:r>
            <a:endParaRPr lang="en-US" sz="2400" noProof="1">
              <a:latin typeface="Comfortaa" pitchFamily="2" charset="0"/>
              <a:cs typeface="Consolas" pitchFamily="49" charset="0"/>
            </a:endParaRPr>
          </a:p>
          <a:p>
            <a:pPr marL="0" indent="0" algn="just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None/>
            </a:pPr>
            <a:r>
              <a:rPr lang="bg-BG" sz="2400" noProof="1">
                <a:latin typeface="Comfortaa" pitchFamily="2" charset="0"/>
                <a:cs typeface="Consolas" pitchFamily="49" charset="0"/>
              </a:rPr>
              <a:t>Компонентен тест е код, който обикновено се пише от разработчика, с цел да се провери и гарантира правилното поведение на компонент.</a:t>
            </a:r>
            <a:endParaRPr lang="en-US" sz="2400" noProof="1"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605" y="631658"/>
            <a:ext cx="10968789" cy="890588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Определение за компонентно тестване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11604" y="4297983"/>
            <a:ext cx="11044989" cy="2259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ct val="40000"/>
              </a:spcBef>
            </a:pPr>
            <a:r>
              <a:rPr lang="en-US" sz="3200" dirty="0">
                <a:latin typeface="Comfortaa" pitchFamily="2" charset="0"/>
              </a:rPr>
              <a:t>“</a:t>
            </a:r>
            <a:r>
              <a:rPr lang="bg-BG" sz="3200" dirty="0">
                <a:latin typeface="Comfortaa" pitchFamily="2" charset="0"/>
              </a:rPr>
              <a:t>Тестването на програмите може да се ползва да покаже наличието на грешки, но никога да покаже липсата им</a:t>
            </a:r>
            <a:r>
              <a:rPr lang="en-US" sz="3200" dirty="0">
                <a:latin typeface="Comfortaa" pitchFamily="2" charset="0"/>
              </a:rPr>
              <a:t>!”</a:t>
            </a:r>
          </a:p>
          <a:p>
            <a:pPr algn="r" eaLnBrk="1" hangingPunct="1">
              <a:lnSpc>
                <a:spcPct val="100000"/>
              </a:lnSpc>
              <a:spcBef>
                <a:spcPct val="40000"/>
              </a:spcBef>
            </a:pPr>
            <a:r>
              <a:rPr lang="en-US" sz="3200" dirty="0">
                <a:latin typeface="Comfortaa" pitchFamily="2" charset="0"/>
              </a:rPr>
              <a:t>Edsger Dijkstra, [1972] </a:t>
            </a:r>
          </a:p>
        </p:txBody>
      </p:sp>
    </p:spTree>
    <p:extLst>
      <p:ext uri="{BB962C8B-B14F-4D97-AF65-F5344CB8AC3E}">
        <p14:creationId xmlns:p14="http://schemas.microsoft.com/office/powerpoint/2010/main" val="107247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bg-BG" sz="4000" dirty="0">
                <a:latin typeface="Comfortaa" pitchFamily="2" charset="0"/>
              </a:rPr>
              <a:t>Вие вече сте правили ръчно тестване</a:t>
            </a:r>
            <a:endParaRPr lang="en-US" sz="38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bg-BG" sz="40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Ръчните тестове </a:t>
            </a:r>
            <a:r>
              <a:rPr lang="bg-BG" sz="4000" dirty="0">
                <a:latin typeface="Comfortaa" pitchFamily="2" charset="0"/>
              </a:rPr>
              <a:t>са по-малко ефективни</a:t>
            </a:r>
            <a:endParaRPr lang="en-US" sz="4000" dirty="0"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3800" dirty="0">
                <a:latin typeface="Comfortaa" pitchFamily="2" charset="0"/>
              </a:rPr>
              <a:t>Неструктурирани</a:t>
            </a:r>
            <a:endParaRPr lang="en-US" sz="3800" dirty="0"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3800" dirty="0">
                <a:latin typeface="Comfortaa" pitchFamily="2" charset="0"/>
              </a:rPr>
              <a:t>Неповторяеми</a:t>
            </a:r>
            <a:endParaRPr lang="en-US" sz="3800" dirty="0"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3800" dirty="0">
                <a:latin typeface="Comfortaa" pitchFamily="2" charset="0"/>
              </a:rPr>
              <a:t>Не покриват целия ваш код</a:t>
            </a:r>
            <a:endParaRPr lang="en-US" sz="3800" dirty="0">
              <a:latin typeface="Comfortaa" pitchFamily="2" charset="0"/>
            </a:endParaRPr>
          </a:p>
          <a:p>
            <a:pPr lvl="1" eaLnBrk="1" hangingPunct="1">
              <a:lnSpc>
                <a:spcPct val="100000"/>
              </a:lnSpc>
            </a:pPr>
            <a:r>
              <a:rPr lang="bg-BG" sz="3800" dirty="0">
                <a:latin typeface="Comfortaa" pitchFamily="2" charset="0"/>
              </a:rPr>
              <a:t>Не е лесно да се направят както трябва да бъде</a:t>
            </a:r>
            <a:endParaRPr lang="en-US" sz="38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800" dirty="0">
                <a:latin typeface="Comfortaa" pitchFamily="2" charset="0"/>
              </a:rPr>
              <a:t>Ръчно тестване</a:t>
            </a:r>
            <a:endParaRPr lang="en-US" sz="48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482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821874" y="138135"/>
            <a:ext cx="10455727" cy="786291"/>
          </a:xfrm>
        </p:spPr>
        <p:txBody>
          <a:bodyPr>
            <a:noAutofit/>
          </a:bodyPr>
          <a:lstStyle/>
          <a:p>
            <a:r>
              <a:rPr lang="bg-BG" sz="4000" dirty="0">
                <a:latin typeface="Comfortaa" pitchFamily="2" charset="0"/>
              </a:rPr>
              <a:t>Пример на компонентно тестване</a:t>
            </a:r>
          </a:p>
        </p:txBody>
      </p:sp>
      <p:sp>
        <p:nvSpPr>
          <p:cNvPr id="661508" name="Rectangle 4"/>
          <p:cNvSpPr>
            <a:spLocks noChangeArrowheads="1"/>
          </p:cNvSpPr>
          <p:nvPr/>
        </p:nvSpPr>
        <p:spPr bwMode="auto">
          <a:xfrm>
            <a:off x="821874" y="924427"/>
            <a:ext cx="10455727" cy="566308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Sum(int[] array)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int sum = 0;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for (int i = 0; i &lt; array.Length; i++)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sum += array[i];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return sum;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void TestSum()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if (Sum(new int[] { 1, 2 }) != 3)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throw new TestFailedException("1+2 != 3");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if (Sum(new int[] { -2 }) != -2)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throw new TestFailedException("-2 != -2");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if (Sum(new int[] { }) != 0)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throw new TestFailedException("0 != 0");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813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4214"/>
          </a:xfrm>
        </p:spPr>
        <p:txBody>
          <a:bodyPr>
            <a:normAutofit/>
          </a:bodyPr>
          <a:lstStyle/>
          <a:p>
            <a:r>
              <a:rPr lang="bg-BG" sz="2000" dirty="0"/>
              <a:t>using System;</a:t>
            </a:r>
            <a:br>
              <a:rPr lang="bg-BG" sz="2000" dirty="0"/>
            </a:br>
            <a:r>
              <a:rPr lang="bg-BG" sz="2000" dirty="0"/>
              <a:t> </a:t>
            </a:r>
            <a:br>
              <a:rPr lang="bg-BG" sz="2000" dirty="0"/>
            </a:br>
            <a:r>
              <a:rPr lang="bg-BG" sz="2000" dirty="0"/>
              <a:t>public class TestFailedException : Exception</a:t>
            </a:r>
            <a:br>
              <a:rPr lang="bg-BG" sz="2000" dirty="0"/>
            </a:br>
            <a:r>
              <a:rPr lang="bg-BG" sz="2000" dirty="0"/>
              <a:t>{</a:t>
            </a:r>
            <a:br>
              <a:rPr lang="bg-BG" sz="2000" dirty="0"/>
            </a:br>
            <a:r>
              <a:rPr lang="bg-BG" sz="2000" dirty="0"/>
              <a:t>    public TestFailedException(string message) </a:t>
            </a:r>
            <a:br>
              <a:rPr lang="bg-BG" sz="2000" dirty="0"/>
            </a:br>
            <a:r>
              <a:rPr lang="bg-BG" sz="2000" dirty="0"/>
              <a:t>        : base(message)</a:t>
            </a:r>
            <a:br>
              <a:rPr lang="bg-BG" sz="2000" dirty="0"/>
            </a:br>
            <a:r>
              <a:rPr lang="bg-BG" sz="2000" dirty="0"/>
              <a:t>    {</a:t>
            </a:r>
            <a:br>
              <a:rPr lang="bg-BG" sz="2000" dirty="0"/>
            </a:br>
            <a:r>
              <a:rPr lang="bg-BG" sz="2000" dirty="0"/>
              <a:t>    }</a:t>
            </a:r>
            <a:br>
              <a:rPr lang="bg-BG" sz="2000" dirty="0"/>
            </a:br>
            <a:r>
              <a:rPr lang="bg-BG" sz="2000" dirty="0"/>
              <a:t>}</a:t>
            </a:r>
            <a:br>
              <a:rPr lang="bg-BG" sz="2000" dirty="0"/>
            </a:br>
            <a:r>
              <a:rPr lang="bg-BG" sz="2000" dirty="0"/>
              <a:t> </a:t>
            </a:r>
            <a:br>
              <a:rPr lang="bg-BG" sz="2000" dirty="0"/>
            </a:br>
            <a:r>
              <a:rPr lang="bg-BG" sz="2000" dirty="0"/>
              <a:t>class Program</a:t>
            </a:r>
            <a:br>
              <a:rPr lang="bg-BG" sz="2000" dirty="0"/>
            </a:br>
            <a:r>
              <a:rPr lang="bg-BG" sz="2000" dirty="0"/>
              <a:t>{</a:t>
            </a:r>
            <a:br>
              <a:rPr lang="bg-BG" sz="2000" dirty="0"/>
            </a:br>
            <a:r>
              <a:rPr lang="bg-BG" sz="2000" dirty="0"/>
              <a:t>    static int Sum(int[] array)</a:t>
            </a:r>
            <a:br>
              <a:rPr lang="bg-BG" sz="2000" dirty="0"/>
            </a:br>
            <a:r>
              <a:rPr lang="bg-BG" sz="2000" dirty="0"/>
              <a:t>    {</a:t>
            </a:r>
            <a:br>
              <a:rPr lang="bg-BG" sz="2000" dirty="0"/>
            </a:br>
            <a:r>
              <a:rPr lang="bg-BG" sz="2000" dirty="0"/>
              <a:t>        int sum = 0;</a:t>
            </a:r>
            <a:br>
              <a:rPr lang="bg-BG" sz="2000" dirty="0"/>
            </a:br>
            <a:r>
              <a:rPr lang="bg-BG" sz="2000" dirty="0"/>
              <a:t>        for (int i = 0; i &lt; array.Length; i++)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>       </a:t>
            </a:r>
            <a:r>
              <a:rPr lang="bg-BG" sz="2000" dirty="0"/>
              <a:t>     sum += array[i];</a:t>
            </a:r>
            <a:br>
              <a:rPr lang="bg-BG" sz="2000" dirty="0"/>
            </a:br>
            <a:r>
              <a:rPr lang="bg-BG" sz="2000" dirty="0"/>
              <a:t>        return sum;</a:t>
            </a:r>
            <a:br>
              <a:rPr lang="bg-BG" sz="2000" dirty="0"/>
            </a:br>
            <a:r>
              <a:rPr lang="bg-BG" sz="2000" dirty="0"/>
              <a:t>    }</a:t>
            </a:r>
            <a:r>
              <a:rPr lang="bg-BG" dirty="0"/>
              <a:t/>
            </a:r>
            <a:br>
              <a:rPr lang="bg-BG" dirty="0"/>
            </a:b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6361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74214"/>
          </a:xfrm>
        </p:spPr>
        <p:txBody>
          <a:bodyPr>
            <a:normAutofit/>
          </a:bodyPr>
          <a:lstStyle/>
          <a:p>
            <a:r>
              <a:rPr lang="bg-BG" sz="3200" dirty="0"/>
              <a:t>static void TestSum()</a:t>
            </a:r>
            <a:br>
              <a:rPr lang="bg-BG" sz="3200" dirty="0"/>
            </a:br>
            <a:r>
              <a:rPr lang="bg-BG" sz="3200" dirty="0"/>
              <a:t>    {</a:t>
            </a:r>
            <a:br>
              <a:rPr lang="bg-BG" sz="3200" dirty="0"/>
            </a:br>
            <a:r>
              <a:rPr lang="bg-BG" sz="3200" dirty="0"/>
              <a:t>        if (Sum(new int[] { 1, 2 }) != 3)</a:t>
            </a:r>
            <a:br>
              <a:rPr lang="bg-BG" sz="3200" dirty="0"/>
            </a:br>
            <a:r>
              <a:rPr lang="bg-BG" sz="3200" dirty="0"/>
              <a:t>            throw new TestFailedException("1+2 != 3");</a:t>
            </a:r>
            <a:br>
              <a:rPr lang="bg-BG" sz="3200" dirty="0"/>
            </a:br>
            <a:r>
              <a:rPr lang="bg-BG" sz="3200" dirty="0"/>
              <a:t>        if (Sum(new int[] { -2 }) != -2)</a:t>
            </a:r>
            <a:br>
              <a:rPr lang="bg-BG" sz="3200" dirty="0"/>
            </a:br>
            <a:r>
              <a:rPr lang="bg-BG" sz="3200" dirty="0"/>
              <a:t>            throw new TestFailedException("-2 != -2");</a:t>
            </a:r>
            <a:br>
              <a:rPr lang="bg-BG" sz="3200" dirty="0"/>
            </a:br>
            <a:r>
              <a:rPr lang="bg-BG" sz="3200" dirty="0"/>
              <a:t>        if (Sum(new int[] { }) != 0)</a:t>
            </a:r>
            <a:br>
              <a:rPr lang="bg-BG" sz="3200" dirty="0"/>
            </a:br>
            <a:r>
              <a:rPr lang="bg-BG" sz="3200" dirty="0"/>
              <a:t>            throw new TestFailedException("0 != 0");</a:t>
            </a:r>
            <a:br>
              <a:rPr lang="bg-BG" sz="3200" dirty="0"/>
            </a:br>
            <a:r>
              <a:rPr lang="bg-BG" sz="3200" dirty="0"/>
              <a:t>    }</a:t>
            </a:r>
            <a:br>
              <a:rPr lang="bg-BG" sz="3200" dirty="0"/>
            </a:br>
            <a:r>
              <a:rPr lang="bg-BG" sz="3200" dirty="0"/>
              <a:t> </a:t>
            </a:r>
            <a:br>
              <a:rPr lang="bg-BG" sz="3200" dirty="0"/>
            </a:br>
            <a:r>
              <a:rPr lang="bg-BG" sz="3200" dirty="0"/>
              <a:t>    static void Main()</a:t>
            </a:r>
            <a:br>
              <a:rPr lang="bg-BG" sz="3200" dirty="0"/>
            </a:b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653159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32308"/>
          </a:xfrm>
        </p:spPr>
        <p:txBody>
          <a:bodyPr>
            <a:normAutofit/>
          </a:bodyPr>
          <a:lstStyle/>
          <a:p>
            <a:r>
              <a:rPr lang="bg-BG" sz="2800" dirty="0"/>
              <a:t>{</a:t>
            </a:r>
            <a:br>
              <a:rPr lang="bg-BG" sz="2800" dirty="0"/>
            </a:br>
            <a:r>
              <a:rPr lang="bg-BG" sz="2800" dirty="0"/>
              <a:t>        try</a:t>
            </a:r>
            <a:br>
              <a:rPr lang="bg-BG" sz="2800" dirty="0"/>
            </a:br>
            <a:r>
              <a:rPr lang="bg-BG" sz="2800" dirty="0"/>
              <a:t>        {</a:t>
            </a:r>
            <a:br>
              <a:rPr lang="bg-BG" sz="2800" dirty="0"/>
            </a:br>
            <a:r>
              <a:rPr lang="bg-BG" sz="2800" dirty="0"/>
              <a:t>            TestSum();</a:t>
            </a:r>
            <a:br>
              <a:rPr lang="bg-BG" sz="2800" dirty="0"/>
            </a:br>
            <a:r>
              <a:rPr lang="bg-BG" sz="2800" dirty="0"/>
              <a:t>            Console.WriteLine("Всички тестове минаха успешно ✅");</a:t>
            </a:r>
            <a:br>
              <a:rPr lang="bg-BG" sz="2800" dirty="0"/>
            </a:br>
            <a:r>
              <a:rPr lang="bg-BG" sz="2800" dirty="0"/>
              <a:t>        }</a:t>
            </a:r>
            <a:br>
              <a:rPr lang="bg-BG" sz="2800" dirty="0"/>
            </a:br>
            <a:r>
              <a:rPr lang="bg-BG" sz="2800" dirty="0"/>
              <a:t>        catch (TestFailedException ex)</a:t>
            </a:r>
            <a:br>
              <a:rPr lang="bg-BG" sz="2800" dirty="0"/>
            </a:br>
            <a:r>
              <a:rPr lang="bg-BG" sz="2800" dirty="0"/>
              <a:t>        {</a:t>
            </a:r>
            <a:br>
              <a:rPr lang="bg-BG" sz="2800" dirty="0"/>
            </a:br>
            <a:r>
              <a:rPr lang="bg-BG" sz="2800" dirty="0"/>
              <a:t>            Console.WriteLine("Грешка в тест: " + ex.Message);</a:t>
            </a:r>
            <a:br>
              <a:rPr lang="bg-BG" sz="2800" dirty="0"/>
            </a:br>
            <a:r>
              <a:rPr lang="bg-BG" sz="2800" dirty="0"/>
              <a:t>        }</a:t>
            </a:r>
            <a:br>
              <a:rPr lang="bg-BG" sz="2800" dirty="0"/>
            </a:br>
            <a:r>
              <a:rPr lang="bg-BG" sz="2800" dirty="0"/>
              <a:t>    }</a:t>
            </a:r>
            <a:br>
              <a:rPr lang="bg-BG" sz="2800" dirty="0"/>
            </a:br>
            <a:r>
              <a:rPr lang="bg-BG" sz="2800" dirty="0"/>
              <a:t>}</a:t>
            </a:r>
            <a:br>
              <a:rPr lang="bg-BG" sz="2800" dirty="0"/>
            </a:br>
            <a:endParaRPr lang="bg-BG" sz="2800" dirty="0"/>
          </a:p>
        </p:txBody>
      </p:sp>
    </p:spTree>
    <p:extLst>
      <p:ext uri="{BB962C8B-B14F-4D97-AF65-F5344CB8AC3E}">
        <p14:creationId xmlns:p14="http://schemas.microsoft.com/office/powerpoint/2010/main" val="1623154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5320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Тестовете са парчета код (част от програмата)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В повечето случаи компонентните тестове са писани от разработчиците (програмистите)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Компонентните тестове се поставят </a:t>
            </a:r>
            <a:r>
              <a:rPr lang="ru-RU" dirty="0">
                <a:latin typeface="Comfortaa" pitchFamily="2" charset="0"/>
              </a:rPr>
              <a:t>в хранилището на кода </a:t>
            </a:r>
            <a:r>
              <a:rPr lang="en-US" dirty="0">
                <a:latin typeface="Comfortaa" pitchFamily="2" charset="0"/>
              </a:rPr>
              <a:t>(TFS / SVN / </a:t>
            </a:r>
            <a:r>
              <a:rPr lang="en-US" noProof="1">
                <a:latin typeface="Comfortaa" pitchFamily="2" charset="0"/>
              </a:rPr>
              <a:t>Git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ru-RU" dirty="0">
                <a:latin typeface="Comfortaa" pitchFamily="2" charset="0"/>
              </a:rPr>
              <a:t>заедно с кода, който тестват. Обикновено се обособяват в </a:t>
            </a:r>
            <a:r>
              <a:rPr lang="bg-BG" dirty="0">
                <a:latin typeface="Comfortaa" pitchFamily="2" charset="0"/>
              </a:rPr>
              <a:t>собствена папка и проект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Необходим е </a:t>
            </a:r>
            <a:r>
              <a:rPr lang="bg-BG" dirty="0" err="1">
                <a:latin typeface="Comfortaa" pitchFamily="2" charset="0"/>
              </a:rPr>
              <a:t>Фреймуърк</a:t>
            </a:r>
            <a:r>
              <a:rPr lang="bg-BG" dirty="0">
                <a:latin typeface="Comfortaa" pitchFamily="2" charset="0"/>
              </a:rPr>
              <a:t>, като: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en-US" dirty="0">
                <a:latin typeface="Comfortaa" pitchFamily="2" charset="0"/>
              </a:rPr>
              <a:t>Visual Studio Team </a:t>
            </a:r>
            <a:r>
              <a:rPr lang="en-US" noProof="1">
                <a:latin typeface="Comfortaa" pitchFamily="2" charset="0"/>
              </a:rPr>
              <a:t>Test (VSTT)</a:t>
            </a:r>
          </a:p>
          <a:p>
            <a:pPr lvl="1">
              <a:lnSpc>
                <a:spcPct val="110000"/>
              </a:lnSpc>
            </a:pPr>
            <a:r>
              <a:rPr lang="en-US" noProof="1">
                <a:latin typeface="Comfortaa" pitchFamily="2" charset="0"/>
              </a:rPr>
              <a:t>NUnit, XUnit, Gallio, etc.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53453"/>
            <a:ext cx="10515600" cy="1137235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Компонентно тестване </a:t>
            </a:r>
            <a:r>
              <a:rPr lang="en-US" sz="3600" dirty="0">
                <a:latin typeface="Comfortaa" pitchFamily="2" charset="0"/>
              </a:rPr>
              <a:t>– </a:t>
            </a:r>
            <a:r>
              <a:rPr lang="bg-BG" sz="3600" dirty="0">
                <a:latin typeface="Comfortaa" pitchFamily="2" charset="0"/>
              </a:rPr>
              <a:t>Някои факти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29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Всички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класове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трябва да бъдат тествани</a:t>
            </a:r>
            <a:endParaRPr lang="en-US" sz="3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Всички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методи 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трябва да бъдат тествани</a:t>
            </a:r>
            <a:endParaRPr lang="en-US" sz="36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Тривиалният код може да се пропусне – </a:t>
            </a:r>
            <a:br>
              <a:rPr lang="ru-RU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свойства като </a:t>
            </a:r>
            <a:r>
              <a:rPr lang="en-US" dirty="0">
                <a:latin typeface="Comfortaa" pitchFamily="2" charset="0"/>
              </a:rPr>
              <a:t>getters </a:t>
            </a:r>
            <a:r>
              <a:rPr lang="bg-BG" dirty="0">
                <a:latin typeface="Comfortaa" pitchFamily="2" charset="0"/>
              </a:rPr>
              <a:t> и</a:t>
            </a:r>
            <a:r>
              <a:rPr lang="en-US" dirty="0">
                <a:latin typeface="Comfortaa" pitchFamily="2" charset="0"/>
              </a:rPr>
              <a:t> setters</a:t>
            </a:r>
          </a:p>
          <a:p>
            <a:pPr lvl="1">
              <a:lnSpc>
                <a:spcPct val="100000"/>
              </a:lnSpc>
            </a:pPr>
            <a:r>
              <a:rPr lang="ru-RU" dirty="0">
                <a:latin typeface="Comfortaa" pitchFamily="2" charset="0"/>
              </a:rPr>
              <a:t>Частни методи могат да бъдат пропуснати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В идеалния случай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всички компоненти тестове трябва да минат успешно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преди да се качи (</a:t>
            </a:r>
            <a:r>
              <a:rPr lang="en-US" dirty="0">
                <a:latin typeface="Comfortaa" pitchFamily="2" charset="0"/>
              </a:rPr>
              <a:t>commit</a:t>
            </a:r>
            <a:r>
              <a:rPr lang="bg-BG" dirty="0">
                <a:latin typeface="Comfortaa" pitchFamily="2" charset="0"/>
              </a:rPr>
              <a:t>) кода в хранилището за управление на кода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Компонентно тестване </a:t>
            </a:r>
            <a:r>
              <a:rPr lang="en-US" sz="3600" dirty="0">
                <a:latin typeface="Comfortaa" pitchFamily="2" charset="0"/>
              </a:rPr>
              <a:t>– </a:t>
            </a:r>
            <a:r>
              <a:rPr lang="bg-BG" sz="3600" dirty="0">
                <a:latin typeface="Comfortaa" pitchFamily="2" charset="0"/>
              </a:rPr>
              <a:t>Още факти</a:t>
            </a:r>
            <a:endParaRPr lang="en-US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833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Компонентните тестове драматично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намаляват броя на дефектите в кода</a:t>
            </a:r>
            <a:endParaRPr lang="en-US" sz="3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Компонентните тестовете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подобряват дизайна</a:t>
            </a:r>
            <a:endParaRPr lang="en-US" sz="3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Компонентните тестовете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са добра документация</a:t>
            </a:r>
            <a:endParaRPr lang="en-US" sz="3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Компонентните тестовете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намаляват цената на промените</a:t>
            </a:r>
            <a:endParaRPr lang="en-US" sz="36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Компонентните тестовете позволяват рефакториране</a:t>
            </a: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Компонентните тестовете намаляват вероятността от инжектиране на дефекти чрез рефакториране и промени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800" dirty="0">
                <a:latin typeface="Comfortaa" pitchFamily="2" charset="0"/>
              </a:rPr>
              <a:t>Защо компонентно тестване</a:t>
            </a:r>
            <a:r>
              <a:rPr lang="en-US" sz="4800" dirty="0">
                <a:latin typeface="Comfortaa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42615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4611" y="2715226"/>
            <a:ext cx="10203283" cy="234405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Пишете код, удобен за тестване</a:t>
            </a:r>
          </a:p>
          <a:p>
            <a:pPr>
              <a:lnSpc>
                <a:spcPct val="100000"/>
              </a:lnSpc>
            </a:pPr>
            <a:r>
              <a:rPr lang="bg-BG" sz="3600" dirty="0">
                <a:latin typeface="Comfortaa" pitchFamily="2" charset="0"/>
              </a:rPr>
              <a:t>Автоматизираното тестване е</a:t>
            </a:r>
            <a:r>
              <a:rPr lang="en-US" sz="3600" dirty="0">
                <a:latin typeface="Comfortaa" pitchFamily="2" charset="0"/>
              </a:rPr>
              <a:t> </a:t>
            </a:r>
            <a:r>
              <a:rPr lang="bg-BG" sz="3600" dirty="0">
                <a:latin typeface="Comfortaa" pitchFamily="2" charset="0"/>
              </a:rPr>
              <a:t>за препоръчване пред ръчното</a:t>
            </a:r>
            <a:endParaRPr lang="en-US" sz="36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94611" y="1315620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Обобщение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38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</TotalTime>
  <Words>503</Words>
  <Application>Microsoft Office PowerPoint</Application>
  <PresentationFormat>Widescreen</PresentationFormat>
  <Paragraphs>73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Office Theme</vt:lpstr>
      <vt:lpstr>Компонентно тестване</vt:lpstr>
      <vt:lpstr>Съдържание</vt:lpstr>
      <vt:lpstr>Определение за компонентно тестване</vt:lpstr>
      <vt:lpstr>Ръчно тестване</vt:lpstr>
      <vt:lpstr>Пример на компонентно тестване</vt:lpstr>
      <vt:lpstr>using System;   public class TestFailedException : Exception {     public TestFailedException(string message)          : base(message)     {     } }   class Program {     static int Sum(int[] array)     {         int sum = 0;         for (int i = 0; i &lt; array.Length; i++)             sum += array[i];         return sum;     } </vt:lpstr>
      <vt:lpstr>static void TestSum()     {         if (Sum(new int[] { 1, 2 }) != 3)             throw new TestFailedException("1+2 != 3");         if (Sum(new int[] { -2 }) != -2)             throw new TestFailedException("-2 != -2");         if (Sum(new int[] { }) != 0)             throw new TestFailedException("0 != 0");     }       static void Main() </vt:lpstr>
      <vt:lpstr>{         try         {             TestSum();             Console.WriteLine("Всички тестове минаха успешно ✅");         }         catch (TestFailedException ex)         {             Console.WriteLine("Грешка в тест: " + ex.Message);         }     } } </vt:lpstr>
      <vt:lpstr>Компонентно тестване – Някои факти</vt:lpstr>
      <vt:lpstr>Компонентно тестване – Още факти</vt:lpstr>
      <vt:lpstr>Защо компонентно тестване?</vt:lpstr>
      <vt:lpstr>Обобщение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14</cp:revision>
  <dcterms:created xsi:type="dcterms:W3CDTF">2022-08-09T09:25:46Z</dcterms:created>
  <dcterms:modified xsi:type="dcterms:W3CDTF">2025-10-03T09:40:51Z</dcterms:modified>
</cp:coreProperties>
</file>