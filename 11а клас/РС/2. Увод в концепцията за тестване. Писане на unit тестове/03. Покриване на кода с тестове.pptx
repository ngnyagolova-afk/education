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571" r:id="rId3"/>
    <p:sldId id="555" r:id="rId4"/>
    <p:sldId id="607" r:id="rId5"/>
    <p:sldId id="608" r:id="rId6"/>
    <p:sldId id="610" r:id="rId7"/>
    <p:sldId id="611" r:id="rId8"/>
    <p:sldId id="596" r:id="rId9"/>
    <p:sldId id="612" r:id="rId10"/>
    <p:sldId id="613" r:id="rId11"/>
    <p:sldId id="6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55"/>
            <p14:sldId id="607"/>
            <p14:sldId id="608"/>
            <p14:sldId id="610"/>
            <p14:sldId id="611"/>
            <p14:sldId id="596"/>
            <p14:sldId id="612"/>
            <p14:sldId id="613"/>
            <p14:sldId id="614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5B262-6113-4DFB-B40D-99B945B51B22}" v="17" dt="2023-02-18T14:23:11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БСУ" userId="bdbaa275-9249-41b1-8d15-242f632c67bf" providerId="ADAL" clId="{A985B262-6113-4DFB-B40D-99B945B51B22}"/>
    <pc:docChg chg="undo custSel addSld delSld modSld modSection">
      <pc:chgData name="БСУ" userId="bdbaa275-9249-41b1-8d15-242f632c67bf" providerId="ADAL" clId="{A985B262-6113-4DFB-B40D-99B945B51B22}" dt="2023-02-18T14:24:10.749" v="217" actId="113"/>
      <pc:docMkLst>
        <pc:docMk/>
      </pc:docMkLst>
      <pc:sldChg chg="modSp mod">
        <pc:chgData name="БСУ" userId="bdbaa275-9249-41b1-8d15-242f632c67bf" providerId="ADAL" clId="{A985B262-6113-4DFB-B40D-99B945B51B22}" dt="2023-02-18T14:00:56.497" v="4"/>
        <pc:sldMkLst>
          <pc:docMk/>
          <pc:sldMk cId="2386959723" sldId="258"/>
        </pc:sldMkLst>
        <pc:spChg chg="mod">
          <ac:chgData name="БСУ" userId="bdbaa275-9249-41b1-8d15-242f632c67bf" providerId="ADAL" clId="{A985B262-6113-4DFB-B40D-99B945B51B22}" dt="2023-02-18T14:00:48.620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A985B262-6113-4DFB-B40D-99B945B51B22}" dt="2023-02-18T14:00:56.497" v="4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БСУ" userId="bdbaa275-9249-41b1-8d15-242f632c67bf" providerId="ADAL" clId="{A985B262-6113-4DFB-B40D-99B945B51B22}" dt="2023-02-18T14:03:57.462" v="48" actId="14100"/>
        <pc:sldMkLst>
          <pc:docMk/>
          <pc:sldMk cId="2428875094" sldId="555"/>
        </pc:sldMkLst>
        <pc:spChg chg="del mod">
          <ac:chgData name="БСУ" userId="bdbaa275-9249-41b1-8d15-242f632c67bf" providerId="ADAL" clId="{A985B262-6113-4DFB-B40D-99B945B51B22}" dt="2023-02-18T14:03:43.736" v="45" actId="478"/>
          <ac:spMkLst>
            <pc:docMk/>
            <pc:sldMk cId="2428875094" sldId="555"/>
            <ac:spMk id="5" creationId="{F7FC8D5E-C6B0-45E2-9460-38B2AF29D96D}"/>
          </ac:spMkLst>
        </pc:spChg>
        <pc:spChg chg="mod">
          <ac:chgData name="БСУ" userId="bdbaa275-9249-41b1-8d15-242f632c67bf" providerId="ADAL" clId="{A985B262-6113-4DFB-B40D-99B945B51B22}" dt="2023-02-18T14:03:57.462" v="48" actId="14100"/>
          <ac:spMkLst>
            <pc:docMk/>
            <pc:sldMk cId="2428875094" sldId="555"/>
            <ac:spMk id="6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3:51.206" v="47" actId="1076"/>
          <ac:spMkLst>
            <pc:docMk/>
            <pc:sldMk cId="2428875094" sldId="555"/>
            <ac:spMk id="575490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3:51.206" v="47" actId="1076"/>
          <ac:spMkLst>
            <pc:docMk/>
            <pc:sldMk cId="2428875094" sldId="555"/>
            <ac:spMk id="575491" creationId="{00000000-0000-0000-0000-000000000000}"/>
          </ac:spMkLst>
        </pc:spChg>
      </pc:sldChg>
      <pc:sldChg chg="modSp mod">
        <pc:chgData name="БСУ" userId="bdbaa275-9249-41b1-8d15-242f632c67bf" providerId="ADAL" clId="{A985B262-6113-4DFB-B40D-99B945B51B22}" dt="2023-02-18T14:01:48.631" v="14" actId="14100"/>
        <pc:sldMkLst>
          <pc:docMk/>
          <pc:sldMk cId="2385751420" sldId="571"/>
        </pc:sldMkLst>
        <pc:spChg chg="mod">
          <ac:chgData name="БСУ" userId="bdbaa275-9249-41b1-8d15-242f632c67bf" providerId="ADAL" clId="{A985B262-6113-4DFB-B40D-99B945B51B22}" dt="2023-02-18T14:01:42.719" v="13" actId="1076"/>
          <ac:spMkLst>
            <pc:docMk/>
            <pc:sldMk cId="2385751420" sldId="571"/>
            <ac:spMk id="8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1:48.631" v="14" actId="14100"/>
          <ac:spMkLst>
            <pc:docMk/>
            <pc:sldMk cId="2385751420" sldId="571"/>
            <ac:spMk id="444418" creationId="{00000000-0000-0000-0000-000000000000}"/>
          </ac:spMkLst>
        </pc:spChg>
      </pc:sldChg>
      <pc:sldChg chg="delSp modSp add mod">
        <pc:chgData name="БСУ" userId="bdbaa275-9249-41b1-8d15-242f632c67bf" providerId="ADAL" clId="{A985B262-6113-4DFB-B40D-99B945B51B22}" dt="2023-02-18T14:09:08.623" v="119" actId="478"/>
        <pc:sldMkLst>
          <pc:docMk/>
          <pc:sldMk cId="1313975226" sldId="596"/>
        </pc:sldMkLst>
        <pc:spChg chg="mod">
          <ac:chgData name="БСУ" userId="bdbaa275-9249-41b1-8d15-242f632c67bf" providerId="ADAL" clId="{A985B262-6113-4DFB-B40D-99B945B51B22}" dt="2023-02-18T14:09:04.103" v="118" actId="1076"/>
          <ac:spMkLst>
            <pc:docMk/>
            <pc:sldMk cId="1313975226" sldId="596"/>
            <ac:spMk id="4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9:04.103" v="118" actId="1076"/>
          <ac:spMkLst>
            <pc:docMk/>
            <pc:sldMk cId="1313975226" sldId="596"/>
            <ac:spMk id="5" creationId="{00000000-0000-0000-0000-000000000000}"/>
          </ac:spMkLst>
        </pc:spChg>
        <pc:spChg chg="del mod">
          <ac:chgData name="БСУ" userId="bdbaa275-9249-41b1-8d15-242f632c67bf" providerId="ADAL" clId="{A985B262-6113-4DFB-B40D-99B945B51B22}" dt="2023-02-18T14:09:08.623" v="119" actId="478"/>
          <ac:spMkLst>
            <pc:docMk/>
            <pc:sldMk cId="1313975226" sldId="596"/>
            <ac:spMk id="7" creationId="{51907DD1-6E40-483A-AB96-F2305105A8FE}"/>
          </ac:spMkLst>
        </pc:spChg>
        <pc:picChg chg="del">
          <ac:chgData name="БСУ" userId="bdbaa275-9249-41b1-8d15-242f632c67bf" providerId="ADAL" clId="{A985B262-6113-4DFB-B40D-99B945B51B22}" dt="2023-02-18T14:08:48.242" v="113" actId="478"/>
          <ac:picMkLst>
            <pc:docMk/>
            <pc:sldMk cId="1313975226" sldId="596"/>
            <ac:picMk id="8" creationId="{00000000-0000-0000-0000-000000000000}"/>
          </ac:picMkLst>
        </pc:picChg>
        <pc:picChg chg="del">
          <ac:chgData name="БСУ" userId="bdbaa275-9249-41b1-8d15-242f632c67bf" providerId="ADAL" clId="{A985B262-6113-4DFB-B40D-99B945B51B22}" dt="2023-02-18T14:08:49.276" v="114" actId="478"/>
          <ac:picMkLst>
            <pc:docMk/>
            <pc:sldMk cId="1313975226" sldId="596"/>
            <ac:picMk id="9" creationId="{00000000-0000-0000-0000-000000000000}"/>
          </ac:picMkLst>
        </pc:picChg>
      </pc:sldChg>
      <pc:sldChg chg="delSp modSp add mod">
        <pc:chgData name="БСУ" userId="bdbaa275-9249-41b1-8d15-242f632c67bf" providerId="ADAL" clId="{A985B262-6113-4DFB-B40D-99B945B51B22}" dt="2023-02-18T14:08:29.137" v="112" actId="20577"/>
        <pc:sldMkLst>
          <pc:docMk/>
          <pc:sldMk cId="3323178371" sldId="607"/>
        </pc:sldMkLst>
        <pc:spChg chg="del mod">
          <ac:chgData name="БСУ" userId="bdbaa275-9249-41b1-8d15-242f632c67bf" providerId="ADAL" clId="{A985B262-6113-4DFB-B40D-99B945B51B22}" dt="2023-02-18T14:05:34.929" v="68" actId="478"/>
          <ac:spMkLst>
            <pc:docMk/>
            <pc:sldMk cId="3323178371" sldId="607"/>
            <ac:spMk id="5" creationId="{35BA9FFB-A5AA-4B6B-9A22-97911E57C430}"/>
          </ac:spMkLst>
        </pc:spChg>
        <pc:spChg chg="mod">
          <ac:chgData name="БСУ" userId="bdbaa275-9249-41b1-8d15-242f632c67bf" providerId="ADAL" clId="{A985B262-6113-4DFB-B40D-99B945B51B22}" dt="2023-02-18T14:07:06.586" v="95" actId="1076"/>
          <ac:spMkLst>
            <pc:docMk/>
            <pc:sldMk cId="3323178371" sldId="607"/>
            <ac:spMk id="6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8:29.137" v="112" actId="20577"/>
          <ac:spMkLst>
            <pc:docMk/>
            <pc:sldMk cId="3323178371" sldId="607"/>
            <ac:spMk id="575490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7:06.586" v="95" actId="1076"/>
          <ac:spMkLst>
            <pc:docMk/>
            <pc:sldMk cId="3323178371" sldId="607"/>
            <ac:spMk id="575491" creationId="{00000000-0000-0000-0000-000000000000}"/>
          </ac:spMkLst>
        </pc:spChg>
      </pc:sldChg>
      <pc:sldChg chg="addSp delSp modSp add mod">
        <pc:chgData name="БСУ" userId="bdbaa275-9249-41b1-8d15-242f632c67bf" providerId="ADAL" clId="{A985B262-6113-4DFB-B40D-99B945B51B22}" dt="2023-02-18T14:08:25.990" v="111" actId="20577"/>
        <pc:sldMkLst>
          <pc:docMk/>
          <pc:sldMk cId="2300209610" sldId="608"/>
        </pc:sldMkLst>
        <pc:spChg chg="mod">
          <ac:chgData name="БСУ" userId="bdbaa275-9249-41b1-8d15-242f632c67bf" providerId="ADAL" clId="{A985B262-6113-4DFB-B40D-99B945B51B22}" dt="2023-02-18T14:07:59.452" v="109" actId="1076"/>
          <ac:spMkLst>
            <pc:docMk/>
            <pc:sldMk cId="2300209610" sldId="608"/>
            <ac:spMk id="3" creationId="{00000000-0000-0000-0000-000000000000}"/>
          </ac:spMkLst>
        </pc:spChg>
        <pc:spChg chg="add del mod">
          <ac:chgData name="БСУ" userId="bdbaa275-9249-41b1-8d15-242f632c67bf" providerId="ADAL" clId="{A985B262-6113-4DFB-B40D-99B945B51B22}" dt="2023-02-18T14:06:03.053" v="79" actId="478"/>
          <ac:spMkLst>
            <pc:docMk/>
            <pc:sldMk cId="2300209610" sldId="608"/>
            <ac:spMk id="4" creationId="{CDD5896A-0008-9B32-5054-5065792A6D1C}"/>
          </ac:spMkLst>
        </pc:spChg>
        <pc:spChg chg="del mod">
          <ac:chgData name="БСУ" userId="bdbaa275-9249-41b1-8d15-242f632c67bf" providerId="ADAL" clId="{A985B262-6113-4DFB-B40D-99B945B51B22}" dt="2023-02-18T14:06:23.772" v="85" actId="478"/>
          <ac:spMkLst>
            <pc:docMk/>
            <pc:sldMk cId="2300209610" sldId="608"/>
            <ac:spMk id="5" creationId="{F2B5D052-BEF8-483A-BE6A-C0B75F4D9902}"/>
          </ac:spMkLst>
        </pc:spChg>
        <pc:spChg chg="add mod">
          <ac:chgData name="БСУ" userId="bdbaa275-9249-41b1-8d15-242f632c67bf" providerId="ADAL" clId="{A985B262-6113-4DFB-B40D-99B945B51B22}" dt="2023-02-18T14:08:25.990" v="111" actId="20577"/>
          <ac:spMkLst>
            <pc:docMk/>
            <pc:sldMk cId="2300209610" sldId="608"/>
            <ac:spMk id="7" creationId="{5A1D5342-61CB-BC34-109D-095FEA04404F}"/>
          </ac:spMkLst>
        </pc:spChg>
        <pc:spChg chg="del">
          <ac:chgData name="БСУ" userId="bdbaa275-9249-41b1-8d15-242f632c67bf" providerId="ADAL" clId="{A985B262-6113-4DFB-B40D-99B945B51B22}" dt="2023-02-18T14:06:01.518" v="78" actId="478"/>
          <ac:spMkLst>
            <pc:docMk/>
            <pc:sldMk cId="2300209610" sldId="608"/>
            <ac:spMk id="575490" creationId="{00000000-0000-0000-0000-000000000000}"/>
          </ac:spMkLst>
        </pc:spChg>
      </pc:sldChg>
      <pc:sldChg chg="addSp delSp modSp add del mod">
        <pc:chgData name="БСУ" userId="bdbaa275-9249-41b1-8d15-242f632c67bf" providerId="ADAL" clId="{A985B262-6113-4DFB-B40D-99B945B51B22}" dt="2023-02-18T14:08:22.573" v="110" actId="47"/>
        <pc:sldMkLst>
          <pc:docMk/>
          <pc:sldMk cId="1841661307" sldId="609"/>
        </pc:sldMkLst>
        <pc:spChg chg="mod">
          <ac:chgData name="БСУ" userId="bdbaa275-9249-41b1-8d15-242f632c67bf" providerId="ADAL" clId="{A985B262-6113-4DFB-B40D-99B945B51B22}" dt="2023-02-18T14:07:41.324" v="103" actId="1076"/>
          <ac:spMkLst>
            <pc:docMk/>
            <pc:sldMk cId="1841661307" sldId="609"/>
            <ac:spMk id="3" creationId="{00000000-0000-0000-0000-000000000000}"/>
          </ac:spMkLst>
        </pc:spChg>
        <pc:spChg chg="add del mod">
          <ac:chgData name="БСУ" userId="bdbaa275-9249-41b1-8d15-242f632c67bf" providerId="ADAL" clId="{A985B262-6113-4DFB-B40D-99B945B51B22}" dt="2023-02-18T14:07:26.511" v="99" actId="478"/>
          <ac:spMkLst>
            <pc:docMk/>
            <pc:sldMk cId="1841661307" sldId="609"/>
            <ac:spMk id="4" creationId="{53C8FA55-B65E-4F9B-B9E7-F37B1AC6B42C}"/>
          </ac:spMkLst>
        </pc:spChg>
        <pc:spChg chg="mod">
          <ac:chgData name="БСУ" userId="bdbaa275-9249-41b1-8d15-242f632c67bf" providerId="ADAL" clId="{A985B262-6113-4DFB-B40D-99B945B51B22}" dt="2023-02-18T14:01:23.468" v="8"/>
          <ac:spMkLst>
            <pc:docMk/>
            <pc:sldMk cId="1841661307" sldId="609"/>
            <ac:spMk id="5" creationId="{5A428A32-0834-426A-8B69-D3F4089C4BC9}"/>
          </ac:spMkLst>
        </pc:spChg>
        <pc:spChg chg="add mod">
          <ac:chgData name="БСУ" userId="bdbaa275-9249-41b1-8d15-242f632c67bf" providerId="ADAL" clId="{A985B262-6113-4DFB-B40D-99B945B51B22}" dt="2023-02-18T14:07:29.962" v="101" actId="20577"/>
          <ac:spMkLst>
            <pc:docMk/>
            <pc:sldMk cId="1841661307" sldId="609"/>
            <ac:spMk id="7" creationId="{FBB54470-AD18-F110-E842-B4AE2490C809}"/>
          </ac:spMkLst>
        </pc:spChg>
        <pc:spChg chg="del">
          <ac:chgData name="БСУ" userId="bdbaa275-9249-41b1-8d15-242f632c67bf" providerId="ADAL" clId="{A985B262-6113-4DFB-B40D-99B945B51B22}" dt="2023-02-18T14:07:23.939" v="98" actId="478"/>
          <ac:spMkLst>
            <pc:docMk/>
            <pc:sldMk cId="1841661307" sldId="609"/>
            <ac:spMk id="575490" creationId="{00000000-0000-0000-0000-000000000000}"/>
          </ac:spMkLst>
        </pc:spChg>
      </pc:sldChg>
      <pc:sldChg chg="addSp delSp modSp add mod modAnim">
        <pc:chgData name="БСУ" userId="bdbaa275-9249-41b1-8d15-242f632c67bf" providerId="ADAL" clId="{A985B262-6113-4DFB-B40D-99B945B51B22}" dt="2023-02-18T14:23:00.729" v="194" actId="1076"/>
        <pc:sldMkLst>
          <pc:docMk/>
          <pc:sldMk cId="1699700732" sldId="610"/>
        </pc:sldMkLst>
        <pc:spChg chg="mod">
          <ac:chgData name="БСУ" userId="bdbaa275-9249-41b1-8d15-242f632c67bf" providerId="ADAL" clId="{A985B262-6113-4DFB-B40D-99B945B51B22}" dt="2023-02-18T14:23:00.729" v="194" actId="1076"/>
          <ac:spMkLst>
            <pc:docMk/>
            <pc:sldMk cId="1699700732" sldId="610"/>
            <ac:spMk id="3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23:00.729" v="194" actId="1076"/>
          <ac:spMkLst>
            <pc:docMk/>
            <pc:sldMk cId="1699700732" sldId="610"/>
            <ac:spMk id="4" creationId="{00000000-0000-0000-0000-000000000000}"/>
          </ac:spMkLst>
        </pc:spChg>
        <pc:spChg chg="del mod">
          <ac:chgData name="БСУ" userId="bdbaa275-9249-41b1-8d15-242f632c67bf" providerId="ADAL" clId="{A985B262-6113-4DFB-B40D-99B945B51B22}" dt="2023-02-18T14:20:24.648" v="163" actId="478"/>
          <ac:spMkLst>
            <pc:docMk/>
            <pc:sldMk cId="1699700732" sldId="610"/>
            <ac:spMk id="7" creationId="{91AF0C0C-0297-41B8-8608-3C90E08A7DD0}"/>
          </ac:spMkLst>
        </pc:spChg>
        <pc:spChg chg="mod">
          <ac:chgData name="БСУ" userId="bdbaa275-9249-41b1-8d15-242f632c67bf" providerId="ADAL" clId="{A985B262-6113-4DFB-B40D-99B945B51B22}" dt="2023-02-18T14:23:00.729" v="194" actId="1076"/>
          <ac:spMkLst>
            <pc:docMk/>
            <pc:sldMk cId="1699700732" sldId="610"/>
            <ac:spMk id="8" creationId="{00000000-0000-0000-0000-000000000000}"/>
          </ac:spMkLst>
        </pc:spChg>
        <pc:picChg chg="add mod ord">
          <ac:chgData name="БСУ" userId="bdbaa275-9249-41b1-8d15-242f632c67bf" providerId="ADAL" clId="{A985B262-6113-4DFB-B40D-99B945B51B22}" dt="2023-02-18T14:23:00.729" v="194" actId="1076"/>
          <ac:picMkLst>
            <pc:docMk/>
            <pc:sldMk cId="1699700732" sldId="610"/>
            <ac:picMk id="5" creationId="{4BB1CFAF-B49F-F516-8D40-A24EFF541B3B}"/>
          </ac:picMkLst>
        </pc:picChg>
        <pc:picChg chg="del">
          <ac:chgData name="БСУ" userId="bdbaa275-9249-41b1-8d15-242f632c67bf" providerId="ADAL" clId="{A985B262-6113-4DFB-B40D-99B945B51B22}" dt="2023-02-18T14:17:54.428" v="123" actId="478"/>
          <ac:picMkLst>
            <pc:docMk/>
            <pc:sldMk cId="1699700732" sldId="610"/>
            <ac:picMk id="6" creationId="{00000000-0000-0000-0000-000000000000}"/>
          </ac:picMkLst>
        </pc:picChg>
      </pc:sldChg>
      <pc:sldChg chg="addSp delSp modSp add mod">
        <pc:chgData name="БСУ" userId="bdbaa275-9249-41b1-8d15-242f632c67bf" providerId="ADAL" clId="{A985B262-6113-4DFB-B40D-99B945B51B22}" dt="2023-02-18T14:24:10.749" v="217" actId="113"/>
        <pc:sldMkLst>
          <pc:docMk/>
          <pc:sldMk cId="1625007106" sldId="611"/>
        </pc:sldMkLst>
        <pc:spChg chg="mod">
          <ac:chgData name="БСУ" userId="bdbaa275-9249-41b1-8d15-242f632c67bf" providerId="ADAL" clId="{A985B262-6113-4DFB-B40D-99B945B51B22}" dt="2023-02-18T14:24:10.749" v="217" actId="113"/>
          <ac:spMkLst>
            <pc:docMk/>
            <pc:sldMk cId="1625007106" sldId="611"/>
            <ac:spMk id="3" creationId="{00000000-0000-0000-0000-000000000000}"/>
          </ac:spMkLst>
        </pc:spChg>
        <pc:spChg chg="del mod">
          <ac:chgData name="БСУ" userId="bdbaa275-9249-41b1-8d15-242f632c67bf" providerId="ADAL" clId="{A985B262-6113-4DFB-B40D-99B945B51B22}" dt="2023-02-18T14:23:08.522" v="195" actId="478"/>
          <ac:spMkLst>
            <pc:docMk/>
            <pc:sldMk cId="1625007106" sldId="611"/>
            <ac:spMk id="4" creationId="{00000000-0000-0000-0000-000000000000}"/>
          </ac:spMkLst>
        </pc:spChg>
        <pc:spChg chg="mod">
          <ac:chgData name="БСУ" userId="bdbaa275-9249-41b1-8d15-242f632c67bf" providerId="ADAL" clId="{A985B262-6113-4DFB-B40D-99B945B51B22}" dt="2023-02-18T14:01:23.468" v="8"/>
          <ac:spMkLst>
            <pc:docMk/>
            <pc:sldMk cId="1625007106" sldId="611"/>
            <ac:spMk id="6" creationId="{7B6068D5-F879-4920-BE49-9CE3FE97C271}"/>
          </ac:spMkLst>
        </pc:spChg>
        <pc:spChg chg="add del mod">
          <ac:chgData name="БСУ" userId="bdbaa275-9249-41b1-8d15-242f632c67bf" providerId="ADAL" clId="{A985B262-6113-4DFB-B40D-99B945B51B22}" dt="2023-02-18T14:23:10.827" v="196" actId="478"/>
          <ac:spMkLst>
            <pc:docMk/>
            <pc:sldMk cId="1625007106" sldId="611"/>
            <ac:spMk id="9" creationId="{C8267BD6-EACE-8E92-529D-B157E0AFDBEF}"/>
          </ac:spMkLst>
        </pc:spChg>
        <pc:spChg chg="add mod">
          <ac:chgData name="БСУ" userId="bdbaa275-9249-41b1-8d15-242f632c67bf" providerId="ADAL" clId="{A985B262-6113-4DFB-B40D-99B945B51B22}" dt="2023-02-18T14:23:22.357" v="202" actId="20577"/>
          <ac:spMkLst>
            <pc:docMk/>
            <pc:sldMk cId="1625007106" sldId="611"/>
            <ac:spMk id="10" creationId="{8FA0F7EA-06EC-8106-03D7-DBB40B2C18CE}"/>
          </ac:spMkLst>
        </pc:spChg>
        <pc:picChg chg="del">
          <ac:chgData name="БСУ" userId="bdbaa275-9249-41b1-8d15-242f632c67bf" providerId="ADAL" clId="{A985B262-6113-4DFB-B40D-99B945B51B22}" dt="2023-02-18T14:21:07.312" v="165" actId="478"/>
          <ac:picMkLst>
            <pc:docMk/>
            <pc:sldMk cId="1625007106" sldId="611"/>
            <ac:picMk id="5" creationId="{00000000-0000-0000-0000-000000000000}"/>
          </ac:picMkLst>
        </pc:picChg>
        <pc:picChg chg="add mod">
          <ac:chgData name="БСУ" userId="bdbaa275-9249-41b1-8d15-242f632c67bf" providerId="ADAL" clId="{A985B262-6113-4DFB-B40D-99B945B51B22}" dt="2023-02-18T14:23:46.795" v="210" actId="14100"/>
          <ac:picMkLst>
            <pc:docMk/>
            <pc:sldMk cId="1625007106" sldId="611"/>
            <ac:picMk id="7" creationId="{CEBE532C-0F4C-0367-C95C-1EF72D1245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EBF14-37C0-4F84-9E55-75E6239D48DA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8"/>
            <a:ext cx="5487013" cy="4114588"/>
          </a:xfrm>
        </p:spPr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F6D33EA-C501-4F4F-AB34-3201D066F9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98367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EBF14-37C0-4F84-9E55-75E6239D48DA}" type="slidenum">
              <a:rPr lang="en-US"/>
              <a:pPr/>
              <a:t>4</a:t>
            </a:fld>
            <a:r>
              <a:rPr lang="en-US" dirty="0"/>
              <a:t>##</a:t>
            </a: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8"/>
            <a:ext cx="5487013" cy="4114588"/>
          </a:xfrm>
        </p:spPr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9BB824E-43F9-4F86-9B15-F27094E4EF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51610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EBF14-37C0-4F84-9E55-75E6239D48DA}" type="slidenum">
              <a:rPr lang="en-US"/>
              <a:pPr/>
              <a:t>5</a:t>
            </a:fld>
            <a:r>
              <a:rPr lang="en-US" dirty="0"/>
              <a:t>##</a:t>
            </a: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8"/>
            <a:ext cx="5487013" cy="4114588"/>
          </a:xfrm>
        </p:spPr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1B5EB5D-49DB-4E42-9F9C-1662BE873A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81291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D3464E8-3F20-4ADA-BF6E-B68DF7ABD0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3244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Покриване</a:t>
            </a:r>
            <a:r>
              <a:rPr lang="ru-RU" dirty="0">
                <a:latin typeface="Comfortaa" pitchFamily="2" charset="0"/>
              </a:rPr>
              <a:t> на кода с </a:t>
            </a:r>
            <a:r>
              <a:rPr lang="ru-RU" dirty="0" err="1">
                <a:latin typeface="Comfortaa" pitchFamily="2" charset="0"/>
              </a:rPr>
              <a:t>тестове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Code Coverage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0385" y="1695787"/>
            <a:ext cx="9792257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20385" y="3021351"/>
            <a:ext cx="9792257" cy="25492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представлява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покриването</a:t>
            </a:r>
            <a:r>
              <a:rPr lang="ru-RU" sz="3200" dirty="0">
                <a:latin typeface="Comfortaa" pitchFamily="2" charset="0"/>
              </a:rPr>
              <a:t> на кода с </a:t>
            </a:r>
            <a:r>
              <a:rPr lang="ru-RU" sz="3200" dirty="0" err="1">
                <a:latin typeface="Comfortaa" pitchFamily="2" charset="0"/>
              </a:rPr>
              <a:t>тестове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Как да разберем колко код </a:t>
            </a:r>
            <a:r>
              <a:rPr lang="ru-RU" sz="3200" dirty="0" err="1">
                <a:latin typeface="Comfortaa" pitchFamily="2" charset="0"/>
              </a:rPr>
              <a:t>сме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покрили</a:t>
            </a:r>
            <a:r>
              <a:rPr lang="ru-RU" sz="3200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>
          <a:xfrm>
            <a:off x="1917034" y="2460379"/>
            <a:ext cx="7587914" cy="3860416"/>
          </a:xfr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public int Divide(int x, int y)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{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	if(y!=0)</a:t>
            </a:r>
            <a:endParaRPr lang="bg-BG" noProof="1">
              <a:solidFill>
                <a:schemeClr val="bg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bg-BG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{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		return x/y;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	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	return 0;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186" y="449346"/>
            <a:ext cx="808522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Пример: Метод за деление на 2 цели числа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86186" y="1818875"/>
            <a:ext cx="7827046" cy="70174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bg-BG" sz="2800" dirty="0">
                <a:latin typeface="Comfortaa" pitchFamily="2" charset="0"/>
              </a:rPr>
              <a:t>Нека разгледаме следното парче код:</a:t>
            </a:r>
            <a:endParaRPr lang="en-US" sz="2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8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>
          <a:xfrm>
            <a:off x="509339" y="2572754"/>
            <a:ext cx="11040977" cy="3188565"/>
          </a:xfr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[Test]</a:t>
            </a:r>
            <a:endParaRPr lang="bg-BG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public void Dividing4By2Gives2(</a:t>
            </a:r>
            <a:r>
              <a:rPr lang="bg-BG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  <a:endParaRPr lang="bg-BG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Divider div = new Divider();</a:t>
            </a:r>
            <a:endParaRPr lang="bg-BG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result =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div.Divide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(4, 2);</a:t>
            </a:r>
          </a:p>
          <a:p>
            <a:pPr marL="0" indent="0">
              <a:buNone/>
            </a:pPr>
            <a:r>
              <a:rPr lang="bg-BG" sz="24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Assert.AreEqual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(2,result,"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Dividing 4 by 2 doesn't result in 2.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");</a:t>
            </a:r>
            <a:endParaRPr lang="bg-BG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noProof="1">
              <a:solidFill>
                <a:schemeClr val="bg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2953" y="617788"/>
            <a:ext cx="11407996" cy="1325563"/>
          </a:xfrm>
        </p:spPr>
        <p:txBody>
          <a:bodyPr>
            <a:normAutofit/>
          </a:bodyPr>
          <a:lstStyle/>
          <a:p>
            <a:r>
              <a:rPr lang="bg-BG" sz="4800" dirty="0">
                <a:latin typeface="Comfortaa" pitchFamily="2" charset="0"/>
              </a:rPr>
              <a:t>Тестване на метода за деление</a:t>
            </a:r>
            <a:r>
              <a:rPr lang="en-US" sz="4800" dirty="0">
                <a:latin typeface="Comfortaa" pitchFamily="2" charset="0"/>
              </a:rPr>
              <a:t> [1/2]</a:t>
            </a:r>
            <a:endParaRPr lang="bg-BG" sz="4800" dirty="0">
              <a:latin typeface="Comfortaa" pitchFamily="2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08570" y="1810855"/>
            <a:ext cx="10600325" cy="761899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bg-BG" sz="3200" dirty="0">
                <a:latin typeface="Comfortaa" pitchFamily="2" charset="0"/>
              </a:rPr>
              <a:t>Нека сме написали следния тест:</a:t>
            </a: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17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322" y="2087478"/>
            <a:ext cx="10515600" cy="3964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Очевидно тестът, който написахме винаги ще има стойност за </a:t>
            </a:r>
            <a:r>
              <a:rPr lang="en-US" dirty="0">
                <a:latin typeface="Comfortaa" pitchFamily="2" charset="0"/>
              </a:rPr>
              <a:t>y != 0</a:t>
            </a:r>
            <a:r>
              <a:rPr lang="bg-BG" dirty="0">
                <a:latin typeface="Comfortaa" pitchFamily="2" charset="0"/>
              </a:rPr>
              <a:t>. </a:t>
            </a:r>
            <a:r>
              <a:rPr lang="en-US" dirty="0">
                <a:latin typeface="Comfortaa" pitchFamily="2" charset="0"/>
              </a:rPr>
              <a:t>A </a:t>
            </a:r>
            <a:r>
              <a:rPr lang="bg-BG" dirty="0">
                <a:latin typeface="Comfortaa" pitchFamily="2" charset="0"/>
              </a:rPr>
              <a:t>как да тестваме, останалата част от тялото на метод </a:t>
            </a:r>
            <a:r>
              <a:rPr lang="en-US" dirty="0">
                <a:latin typeface="Comfortaa" pitchFamily="2" charset="0"/>
              </a:rPr>
              <a:t>Divide()?</a:t>
            </a:r>
            <a:r>
              <a:rPr lang="bg-BG" dirty="0">
                <a:latin typeface="Comfortaa" pitchFamily="2" charset="0"/>
              </a:rPr>
              <a:t> Просто – написвайки още един компонентен тест </a:t>
            </a:r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Очевидно подобни „непокрити“ редове лесно могат да бъдат пропуснати поради невнимание и изобщо да не бъдат тествани. За да се избегне това е измислено покриването на кода с тестове.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1D5342-61CB-BC34-109D-095FEA04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890" y="617788"/>
            <a:ext cx="11407996" cy="1325563"/>
          </a:xfrm>
        </p:spPr>
        <p:txBody>
          <a:bodyPr>
            <a:normAutofit/>
          </a:bodyPr>
          <a:lstStyle/>
          <a:p>
            <a:r>
              <a:rPr lang="bg-BG" sz="4800" dirty="0">
                <a:latin typeface="Comfortaa" pitchFamily="2" charset="0"/>
              </a:rPr>
              <a:t>Тестване на метода за деление</a:t>
            </a:r>
            <a:r>
              <a:rPr lang="en-US" sz="4800" dirty="0">
                <a:latin typeface="Comfortaa" pitchFamily="2" charset="0"/>
              </a:rPr>
              <a:t> [2/2]</a:t>
            </a:r>
            <a:endParaRPr lang="bg-BG" sz="4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20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B1CFAF-B49F-F516-8D40-A24EFF541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94" y="3116723"/>
            <a:ext cx="11566412" cy="337417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795" y="1485282"/>
            <a:ext cx="11514248" cy="941639"/>
          </a:xfrm>
        </p:spPr>
        <p:txBody>
          <a:bodyPr>
            <a:normAutofit/>
          </a:bodyPr>
          <a:lstStyle/>
          <a:p>
            <a:r>
              <a:rPr lang="bg-BG" sz="2200" dirty="0">
                <a:latin typeface="Comfortaa" pitchFamily="2" charset="0"/>
              </a:rPr>
              <a:t>Във </a:t>
            </a:r>
            <a:r>
              <a:rPr lang="en-US" sz="2200" dirty="0">
                <a:latin typeface="Comfortaa" pitchFamily="2" charset="0"/>
              </a:rPr>
              <a:t>Visual Studio o</a:t>
            </a:r>
            <a:r>
              <a:rPr lang="bg-BG" sz="2200" dirty="0">
                <a:latin typeface="Comfortaa" pitchFamily="2" charset="0"/>
              </a:rPr>
              <a:t>т меню </a:t>
            </a:r>
            <a:r>
              <a:rPr lang="en-US" sz="2200" dirty="0">
                <a:latin typeface="Comfortaa" pitchFamily="2" charset="0"/>
              </a:rPr>
              <a:t>[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Test</a:t>
            </a:r>
            <a:r>
              <a:rPr lang="en-US" sz="2200" dirty="0">
                <a:latin typeface="Comfortaa" pitchFamily="2" charset="0"/>
              </a:rPr>
              <a:t>] -&gt; [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Analyze Code Coverage for All tests</a:t>
            </a:r>
            <a:r>
              <a:rPr lang="en-US" sz="2200" dirty="0">
                <a:latin typeface="Comfortaa" pitchFamily="2" charset="0"/>
              </a:rPr>
              <a:t>]</a:t>
            </a:r>
          </a:p>
          <a:p>
            <a:r>
              <a:rPr lang="bg-BG" sz="2200" dirty="0">
                <a:latin typeface="Comfortaa" pitchFamily="2" charset="0"/>
              </a:rPr>
              <a:t>От прозорчето изберете частта от проекта, която ви интересува: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0632" y="493440"/>
            <a:ext cx="11566411" cy="854098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Как да разберем колко код сме покрили?</a:t>
            </a:r>
            <a:r>
              <a:rPr lang="en-US" sz="3600" dirty="0">
                <a:latin typeface="Comfortaa" pitchFamily="2" charset="0"/>
              </a:rPr>
              <a:t> [1/2]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3441031" y="2426921"/>
            <a:ext cx="5309939" cy="574390"/>
          </a:xfrm>
          <a:prstGeom prst="wedgeRoundRectCallout">
            <a:avLst>
              <a:gd name="adj1" fmla="val -19474"/>
              <a:gd name="adj2" fmla="val 120630"/>
              <a:gd name="adj3" fmla="val 16667"/>
            </a:avLst>
          </a:prstGeom>
          <a:solidFill>
            <a:srgbClr val="00B0F0">
              <a:alpha val="94902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Comfortaa" pitchFamily="2" charset="0"/>
              </a:rPr>
              <a:t>Show Code Coverage Coloring</a:t>
            </a:r>
            <a:endParaRPr lang="bg-BG" sz="2400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0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84" y="1494757"/>
            <a:ext cx="11524248" cy="5104564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Използвайки бутончето </a:t>
            </a:r>
            <a:r>
              <a:rPr lang="en-US" sz="3600" dirty="0">
                <a:solidFill>
                  <a:srgbClr val="FFFFFF"/>
                </a:solidFill>
                <a:latin typeface="Comfortaa" pitchFamily="2" charset="0"/>
              </a:rPr>
              <a:t>Show Code Coverage Coloring </a:t>
            </a:r>
            <a:r>
              <a:rPr lang="bg-BG" sz="3600" dirty="0">
                <a:solidFill>
                  <a:srgbClr val="FFFFFF"/>
                </a:solidFill>
                <a:latin typeface="Comfortaa" pitchFamily="2" charset="0"/>
              </a:rPr>
              <a:t>можем да видим визуално кои редове сме покрили</a:t>
            </a:r>
          </a:p>
          <a:p>
            <a:endParaRPr lang="bg-BG" sz="3600" dirty="0">
              <a:solidFill>
                <a:srgbClr val="FFFFFF"/>
              </a:solidFill>
              <a:latin typeface="Comfortaa" pitchFamily="2" charset="0"/>
            </a:endParaRPr>
          </a:p>
          <a:p>
            <a:endParaRPr lang="bg-BG" sz="3600" dirty="0">
              <a:solidFill>
                <a:srgbClr val="FFFFFF"/>
              </a:solidFill>
              <a:latin typeface="Comfortaa" pitchFamily="2" charset="0"/>
            </a:endParaRPr>
          </a:p>
          <a:p>
            <a:endParaRPr lang="bg-BG" sz="3600" dirty="0" smtClean="0">
              <a:solidFill>
                <a:srgbClr val="FFFFFF"/>
              </a:solidFill>
              <a:latin typeface="Comfortaa" pitchFamily="2" charset="0"/>
            </a:endParaRPr>
          </a:p>
          <a:p>
            <a:endParaRPr lang="bg-BG" sz="3600" dirty="0">
              <a:solidFill>
                <a:srgbClr val="FFFFFF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Очевидно от 4 реда сме </a:t>
            </a:r>
            <a:r>
              <a:rPr lang="bg-BG" dirty="0" smtClean="0">
                <a:latin typeface="Comfortaa" pitchFamily="2" charset="0"/>
              </a:rPr>
              <a:t>покрили </a:t>
            </a:r>
            <a:r>
              <a:rPr lang="en-US" dirty="0">
                <a:latin typeface="Comfortaa" pitchFamily="2" charset="0"/>
              </a:rPr>
              <a:t>3 </a:t>
            </a:r>
            <a:r>
              <a:rPr lang="bg-BG" dirty="0">
                <a:latin typeface="Comfortaa" pitchFamily="2" charset="0"/>
              </a:rPr>
              <a:t>с тестове т.е. </a:t>
            </a:r>
            <a:r>
              <a:rPr lang="bg-BG" b="1" dirty="0">
                <a:latin typeface="Comfortaa" pitchFamily="2" charset="0"/>
              </a:rPr>
              <a:t>75%</a:t>
            </a:r>
          </a:p>
          <a:p>
            <a:r>
              <a:rPr lang="bg-BG" dirty="0">
                <a:latin typeface="Comfortaa" pitchFamily="2" charset="0"/>
              </a:rPr>
              <a:t>Оптималният резултат за един софтуерен проект е около </a:t>
            </a:r>
            <a:r>
              <a:rPr lang="bg-BG" b="1" dirty="0">
                <a:latin typeface="Comfortaa" pitchFamily="2" charset="0"/>
              </a:rPr>
              <a:t>80%</a:t>
            </a: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6068D5-F879-4920-BE49-9CE3FE97C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E532C-0F4C-0367-C95C-1EF72D12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49" y="2059300"/>
            <a:ext cx="5012856" cy="2874167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8FA0F7EA-06EC-8106-03D7-DBB40B2C1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32" y="493440"/>
            <a:ext cx="11734602" cy="854098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Как да разберем колко код сме покрили?</a:t>
            </a:r>
            <a:r>
              <a:rPr lang="en-US" sz="36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162500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47274" y="1967414"/>
            <a:ext cx="8639178" cy="40025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Процентът на покритие на кода показва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колко процента от редовете код са покрити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с тестове</a:t>
            </a: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Оптималният резултат е около 80%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47274" y="641851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7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0847"/>
          </a:xfrm>
        </p:spPr>
        <p:txBody>
          <a:bodyPr/>
          <a:lstStyle/>
          <a:p>
            <a:r>
              <a:rPr lang="bg-BG" b="1" dirty="0"/>
              <a:t>Задача 1. Тест на </a:t>
            </a:r>
            <a:r>
              <a:rPr lang="en-US" b="1" dirty="0"/>
              <a:t>Axe</a:t>
            </a:r>
            <a:r>
              <a:rPr lang="bg-BG" b="1" dirty="0"/>
              <a:t/>
            </a:r>
            <a:br>
              <a:rPr lang="bg-BG" b="1" dirty="0"/>
            </a:br>
            <a:r>
              <a:rPr lang="bg-BG" dirty="0"/>
              <a:t>Заредете подадения </a:t>
            </a:r>
            <a:r>
              <a:rPr lang="en-US" dirty="0"/>
              <a:t>solution </a:t>
            </a:r>
            <a:r>
              <a:rPr lang="bg-BG" dirty="0"/>
              <a:t>наименуван </a:t>
            </a:r>
            <a:r>
              <a:rPr lang="en-US" b="1" dirty="0"/>
              <a:t>Lab</a:t>
            </a:r>
            <a:r>
              <a:rPr lang="en-US" dirty="0"/>
              <a:t> </a:t>
            </a:r>
            <a:r>
              <a:rPr lang="bg-BG" dirty="0"/>
              <a:t>във </a:t>
            </a:r>
            <a:r>
              <a:rPr lang="en-US" b="1" dirty="0"/>
              <a:t>Visual Studio</a:t>
            </a:r>
            <a:r>
              <a:rPr lang="en-US" dirty="0"/>
              <a:t>.</a:t>
            </a:r>
            <a:r>
              <a:rPr lang="bg-BG" b="1" dirty="0"/>
              <a:t/>
            </a:r>
            <a:br>
              <a:rPr lang="bg-BG" b="1" dirty="0"/>
            </a:br>
            <a:r>
              <a:rPr lang="bg-BG" dirty="0"/>
              <a:t>Създайте следните тестове</a:t>
            </a:r>
            <a:r>
              <a:rPr lang="en-US" dirty="0"/>
              <a:t>:</a:t>
            </a:r>
            <a:r>
              <a:rPr lang="bg-BG" b="1" dirty="0"/>
              <a:t/>
            </a:r>
            <a:br>
              <a:rPr lang="bg-BG" b="1" dirty="0"/>
            </a:br>
            <a:r>
              <a:rPr lang="bg-BG" dirty="0"/>
              <a:t>Тествайте дали оръжието губи здравина след всяка атака</a:t>
            </a:r>
            <a:br>
              <a:rPr lang="bg-BG" dirty="0"/>
            </a:br>
            <a:r>
              <a:rPr lang="bg-BG" dirty="0"/>
              <a:t>Тествайте атака със счупено оръжие</a:t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9629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66548"/>
          </a:xfrm>
        </p:spPr>
        <p:txBody>
          <a:bodyPr>
            <a:normAutofit/>
          </a:bodyPr>
          <a:lstStyle/>
          <a:p>
            <a:r>
              <a:rPr lang="en-US" sz="8000" dirty="0" err="1"/>
              <a:t>epyntdhs</a:t>
            </a:r>
            <a:endParaRPr lang="bg-BG" sz="8000" dirty="0"/>
          </a:p>
        </p:txBody>
      </p:sp>
    </p:spTree>
    <p:extLst>
      <p:ext uri="{BB962C8B-B14F-4D97-AF65-F5344CB8AC3E}">
        <p14:creationId xmlns:p14="http://schemas.microsoft.com/office/powerpoint/2010/main" val="12769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1963971" y="2107096"/>
            <a:ext cx="72833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bg-BG" sz="4000" dirty="0">
              <a:solidFill>
                <a:srgbClr val="000000"/>
              </a:solidFill>
              <a:latin typeface="Comfortaa"/>
            </a:endParaRPr>
          </a:p>
          <a:p>
            <a:r>
              <a:rPr lang="ru-RU" sz="4000" dirty="0">
                <a:solidFill>
                  <a:srgbClr val="000000"/>
                </a:solidFill>
                <a:latin typeface="Comfortaa"/>
              </a:rPr>
              <a:t>„Изтеглянето е неуспешно: сметките не би трябвало да имат отрицателно салдо“</a:t>
            </a:r>
          </a:p>
          <a:p>
            <a:endParaRPr lang="bg-BG" sz="4000" dirty="0">
              <a:solidFill>
                <a:srgbClr val="000000"/>
              </a:solidFill>
              <a:latin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83310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4341</TotalTime>
  <Words>397</Words>
  <Application>Microsoft Office PowerPoint</Application>
  <PresentationFormat>Widescreen</PresentationFormat>
  <Paragraphs>63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Покриване на кода с тестове</vt:lpstr>
      <vt:lpstr>Съдържание</vt:lpstr>
      <vt:lpstr>Пример: Метод за деление на 2 цели числа</vt:lpstr>
      <vt:lpstr>Тестване на метода за деление [1/2]</vt:lpstr>
      <vt:lpstr>Тестване на метода за деление [2/2]</vt:lpstr>
      <vt:lpstr>Как да разберем колко код сме покрили? [1/2]</vt:lpstr>
      <vt:lpstr>Как да разберем колко код сме покрили? [2/2]</vt:lpstr>
      <vt:lpstr>Обобщение</vt:lpstr>
      <vt:lpstr>Задача 1. Тест на Axe Заредете подадения solution наименуван Lab във Visual Studio. Създайте следните тестове: Тествайте дали оръжието губи здравина след всяка атака Тествайте атака със счупено оръжие </vt:lpstr>
      <vt:lpstr>epyntdhs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16</cp:revision>
  <dcterms:created xsi:type="dcterms:W3CDTF">2022-08-09T09:25:46Z</dcterms:created>
  <dcterms:modified xsi:type="dcterms:W3CDTF">2025-10-13T05:02:39Z</dcterms:modified>
</cp:coreProperties>
</file>