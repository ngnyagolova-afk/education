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9"/>
  </p:notesMasterIdLst>
  <p:sldIdLst>
    <p:sldId id="258" r:id="rId2"/>
    <p:sldId id="571" r:id="rId3"/>
    <p:sldId id="514" r:id="rId4"/>
    <p:sldId id="515" r:id="rId5"/>
    <p:sldId id="516" r:id="rId6"/>
    <p:sldId id="517" r:id="rId7"/>
    <p:sldId id="518" r:id="rId8"/>
    <p:sldId id="519" r:id="rId9"/>
    <p:sldId id="520" r:id="rId10"/>
    <p:sldId id="521" r:id="rId11"/>
    <p:sldId id="522" r:id="rId12"/>
    <p:sldId id="523" r:id="rId13"/>
    <p:sldId id="524" r:id="rId14"/>
    <p:sldId id="525" r:id="rId15"/>
    <p:sldId id="526" r:id="rId16"/>
    <p:sldId id="527" r:id="rId17"/>
    <p:sldId id="528" r:id="rId18"/>
    <p:sldId id="529" r:id="rId19"/>
    <p:sldId id="530" r:id="rId20"/>
    <p:sldId id="531" r:id="rId21"/>
    <p:sldId id="532" r:id="rId22"/>
    <p:sldId id="533" r:id="rId23"/>
    <p:sldId id="534" r:id="rId24"/>
    <p:sldId id="535" r:id="rId25"/>
    <p:sldId id="536" r:id="rId26"/>
    <p:sldId id="538" r:id="rId27"/>
    <p:sldId id="57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8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FC6680-A7C5-43B9-9EA0-C7AB69FA25FE}" v="81" dt="2023-02-21T23:58:28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>
        <p:scale>
          <a:sx n="66" d="100"/>
          <a:sy n="66" d="100"/>
        </p:scale>
        <p:origin x="1063" y="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Димитър Минчев" userId="6da192e4-d32c-454b-8615-bbadf07b6639" providerId="ADAL" clId="{D7FC6680-A7C5-43B9-9EA0-C7AB69FA25FE}"/>
    <pc:docChg chg="undo custSel addSld modSld">
      <pc:chgData name="Димитър Минчев" userId="6da192e4-d32c-454b-8615-bbadf07b6639" providerId="ADAL" clId="{D7FC6680-A7C5-43B9-9EA0-C7AB69FA25FE}" dt="2023-02-21T23:58:47.570" v="568" actId="207"/>
      <pc:docMkLst>
        <pc:docMk/>
      </pc:docMkLst>
      <pc:sldChg chg="modSp mod">
        <pc:chgData name="Димитър Минчев" userId="6da192e4-d32c-454b-8615-bbadf07b6639" providerId="ADAL" clId="{D7FC6680-A7C5-43B9-9EA0-C7AB69FA25FE}" dt="2023-02-21T23:32:45.746" v="1"/>
        <pc:sldMkLst>
          <pc:docMk/>
          <pc:sldMk cId="2386959723" sldId="258"/>
        </pc:sldMkLst>
        <pc:spChg chg="mod">
          <ac:chgData name="Димитър Минчев" userId="6da192e4-d32c-454b-8615-bbadf07b6639" providerId="ADAL" clId="{D7FC6680-A7C5-43B9-9EA0-C7AB69FA25FE}" dt="2023-02-21T23:32:39.178" v="0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D7FC6680-A7C5-43B9-9EA0-C7AB69FA25FE}" dt="2023-02-21T23:32:45.746" v="1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Димитър Минчев" userId="6da192e4-d32c-454b-8615-bbadf07b6639" providerId="ADAL" clId="{D7FC6680-A7C5-43B9-9EA0-C7AB69FA25FE}" dt="2023-02-21T23:34:13.534" v="39" actId="14100"/>
        <pc:sldMkLst>
          <pc:docMk/>
          <pc:sldMk cId="3627487882" sldId="514"/>
        </pc:sldMkLst>
        <pc:spChg chg="mod">
          <ac:chgData name="Димитър Минчев" userId="6da192e4-d32c-454b-8615-bbadf07b6639" providerId="ADAL" clId="{D7FC6680-A7C5-43B9-9EA0-C7AB69FA25FE}" dt="2023-02-21T23:34:13.534" v="39" actId="14100"/>
          <ac:spMkLst>
            <pc:docMk/>
            <pc:sldMk cId="3627487882" sldId="51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3:31.657" v="22" actId="27636"/>
          <ac:spMkLst>
            <pc:docMk/>
            <pc:sldMk cId="3627487882" sldId="514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3:51.619" v="29" actId="207"/>
          <ac:spMkLst>
            <pc:docMk/>
            <pc:sldMk cId="3627487882" sldId="514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3:51.619" v="29" actId="207"/>
          <ac:spMkLst>
            <pc:docMk/>
            <pc:sldMk cId="3627487882" sldId="514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33:54.640" v="30" actId="478"/>
          <ac:spMkLst>
            <pc:docMk/>
            <pc:sldMk cId="3627487882" sldId="514"/>
            <ac:spMk id="11" creationId="{C7DAC213-6D8E-4162-96F8-4A4676F39FD8}"/>
          </ac:spMkLst>
        </pc:spChg>
        <pc:picChg chg="mod">
          <ac:chgData name="Димитър Минчев" userId="6da192e4-d32c-454b-8615-bbadf07b6639" providerId="ADAL" clId="{D7FC6680-A7C5-43B9-9EA0-C7AB69FA25FE}" dt="2023-02-21T23:33:44.632" v="26" actId="1076"/>
          <ac:picMkLst>
            <pc:docMk/>
            <pc:sldMk cId="3627487882" sldId="514"/>
            <ac:picMk id="9" creationId="{00000000-0000-0000-0000-000000000000}"/>
          </ac:picMkLst>
        </pc:picChg>
        <pc:picChg chg="mod">
          <ac:chgData name="Димитър Минчев" userId="6da192e4-d32c-454b-8615-bbadf07b6639" providerId="ADAL" clId="{D7FC6680-A7C5-43B9-9EA0-C7AB69FA25FE}" dt="2023-02-21T23:33:44.632" v="26" actId="1076"/>
          <ac:picMkLst>
            <pc:docMk/>
            <pc:sldMk cId="3627487882" sldId="514"/>
            <ac:picMk id="10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D7FC6680-A7C5-43B9-9EA0-C7AB69FA25FE}" dt="2023-02-21T23:35:06.471" v="59" actId="207"/>
        <pc:sldMkLst>
          <pc:docMk/>
          <pc:sldMk cId="1805978298" sldId="515"/>
        </pc:sldMkLst>
        <pc:spChg chg="del">
          <ac:chgData name="Димитър Минчев" userId="6da192e4-d32c-454b-8615-bbadf07b6639" providerId="ADAL" clId="{D7FC6680-A7C5-43B9-9EA0-C7AB69FA25FE}" dt="2023-02-21T23:34:18.167" v="40" actId="478"/>
          <ac:spMkLst>
            <pc:docMk/>
            <pc:sldMk cId="1805978298" sldId="51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5:01.260" v="57" actId="207"/>
          <ac:spMkLst>
            <pc:docMk/>
            <pc:sldMk cId="1805978298" sldId="515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5:06.471" v="59" actId="207"/>
          <ac:spMkLst>
            <pc:docMk/>
            <pc:sldMk cId="1805978298" sldId="515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5:06.471" v="59" actId="207"/>
          <ac:spMkLst>
            <pc:docMk/>
            <pc:sldMk cId="1805978298" sldId="515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34:55.275" v="56" actId="478"/>
          <ac:spMkLst>
            <pc:docMk/>
            <pc:sldMk cId="1805978298" sldId="515"/>
            <ac:spMk id="9" creationId="{39D977C5-4A35-44C4-AA54-ADD453927489}"/>
          </ac:spMkLst>
        </pc:spChg>
        <pc:spChg chg="add del mod">
          <ac:chgData name="Димитър Минчев" userId="6da192e4-d32c-454b-8615-bbadf07b6639" providerId="ADAL" clId="{D7FC6680-A7C5-43B9-9EA0-C7AB69FA25FE}" dt="2023-02-21T23:34:20.378" v="41" actId="478"/>
          <ac:spMkLst>
            <pc:docMk/>
            <pc:sldMk cId="1805978298" sldId="515"/>
            <ac:spMk id="10" creationId="{AE6D236E-617C-F03A-D470-82986522A913}"/>
          </ac:spMkLst>
        </pc:spChg>
        <pc:spChg chg="add mod">
          <ac:chgData name="Димитър Минчев" userId="6da192e4-d32c-454b-8615-bbadf07b6639" providerId="ADAL" clId="{D7FC6680-A7C5-43B9-9EA0-C7AB69FA25FE}" dt="2023-02-21T23:34:35.185" v="49" actId="1076"/>
          <ac:spMkLst>
            <pc:docMk/>
            <pc:sldMk cId="1805978298" sldId="515"/>
            <ac:spMk id="11" creationId="{11637AB4-E6E7-109F-BE0F-14268B4181AA}"/>
          </ac:spMkLst>
        </pc:spChg>
        <pc:picChg chg="mod">
          <ac:chgData name="Димитър Минчев" userId="6da192e4-d32c-454b-8615-bbadf07b6639" providerId="ADAL" clId="{D7FC6680-A7C5-43B9-9EA0-C7AB69FA25FE}" dt="2023-02-21T23:34:48.378" v="53" actId="1076"/>
          <ac:picMkLst>
            <pc:docMk/>
            <pc:sldMk cId="1805978298" sldId="515"/>
            <ac:picMk id="7" creationId="{00000000-0000-0000-0000-000000000000}"/>
          </ac:picMkLst>
        </pc:picChg>
        <pc:picChg chg="mod">
          <ac:chgData name="Димитър Минчев" userId="6da192e4-d32c-454b-8615-bbadf07b6639" providerId="ADAL" clId="{D7FC6680-A7C5-43B9-9EA0-C7AB69FA25FE}" dt="2023-02-21T23:34:53.126" v="55" actId="1076"/>
          <ac:picMkLst>
            <pc:docMk/>
            <pc:sldMk cId="1805978298" sldId="515"/>
            <ac:picMk id="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D7FC6680-A7C5-43B9-9EA0-C7AB69FA25FE}" dt="2023-02-21T23:36:11.882" v="76" actId="478"/>
        <pc:sldMkLst>
          <pc:docMk/>
          <pc:sldMk cId="151226370" sldId="516"/>
        </pc:sldMkLst>
        <pc:spChg chg="del">
          <ac:chgData name="Димитър Минчев" userId="6da192e4-d32c-454b-8615-bbadf07b6639" providerId="ADAL" clId="{D7FC6680-A7C5-43B9-9EA0-C7AB69FA25FE}" dt="2023-02-21T23:35:18.519" v="61" actId="478"/>
          <ac:spMkLst>
            <pc:docMk/>
            <pc:sldMk cId="151226370" sldId="51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5:57.266" v="69" actId="1076"/>
          <ac:spMkLst>
            <pc:docMk/>
            <pc:sldMk cId="151226370" sldId="516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6:09.894" v="75" actId="207"/>
          <ac:spMkLst>
            <pc:docMk/>
            <pc:sldMk cId="151226370" sldId="516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6:09.894" v="75" actId="207"/>
          <ac:spMkLst>
            <pc:docMk/>
            <pc:sldMk cId="151226370" sldId="516"/>
            <ac:spMk id="6" creationId="{00000000-0000-0000-0000-000000000000}"/>
          </ac:spMkLst>
        </pc:spChg>
        <pc:spChg chg="add del mod">
          <ac:chgData name="Димитър Минчев" userId="6da192e4-d32c-454b-8615-bbadf07b6639" providerId="ADAL" clId="{D7FC6680-A7C5-43B9-9EA0-C7AB69FA25FE}" dt="2023-02-21T23:35:21.527" v="62" actId="478"/>
          <ac:spMkLst>
            <pc:docMk/>
            <pc:sldMk cId="151226370" sldId="516"/>
            <ac:spMk id="7" creationId="{1C965B47-C306-E1B9-F1E9-00EA757003EE}"/>
          </ac:spMkLst>
        </pc:spChg>
        <pc:spChg chg="mod">
          <ac:chgData name="Димитър Минчев" userId="6da192e4-d32c-454b-8615-bbadf07b6639" providerId="ADAL" clId="{D7FC6680-A7C5-43B9-9EA0-C7AB69FA25FE}" dt="2023-02-21T23:36:09.894" v="75" actId="207"/>
          <ac:spMkLst>
            <pc:docMk/>
            <pc:sldMk cId="151226370" sldId="516"/>
            <ac:spMk id="9" creationId="{00000000-0000-0000-0000-000000000000}"/>
          </ac:spMkLst>
        </pc:spChg>
        <pc:spChg chg="add mod">
          <ac:chgData name="Димитър Минчев" userId="6da192e4-d32c-454b-8615-bbadf07b6639" providerId="ADAL" clId="{D7FC6680-A7C5-43B9-9EA0-C7AB69FA25FE}" dt="2023-02-21T23:35:24.293" v="64" actId="20577"/>
          <ac:spMkLst>
            <pc:docMk/>
            <pc:sldMk cId="151226370" sldId="516"/>
            <ac:spMk id="10" creationId="{75CF5740-5E66-3319-7D22-5B8625B055FC}"/>
          </ac:spMkLst>
        </pc:spChg>
        <pc:spChg chg="del mod">
          <ac:chgData name="Димитър Минчев" userId="6da192e4-d32c-454b-8615-bbadf07b6639" providerId="ADAL" clId="{D7FC6680-A7C5-43B9-9EA0-C7AB69FA25FE}" dt="2023-02-21T23:36:11.882" v="76" actId="478"/>
          <ac:spMkLst>
            <pc:docMk/>
            <pc:sldMk cId="151226370" sldId="516"/>
            <ac:spMk id="11" creationId="{A9D21DF3-6855-4B3E-9746-351BD1ECE374}"/>
          </ac:spMkLst>
        </pc:spChg>
        <pc:picChg chg="mod">
          <ac:chgData name="Димитър Минчев" userId="6da192e4-d32c-454b-8615-bbadf07b6639" providerId="ADAL" clId="{D7FC6680-A7C5-43B9-9EA0-C7AB69FA25FE}" dt="2023-02-21T23:36:01.295" v="70" actId="1076"/>
          <ac:picMkLst>
            <pc:docMk/>
            <pc:sldMk cId="151226370" sldId="516"/>
            <ac:picMk id="8" creationId="{00000000-0000-0000-0000-000000000000}"/>
          </ac:picMkLst>
        </pc:picChg>
        <pc:picChg chg="mod">
          <ac:chgData name="Димитър Минчев" userId="6da192e4-d32c-454b-8615-bbadf07b6639" providerId="ADAL" clId="{D7FC6680-A7C5-43B9-9EA0-C7AB69FA25FE}" dt="2023-02-21T23:36:03.771" v="72" actId="1076"/>
          <ac:picMkLst>
            <pc:docMk/>
            <pc:sldMk cId="151226370" sldId="516"/>
            <ac:picMk id="12" creationId="{00000000-0000-0000-0000-000000000000}"/>
          </ac:picMkLst>
        </pc:picChg>
        <pc:picChg chg="mod">
          <ac:chgData name="Димитър Минчев" userId="6da192e4-d32c-454b-8615-bbadf07b6639" providerId="ADAL" clId="{D7FC6680-A7C5-43B9-9EA0-C7AB69FA25FE}" dt="2023-02-21T23:36:02.480" v="71" actId="1076"/>
          <ac:picMkLst>
            <pc:docMk/>
            <pc:sldMk cId="151226370" sldId="516"/>
            <ac:picMk id="13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D7FC6680-A7C5-43B9-9EA0-C7AB69FA25FE}" dt="2023-02-21T23:38:23.042" v="118" actId="478"/>
        <pc:sldMkLst>
          <pc:docMk/>
          <pc:sldMk cId="3843566285" sldId="517"/>
        </pc:sldMkLst>
        <pc:spChg chg="del">
          <ac:chgData name="Димитър Минчев" userId="6da192e4-d32c-454b-8615-bbadf07b6639" providerId="ADAL" clId="{D7FC6680-A7C5-43B9-9EA0-C7AB69FA25FE}" dt="2023-02-21T23:36:19.917" v="77" actId="478"/>
          <ac:spMkLst>
            <pc:docMk/>
            <pc:sldMk cId="3843566285" sldId="51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7:47.703" v="109" actId="27636"/>
          <ac:spMkLst>
            <pc:docMk/>
            <pc:sldMk cId="3843566285" sldId="517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8:21.331" v="117" actId="207"/>
          <ac:spMkLst>
            <pc:docMk/>
            <pc:sldMk cId="3843566285" sldId="517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8:21.331" v="117" actId="207"/>
          <ac:spMkLst>
            <pc:docMk/>
            <pc:sldMk cId="3843566285" sldId="517"/>
            <ac:spMk id="6" creationId="{00000000-0000-0000-0000-000000000000}"/>
          </ac:spMkLst>
        </pc:spChg>
        <pc:spChg chg="add del mod">
          <ac:chgData name="Димитър Минчев" userId="6da192e4-d32c-454b-8615-bbadf07b6639" providerId="ADAL" clId="{D7FC6680-A7C5-43B9-9EA0-C7AB69FA25FE}" dt="2023-02-21T23:36:21.070" v="78" actId="478"/>
          <ac:spMkLst>
            <pc:docMk/>
            <pc:sldMk cId="3843566285" sldId="517"/>
            <ac:spMk id="7" creationId="{2DDE9464-77A0-3AA3-5E4F-75D58EC4CF40}"/>
          </ac:spMkLst>
        </pc:spChg>
        <pc:spChg chg="mod">
          <ac:chgData name="Димитър Минчев" userId="6da192e4-d32c-454b-8615-bbadf07b6639" providerId="ADAL" clId="{D7FC6680-A7C5-43B9-9EA0-C7AB69FA25FE}" dt="2023-02-21T23:38:21.331" v="117" actId="207"/>
          <ac:spMkLst>
            <pc:docMk/>
            <pc:sldMk cId="3843566285" sldId="517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8:21.331" v="117" actId="207"/>
          <ac:spMkLst>
            <pc:docMk/>
            <pc:sldMk cId="3843566285" sldId="517"/>
            <ac:spMk id="9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38:23.042" v="118" actId="478"/>
          <ac:spMkLst>
            <pc:docMk/>
            <pc:sldMk cId="3843566285" sldId="517"/>
            <ac:spMk id="14" creationId="{C8713EA9-5A48-42BD-87EC-6596C5614C57}"/>
          </ac:spMkLst>
        </pc:spChg>
        <pc:spChg chg="add mod">
          <ac:chgData name="Димитър Минчев" userId="6da192e4-d32c-454b-8615-bbadf07b6639" providerId="ADAL" clId="{D7FC6680-A7C5-43B9-9EA0-C7AB69FA25FE}" dt="2023-02-21T23:36:24.054" v="80" actId="20577"/>
          <ac:spMkLst>
            <pc:docMk/>
            <pc:sldMk cId="3843566285" sldId="517"/>
            <ac:spMk id="15" creationId="{83EB3D78-403A-75F7-87DD-DA188494A791}"/>
          </ac:spMkLst>
        </pc:spChg>
        <pc:picChg chg="mod">
          <ac:chgData name="Димитър Минчев" userId="6da192e4-d32c-454b-8615-bbadf07b6639" providerId="ADAL" clId="{D7FC6680-A7C5-43B9-9EA0-C7AB69FA25FE}" dt="2023-02-21T23:37:06.297" v="94" actId="1076"/>
          <ac:picMkLst>
            <pc:docMk/>
            <pc:sldMk cId="3843566285" sldId="517"/>
            <ac:picMk id="10" creationId="{00000000-0000-0000-0000-000000000000}"/>
          </ac:picMkLst>
        </pc:picChg>
        <pc:picChg chg="mod">
          <ac:chgData name="Димитър Минчев" userId="6da192e4-d32c-454b-8615-bbadf07b6639" providerId="ADAL" clId="{D7FC6680-A7C5-43B9-9EA0-C7AB69FA25FE}" dt="2023-02-21T23:37:55.811" v="110" actId="1076"/>
          <ac:picMkLst>
            <pc:docMk/>
            <pc:sldMk cId="3843566285" sldId="517"/>
            <ac:picMk id="11" creationId="{00000000-0000-0000-0000-000000000000}"/>
          </ac:picMkLst>
        </pc:picChg>
        <pc:picChg chg="mod">
          <ac:chgData name="Димитър Минчев" userId="6da192e4-d32c-454b-8615-bbadf07b6639" providerId="ADAL" clId="{D7FC6680-A7C5-43B9-9EA0-C7AB69FA25FE}" dt="2023-02-21T23:38:13.602" v="114" actId="1076"/>
          <ac:picMkLst>
            <pc:docMk/>
            <pc:sldMk cId="3843566285" sldId="517"/>
            <ac:picMk id="12" creationId="{00000000-0000-0000-0000-000000000000}"/>
          </ac:picMkLst>
        </pc:picChg>
        <pc:picChg chg="mod">
          <ac:chgData name="Димитър Минчев" userId="6da192e4-d32c-454b-8615-bbadf07b6639" providerId="ADAL" clId="{D7FC6680-A7C5-43B9-9EA0-C7AB69FA25FE}" dt="2023-02-21T23:38:11.995" v="113" actId="1076"/>
          <ac:picMkLst>
            <pc:docMk/>
            <pc:sldMk cId="3843566285" sldId="517"/>
            <ac:picMk id="13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D7FC6680-A7C5-43B9-9EA0-C7AB69FA25FE}" dt="2023-02-21T23:39:35.405" v="138" actId="1076"/>
        <pc:sldMkLst>
          <pc:docMk/>
          <pc:sldMk cId="1712643587" sldId="518"/>
        </pc:sldMkLst>
        <pc:spChg chg="del">
          <ac:chgData name="Димитър Минчев" userId="6da192e4-d32c-454b-8615-bbadf07b6639" providerId="ADAL" clId="{D7FC6680-A7C5-43B9-9EA0-C7AB69FA25FE}" dt="2023-02-21T23:38:35.676" v="123" actId="478"/>
          <ac:spMkLst>
            <pc:docMk/>
            <pc:sldMk cId="1712643587" sldId="51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8:33.254" v="122" actId="27636"/>
          <ac:spMkLst>
            <pc:docMk/>
            <pc:sldMk cId="1712643587" sldId="518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9:35.405" v="138" actId="1076"/>
          <ac:spMkLst>
            <pc:docMk/>
            <pc:sldMk cId="1712643587" sldId="518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9:35.405" v="138" actId="1076"/>
          <ac:spMkLst>
            <pc:docMk/>
            <pc:sldMk cId="1712643587" sldId="518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39:19.797" v="134" actId="478"/>
          <ac:spMkLst>
            <pc:docMk/>
            <pc:sldMk cId="1712643587" sldId="518"/>
            <ac:spMk id="9" creationId="{D953759F-4627-4286-89C8-9DF0251B85EF}"/>
          </ac:spMkLst>
        </pc:spChg>
        <pc:spChg chg="add del mod">
          <ac:chgData name="Димитър Минчев" userId="6da192e4-d32c-454b-8615-bbadf07b6639" providerId="ADAL" clId="{D7FC6680-A7C5-43B9-9EA0-C7AB69FA25FE}" dt="2023-02-21T23:38:36.541" v="124" actId="478"/>
          <ac:spMkLst>
            <pc:docMk/>
            <pc:sldMk cId="1712643587" sldId="518"/>
            <ac:spMk id="10" creationId="{287B182C-95DE-80E4-3636-8FD939E09F2B}"/>
          </ac:spMkLst>
        </pc:spChg>
        <pc:spChg chg="add mod">
          <ac:chgData name="Димитър Минчев" userId="6da192e4-d32c-454b-8615-bbadf07b6639" providerId="ADAL" clId="{D7FC6680-A7C5-43B9-9EA0-C7AB69FA25FE}" dt="2023-02-21T23:38:39.260" v="126" actId="20577"/>
          <ac:spMkLst>
            <pc:docMk/>
            <pc:sldMk cId="1712643587" sldId="518"/>
            <ac:spMk id="11" creationId="{7FF8DA4D-93FE-06B3-0A4C-DDD17B29BC3A}"/>
          </ac:spMkLst>
        </pc:spChg>
        <pc:picChg chg="mod">
          <ac:chgData name="Димитър Минчев" userId="6da192e4-d32c-454b-8615-bbadf07b6639" providerId="ADAL" clId="{D7FC6680-A7C5-43B9-9EA0-C7AB69FA25FE}" dt="2023-02-21T23:39:35.405" v="138" actId="1076"/>
          <ac:picMkLst>
            <pc:docMk/>
            <pc:sldMk cId="1712643587" sldId="518"/>
            <ac:picMk id="7" creationId="{00000000-0000-0000-0000-000000000000}"/>
          </ac:picMkLst>
        </pc:picChg>
        <pc:picChg chg="mod">
          <ac:chgData name="Димитър Минчев" userId="6da192e4-d32c-454b-8615-bbadf07b6639" providerId="ADAL" clId="{D7FC6680-A7C5-43B9-9EA0-C7AB69FA25FE}" dt="2023-02-21T23:39:35.405" v="138" actId="1076"/>
          <ac:picMkLst>
            <pc:docMk/>
            <pc:sldMk cId="1712643587" sldId="518"/>
            <ac:picMk id="8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D7FC6680-A7C5-43B9-9EA0-C7AB69FA25FE}" dt="2023-02-21T23:40:18.022" v="150" actId="478"/>
        <pc:sldMkLst>
          <pc:docMk/>
          <pc:sldMk cId="2586328286" sldId="519"/>
        </pc:sldMkLst>
        <pc:spChg chg="mod">
          <ac:chgData name="Димитър Минчев" userId="6da192e4-d32c-454b-8615-bbadf07b6639" providerId="ADAL" clId="{D7FC6680-A7C5-43B9-9EA0-C7AB69FA25FE}" dt="2023-02-21T23:39:46.927" v="139" actId="2711"/>
          <ac:spMkLst>
            <pc:docMk/>
            <pc:sldMk cId="2586328286" sldId="51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9:57.339" v="143" actId="207"/>
          <ac:spMkLst>
            <pc:docMk/>
            <pc:sldMk cId="2586328286" sldId="519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0:16.291" v="149"/>
          <ac:spMkLst>
            <pc:docMk/>
            <pc:sldMk cId="2586328286" sldId="519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40:18.022" v="150" actId="478"/>
          <ac:spMkLst>
            <pc:docMk/>
            <pc:sldMk cId="2586328286" sldId="519"/>
            <ac:spMk id="8" creationId="{43FBBC47-AEC3-44A8-8E4F-E40FB4DBF8D6}"/>
          </ac:spMkLst>
        </pc:spChg>
        <pc:picChg chg="mod">
          <ac:chgData name="Димитър Минчев" userId="6da192e4-d32c-454b-8615-bbadf07b6639" providerId="ADAL" clId="{D7FC6680-A7C5-43B9-9EA0-C7AB69FA25FE}" dt="2023-02-21T23:40:05.561" v="146" actId="1076"/>
          <ac:picMkLst>
            <pc:docMk/>
            <pc:sldMk cId="2586328286" sldId="519"/>
            <ac:picMk id="7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D7FC6680-A7C5-43B9-9EA0-C7AB69FA25FE}" dt="2023-02-21T23:41:15.933" v="178" actId="478"/>
        <pc:sldMkLst>
          <pc:docMk/>
          <pc:sldMk cId="2721484409" sldId="520"/>
        </pc:sldMkLst>
        <pc:spChg chg="mod">
          <ac:chgData name="Димитър Минчев" userId="6da192e4-d32c-454b-8615-bbadf07b6639" providerId="ADAL" clId="{D7FC6680-A7C5-43B9-9EA0-C7AB69FA25FE}" dt="2023-02-21T23:40:35.366" v="160" actId="14100"/>
          <ac:spMkLst>
            <pc:docMk/>
            <pc:sldMk cId="2721484409" sldId="52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1:12.200" v="177" actId="207"/>
          <ac:spMkLst>
            <pc:docMk/>
            <pc:sldMk cId="2721484409" sldId="520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0:57.336" v="171" actId="27636"/>
          <ac:spMkLst>
            <pc:docMk/>
            <pc:sldMk cId="2721484409" sldId="520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41:15.933" v="178" actId="478"/>
          <ac:spMkLst>
            <pc:docMk/>
            <pc:sldMk cId="2721484409" sldId="520"/>
            <ac:spMk id="8" creationId="{30D698C5-CF02-41BF-82D6-A696BF459874}"/>
          </ac:spMkLst>
        </pc:spChg>
        <pc:picChg chg="mod">
          <ac:chgData name="Димитър Минчев" userId="6da192e4-d32c-454b-8615-bbadf07b6639" providerId="ADAL" clId="{D7FC6680-A7C5-43B9-9EA0-C7AB69FA25FE}" dt="2023-02-21T23:41:05.164" v="174" actId="1076"/>
          <ac:picMkLst>
            <pc:docMk/>
            <pc:sldMk cId="2721484409" sldId="520"/>
            <ac:picMk id="9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D7FC6680-A7C5-43B9-9EA0-C7AB69FA25FE}" dt="2023-02-21T23:42:56.152" v="262" actId="1076"/>
        <pc:sldMkLst>
          <pc:docMk/>
          <pc:sldMk cId="3274413882" sldId="521"/>
        </pc:sldMkLst>
        <pc:spChg chg="del">
          <ac:chgData name="Димитър Минчев" userId="6da192e4-d32c-454b-8615-bbadf07b6639" providerId="ADAL" clId="{D7FC6680-A7C5-43B9-9EA0-C7AB69FA25FE}" dt="2023-02-21T23:41:25.200" v="179" actId="478"/>
          <ac:spMkLst>
            <pc:docMk/>
            <pc:sldMk cId="3274413882" sldId="521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D7FC6680-A7C5-43B9-9EA0-C7AB69FA25FE}" dt="2023-02-21T23:41:26.302" v="180" actId="478"/>
          <ac:spMkLst>
            <pc:docMk/>
            <pc:sldMk cId="3274413882" sldId="521"/>
            <ac:spMk id="4" creationId="{AB2886C7-D4CA-E92E-1DF8-67F8A4A91E40}"/>
          </ac:spMkLst>
        </pc:spChg>
        <pc:spChg chg="add mod">
          <ac:chgData name="Димитър Минчев" userId="6da192e4-d32c-454b-8615-bbadf07b6639" providerId="ADAL" clId="{D7FC6680-A7C5-43B9-9EA0-C7AB69FA25FE}" dt="2023-02-21T23:42:27.989" v="250" actId="20577"/>
          <ac:spMkLst>
            <pc:docMk/>
            <pc:sldMk cId="3274413882" sldId="521"/>
            <ac:spMk id="5" creationId="{05C8A9F0-4528-A274-5B66-5C410280B862}"/>
          </ac:spMkLst>
        </pc:spChg>
        <pc:spChg chg="mod">
          <ac:chgData name="Димитър Минчев" userId="6da192e4-d32c-454b-8615-bbadf07b6639" providerId="ADAL" clId="{D7FC6680-A7C5-43B9-9EA0-C7AB69FA25FE}" dt="2023-02-21T23:42:51.668" v="261" actId="1076"/>
          <ac:spMkLst>
            <pc:docMk/>
            <pc:sldMk cId="3274413882" sldId="521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2:24.014" v="249" actId="1076"/>
          <ac:spMkLst>
            <pc:docMk/>
            <pc:sldMk cId="3274413882" sldId="521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2:56.152" v="262" actId="1076"/>
          <ac:spMkLst>
            <pc:docMk/>
            <pc:sldMk cId="3274413882" sldId="521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42:14.206" v="245" actId="478"/>
          <ac:spMkLst>
            <pc:docMk/>
            <pc:sldMk cId="3274413882" sldId="521"/>
            <ac:spMk id="10" creationId="{D06F627F-FD04-4DFD-8D6E-32BEF1535864}"/>
          </ac:spMkLst>
        </pc:spChg>
        <pc:picChg chg="mod">
          <ac:chgData name="Димитър Минчев" userId="6da192e4-d32c-454b-8615-bbadf07b6639" providerId="ADAL" clId="{D7FC6680-A7C5-43B9-9EA0-C7AB69FA25FE}" dt="2023-02-21T23:42:15.987" v="246" actId="1076"/>
          <ac:picMkLst>
            <pc:docMk/>
            <pc:sldMk cId="3274413882" sldId="521"/>
            <ac:picMk id="9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D7FC6680-A7C5-43B9-9EA0-C7AB69FA25FE}" dt="2023-02-21T23:43:55.516" v="290" actId="207"/>
        <pc:sldMkLst>
          <pc:docMk/>
          <pc:sldMk cId="2469637128" sldId="522"/>
        </pc:sldMkLst>
        <pc:spChg chg="del">
          <ac:chgData name="Димитър Минчев" userId="6da192e4-d32c-454b-8615-bbadf07b6639" providerId="ADAL" clId="{D7FC6680-A7C5-43B9-9EA0-C7AB69FA25FE}" dt="2023-02-21T23:43:02.704" v="263" actId="478"/>
          <ac:spMkLst>
            <pc:docMk/>
            <pc:sldMk cId="2469637128" sldId="522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D7FC6680-A7C5-43B9-9EA0-C7AB69FA25FE}" dt="2023-02-21T23:43:03.691" v="264" actId="478"/>
          <ac:spMkLst>
            <pc:docMk/>
            <pc:sldMk cId="2469637128" sldId="522"/>
            <ac:spMk id="4" creationId="{4717B08E-7F07-32BE-7F15-BF2CD62FF72C}"/>
          </ac:spMkLst>
        </pc:spChg>
        <pc:spChg chg="mod">
          <ac:chgData name="Димитър Минчев" userId="6da192e4-d32c-454b-8615-bbadf07b6639" providerId="ADAL" clId="{D7FC6680-A7C5-43B9-9EA0-C7AB69FA25FE}" dt="2023-02-21T23:43:55.516" v="290" actId="207"/>
          <ac:spMkLst>
            <pc:docMk/>
            <pc:sldMk cId="2469637128" sldId="522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3:43.687" v="286" actId="1076"/>
          <ac:spMkLst>
            <pc:docMk/>
            <pc:sldMk cId="2469637128" sldId="522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43:35.748" v="285" actId="478"/>
          <ac:spMkLst>
            <pc:docMk/>
            <pc:sldMk cId="2469637128" sldId="522"/>
            <ac:spMk id="8" creationId="{A50551DB-9403-4AB9-BAF1-5C907BCA914D}"/>
          </ac:spMkLst>
        </pc:spChg>
        <pc:spChg chg="add mod">
          <ac:chgData name="Димитър Минчев" userId="6da192e4-d32c-454b-8615-bbadf07b6639" providerId="ADAL" clId="{D7FC6680-A7C5-43B9-9EA0-C7AB69FA25FE}" dt="2023-02-21T23:43:06.971" v="267" actId="20577"/>
          <ac:spMkLst>
            <pc:docMk/>
            <pc:sldMk cId="2469637128" sldId="522"/>
            <ac:spMk id="9" creationId="{23E6218C-8A01-0833-9924-9A14E4DF3561}"/>
          </ac:spMkLst>
        </pc:spChg>
        <pc:picChg chg="mod">
          <ac:chgData name="Димитър Минчев" userId="6da192e4-d32c-454b-8615-bbadf07b6639" providerId="ADAL" clId="{D7FC6680-A7C5-43B9-9EA0-C7AB69FA25FE}" dt="2023-02-21T23:43:46.347" v="287" actId="1076"/>
          <ac:picMkLst>
            <pc:docMk/>
            <pc:sldMk cId="2469637128" sldId="522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D7FC6680-A7C5-43B9-9EA0-C7AB69FA25FE}" dt="2023-02-21T23:44:43.729" v="304" actId="207"/>
        <pc:sldMkLst>
          <pc:docMk/>
          <pc:sldMk cId="2342320442" sldId="523"/>
        </pc:sldMkLst>
        <pc:spChg chg="mod">
          <ac:chgData name="Димитър Минчев" userId="6da192e4-d32c-454b-8615-bbadf07b6639" providerId="ADAL" clId="{D7FC6680-A7C5-43B9-9EA0-C7AB69FA25FE}" dt="2023-02-21T23:44:26.590" v="298" actId="20577"/>
          <ac:spMkLst>
            <pc:docMk/>
            <pc:sldMk cId="2342320442" sldId="52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4:30.650" v="299" actId="1076"/>
          <ac:spMkLst>
            <pc:docMk/>
            <pc:sldMk cId="2342320442" sldId="523"/>
            <ac:spMk id="7" creationId="{00000000-0000-0000-0000-000000000000}"/>
          </ac:spMkLst>
        </pc:spChg>
        <pc:spChg chg="mod ord">
          <ac:chgData name="Димитър Минчев" userId="6da192e4-d32c-454b-8615-bbadf07b6639" providerId="ADAL" clId="{D7FC6680-A7C5-43B9-9EA0-C7AB69FA25FE}" dt="2023-02-21T23:44:43.729" v="304" actId="207"/>
          <ac:spMkLst>
            <pc:docMk/>
            <pc:sldMk cId="2342320442" sldId="523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44:35.708" v="301" actId="478"/>
          <ac:spMkLst>
            <pc:docMk/>
            <pc:sldMk cId="2342320442" sldId="523"/>
            <ac:spMk id="9" creationId="{1E84FE7D-C615-4C5A-B27F-AD60D54F0D17}"/>
          </ac:spMkLst>
        </pc:spChg>
        <pc:picChg chg="mod">
          <ac:chgData name="Димитър Минчев" userId="6da192e4-d32c-454b-8615-bbadf07b6639" providerId="ADAL" clId="{D7FC6680-A7C5-43B9-9EA0-C7AB69FA25FE}" dt="2023-02-21T23:44:32.932" v="300" actId="1076"/>
          <ac:picMkLst>
            <pc:docMk/>
            <pc:sldMk cId="2342320442" sldId="523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D7FC6680-A7C5-43B9-9EA0-C7AB69FA25FE}" dt="2023-02-21T23:46:21.674" v="338"/>
        <pc:sldMkLst>
          <pc:docMk/>
          <pc:sldMk cId="3413895487" sldId="524"/>
        </pc:sldMkLst>
        <pc:spChg chg="mod">
          <ac:chgData name="Димитър Минчев" userId="6da192e4-d32c-454b-8615-bbadf07b6639" providerId="ADAL" clId="{D7FC6680-A7C5-43B9-9EA0-C7AB69FA25FE}" dt="2023-02-21T23:44:55.394" v="306" actId="14100"/>
          <ac:spMkLst>
            <pc:docMk/>
            <pc:sldMk cId="3413895487" sldId="52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5:56.198" v="330" actId="1076"/>
          <ac:spMkLst>
            <pc:docMk/>
            <pc:sldMk cId="3413895487" sldId="524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6:21.674" v="338"/>
          <ac:spMkLst>
            <pc:docMk/>
            <pc:sldMk cId="3413895487" sldId="524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6:21.674" v="338"/>
          <ac:spMkLst>
            <pc:docMk/>
            <pc:sldMk cId="3413895487" sldId="524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6:21.674" v="338"/>
          <ac:spMkLst>
            <pc:docMk/>
            <pc:sldMk cId="3413895487" sldId="524"/>
            <ac:spMk id="10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6:21.674" v="338"/>
          <ac:spMkLst>
            <pc:docMk/>
            <pc:sldMk cId="3413895487" sldId="524"/>
            <ac:spMk id="11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6:07.330" v="333" actId="2085"/>
          <ac:spMkLst>
            <pc:docMk/>
            <pc:sldMk cId="3413895487" sldId="524"/>
            <ac:spMk id="12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46:16.510" v="337" actId="478"/>
          <ac:spMkLst>
            <pc:docMk/>
            <pc:sldMk cId="3413895487" sldId="524"/>
            <ac:spMk id="15" creationId="{5863B7B0-A921-412C-8837-573FDF6AFB1B}"/>
          </ac:spMkLst>
        </pc:spChg>
        <pc:picChg chg="mod">
          <ac:chgData name="Димитър Минчев" userId="6da192e4-d32c-454b-8615-bbadf07b6639" providerId="ADAL" clId="{D7FC6680-A7C5-43B9-9EA0-C7AB69FA25FE}" dt="2023-02-21T23:45:50.860" v="329" actId="1076"/>
          <ac:picMkLst>
            <pc:docMk/>
            <pc:sldMk cId="3413895487" sldId="524"/>
            <ac:picMk id="13" creationId="{00000000-0000-0000-0000-000000000000}"/>
          </ac:picMkLst>
        </pc:picChg>
        <pc:picChg chg="mod">
          <ac:chgData name="Димитър Минчев" userId="6da192e4-d32c-454b-8615-bbadf07b6639" providerId="ADAL" clId="{D7FC6680-A7C5-43B9-9EA0-C7AB69FA25FE}" dt="2023-02-21T23:45:41.626" v="326" actId="1076"/>
          <ac:picMkLst>
            <pc:docMk/>
            <pc:sldMk cId="3413895487" sldId="524"/>
            <ac:picMk id="14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D7FC6680-A7C5-43B9-9EA0-C7AB69FA25FE}" dt="2023-02-21T23:47:02.246" v="353" actId="1076"/>
        <pc:sldMkLst>
          <pc:docMk/>
          <pc:sldMk cId="2745809239" sldId="525"/>
        </pc:sldMkLst>
        <pc:spChg chg="mod">
          <ac:chgData name="Димитър Минчев" userId="6da192e4-d32c-454b-8615-bbadf07b6639" providerId="ADAL" clId="{D7FC6680-A7C5-43B9-9EA0-C7AB69FA25FE}" dt="2023-02-21T23:47:02.246" v="353" actId="1076"/>
          <ac:spMkLst>
            <pc:docMk/>
            <pc:sldMk cId="2745809239" sldId="52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7:02.246" v="353" actId="1076"/>
          <ac:spMkLst>
            <pc:docMk/>
            <pc:sldMk cId="2745809239" sldId="525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7:02.246" v="353" actId="1076"/>
          <ac:spMkLst>
            <pc:docMk/>
            <pc:sldMk cId="2745809239" sldId="525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7:02.246" v="353" actId="1076"/>
          <ac:spMkLst>
            <pc:docMk/>
            <pc:sldMk cId="2745809239" sldId="525"/>
            <ac:spMk id="9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46:59.622" v="352" actId="478"/>
          <ac:spMkLst>
            <pc:docMk/>
            <pc:sldMk cId="2745809239" sldId="525"/>
            <ac:spMk id="11" creationId="{573452ED-6392-4D4C-97CA-9F1460F6DED8}"/>
          </ac:spMkLst>
        </pc:spChg>
        <pc:picChg chg="mod">
          <ac:chgData name="Димитър Минчев" userId="6da192e4-d32c-454b-8615-bbadf07b6639" providerId="ADAL" clId="{D7FC6680-A7C5-43B9-9EA0-C7AB69FA25FE}" dt="2023-02-21T23:47:02.246" v="353" actId="1076"/>
          <ac:picMkLst>
            <pc:docMk/>
            <pc:sldMk cId="2745809239" sldId="525"/>
            <ac:picMk id="8" creationId="{00000000-0000-0000-0000-000000000000}"/>
          </ac:picMkLst>
        </pc:picChg>
        <pc:picChg chg="mod">
          <ac:chgData name="Димитър Минчев" userId="6da192e4-d32c-454b-8615-bbadf07b6639" providerId="ADAL" clId="{D7FC6680-A7C5-43B9-9EA0-C7AB69FA25FE}" dt="2023-02-21T23:47:02.246" v="353" actId="1076"/>
          <ac:picMkLst>
            <pc:docMk/>
            <pc:sldMk cId="2745809239" sldId="525"/>
            <ac:picMk id="1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D7FC6680-A7C5-43B9-9EA0-C7AB69FA25FE}" dt="2023-02-21T23:49:08.233" v="391" actId="1076"/>
        <pc:sldMkLst>
          <pc:docMk/>
          <pc:sldMk cId="3644029038" sldId="526"/>
        </pc:sldMkLst>
        <pc:spChg chg="mod">
          <ac:chgData name="Димитър Минчев" userId="6da192e4-d32c-454b-8615-bbadf07b6639" providerId="ADAL" clId="{D7FC6680-A7C5-43B9-9EA0-C7AB69FA25FE}" dt="2023-02-21T23:47:24.149" v="361" actId="1076"/>
          <ac:spMkLst>
            <pc:docMk/>
            <pc:sldMk cId="3644029038" sldId="52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9:02.734" v="390" actId="20577"/>
          <ac:spMkLst>
            <pc:docMk/>
            <pc:sldMk cId="3644029038" sldId="526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8:07.682" v="370" actId="207"/>
          <ac:spMkLst>
            <pc:docMk/>
            <pc:sldMk cId="3644029038" sldId="526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8:07.682" v="370" actId="207"/>
          <ac:spMkLst>
            <pc:docMk/>
            <pc:sldMk cId="3644029038" sldId="526"/>
            <ac:spMk id="9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8:53.363" v="387" actId="1076"/>
          <ac:spMkLst>
            <pc:docMk/>
            <pc:sldMk cId="3644029038" sldId="526"/>
            <ac:spMk id="10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8:51.314" v="386" actId="1076"/>
          <ac:spMkLst>
            <pc:docMk/>
            <pc:sldMk cId="3644029038" sldId="526"/>
            <ac:spMk id="11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47:55.988" v="367" actId="478"/>
          <ac:spMkLst>
            <pc:docMk/>
            <pc:sldMk cId="3644029038" sldId="526"/>
            <ac:spMk id="12" creationId="{82D7D73E-EFC4-452D-B45F-205067C6F920}"/>
          </ac:spMkLst>
        </pc:spChg>
        <pc:spChg chg="mod">
          <ac:chgData name="Димитър Минчев" userId="6da192e4-d32c-454b-8615-bbadf07b6639" providerId="ADAL" clId="{D7FC6680-A7C5-43B9-9EA0-C7AB69FA25FE}" dt="2023-02-21T23:49:08.233" v="391" actId="1076"/>
          <ac:spMkLst>
            <pc:docMk/>
            <pc:sldMk cId="3644029038" sldId="526"/>
            <ac:spMk id="13" creationId="{00000000-0000-0000-0000-000000000000}"/>
          </ac:spMkLst>
        </pc:spChg>
      </pc:sldChg>
      <pc:sldChg chg="delSp modSp add mod">
        <pc:chgData name="Димитър Минчев" userId="6da192e4-d32c-454b-8615-bbadf07b6639" providerId="ADAL" clId="{D7FC6680-A7C5-43B9-9EA0-C7AB69FA25FE}" dt="2023-02-21T23:49:40.289" v="398" actId="478"/>
        <pc:sldMkLst>
          <pc:docMk/>
          <pc:sldMk cId="3048088726" sldId="527"/>
        </pc:sldMkLst>
        <pc:spChg chg="mod">
          <ac:chgData name="Димитър Минчев" userId="6da192e4-d32c-454b-8615-bbadf07b6639" providerId="ADAL" clId="{D7FC6680-A7C5-43B9-9EA0-C7AB69FA25FE}" dt="2023-02-21T23:49:20.417" v="392" actId="2711"/>
          <ac:spMkLst>
            <pc:docMk/>
            <pc:sldMk cId="3048088726" sldId="52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9:22.976" v="393" actId="20577"/>
          <ac:spMkLst>
            <pc:docMk/>
            <pc:sldMk cId="3048088726" sldId="527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9:38.451" v="397" actId="207"/>
          <ac:spMkLst>
            <pc:docMk/>
            <pc:sldMk cId="3048088726" sldId="527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9:38.451" v="397" actId="207"/>
          <ac:spMkLst>
            <pc:docMk/>
            <pc:sldMk cId="3048088726" sldId="527"/>
            <ac:spMk id="9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9:38.451" v="397" actId="207"/>
          <ac:spMkLst>
            <pc:docMk/>
            <pc:sldMk cId="3048088726" sldId="527"/>
            <ac:spMk id="25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9:38.451" v="397" actId="207"/>
          <ac:spMkLst>
            <pc:docMk/>
            <pc:sldMk cId="3048088726" sldId="527"/>
            <ac:spMk id="26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49:40.289" v="398" actId="478"/>
          <ac:spMkLst>
            <pc:docMk/>
            <pc:sldMk cId="3048088726" sldId="527"/>
            <ac:spMk id="40" creationId="{5D6F64B0-8FBE-44DD-A35C-FDC0527DC18A}"/>
          </ac:spMkLst>
        </pc:spChg>
        <pc:picChg chg="mod">
          <ac:chgData name="Димитър Минчев" userId="6da192e4-d32c-454b-8615-bbadf07b6639" providerId="ADAL" clId="{D7FC6680-A7C5-43B9-9EA0-C7AB69FA25FE}" dt="2023-02-21T23:49:28.506" v="394" actId="1076"/>
          <ac:picMkLst>
            <pc:docMk/>
            <pc:sldMk cId="3048088726" sldId="527"/>
            <ac:picMk id="31" creationId="{00000000-0000-0000-0000-000000000000}"/>
          </ac:picMkLst>
        </pc:picChg>
        <pc:picChg chg="mod">
          <ac:chgData name="Димитър Минчев" userId="6da192e4-d32c-454b-8615-bbadf07b6639" providerId="ADAL" clId="{D7FC6680-A7C5-43B9-9EA0-C7AB69FA25FE}" dt="2023-02-21T23:49:28.506" v="394" actId="1076"/>
          <ac:picMkLst>
            <pc:docMk/>
            <pc:sldMk cId="3048088726" sldId="527"/>
            <ac:picMk id="32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D7FC6680-A7C5-43B9-9EA0-C7AB69FA25FE}" dt="2023-02-21T23:49:59.427" v="404" actId="478"/>
        <pc:sldMkLst>
          <pc:docMk/>
          <pc:sldMk cId="4123455093" sldId="528"/>
        </pc:sldMkLst>
        <pc:spChg chg="mod">
          <ac:chgData name="Димитър Минчев" userId="6da192e4-d32c-454b-8615-bbadf07b6639" providerId="ADAL" clId="{D7FC6680-A7C5-43B9-9EA0-C7AB69FA25FE}" dt="2023-02-21T23:49:55.002" v="402" actId="2711"/>
          <ac:spMkLst>
            <pc:docMk/>
            <pc:sldMk cId="4123455093" sldId="52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49:58.008" v="403" actId="1076"/>
          <ac:spMkLst>
            <pc:docMk/>
            <pc:sldMk cId="4123455093" sldId="52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49:59.427" v="404" actId="478"/>
          <ac:spMkLst>
            <pc:docMk/>
            <pc:sldMk cId="4123455093" sldId="528"/>
            <ac:spMk id="5" creationId="{AEDA41ED-9D26-4B51-8D5C-AEFA1D25AE20}"/>
          </ac:spMkLst>
        </pc:spChg>
      </pc:sldChg>
      <pc:sldChg chg="addSp delSp modSp add mod">
        <pc:chgData name="Димитър Минчев" userId="6da192e4-d32c-454b-8615-bbadf07b6639" providerId="ADAL" clId="{D7FC6680-A7C5-43B9-9EA0-C7AB69FA25FE}" dt="2023-02-21T23:54:48.466" v="456" actId="20577"/>
        <pc:sldMkLst>
          <pc:docMk/>
          <pc:sldMk cId="355041634" sldId="529"/>
        </pc:sldMkLst>
        <pc:spChg chg="mod">
          <ac:chgData name="Димитър Минчев" userId="6da192e4-d32c-454b-8615-bbadf07b6639" providerId="ADAL" clId="{D7FC6680-A7C5-43B9-9EA0-C7AB69FA25FE}" dt="2023-02-21T23:54:48.466" v="456" actId="20577"/>
          <ac:spMkLst>
            <pc:docMk/>
            <pc:sldMk cId="355041634" sldId="529"/>
            <ac:spMk id="2" creationId="{00000000-0000-0000-0000-000000000000}"/>
          </ac:spMkLst>
        </pc:spChg>
        <pc:spChg chg="add mod">
          <ac:chgData name="Димитър Минчев" userId="6da192e4-d32c-454b-8615-bbadf07b6639" providerId="ADAL" clId="{D7FC6680-A7C5-43B9-9EA0-C7AB69FA25FE}" dt="2023-02-21T23:54:00.639" v="406"/>
          <ac:spMkLst>
            <pc:docMk/>
            <pc:sldMk cId="355041634" sldId="529"/>
            <ac:spMk id="3" creationId="{19A6A982-6801-F03E-9F0B-A973FABD199A}"/>
          </ac:spMkLst>
        </pc:spChg>
        <pc:spChg chg="mod">
          <ac:chgData name="Димитър Минчев" userId="6da192e4-d32c-454b-8615-bbadf07b6639" providerId="ADAL" clId="{D7FC6680-A7C5-43B9-9EA0-C7AB69FA25FE}" dt="2023-02-21T23:54:35.259" v="443" actId="207"/>
          <ac:spMkLst>
            <pc:docMk/>
            <pc:sldMk cId="355041634" sldId="529"/>
            <ac:spMk id="5" creationId="{00000000-0000-0000-0000-000000000000}"/>
          </ac:spMkLst>
        </pc:spChg>
        <pc:spChg chg="del">
          <ac:chgData name="Димитър Минчев" userId="6da192e4-d32c-454b-8615-bbadf07b6639" providerId="ADAL" clId="{D7FC6680-A7C5-43B9-9EA0-C7AB69FA25FE}" dt="2023-02-21T23:53:59.502" v="405" actId="478"/>
          <ac:spMkLst>
            <pc:docMk/>
            <pc:sldMk cId="355041634" sldId="529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33:05.976" v="3"/>
          <ac:spMkLst>
            <pc:docMk/>
            <pc:sldMk cId="355041634" sldId="529"/>
            <ac:spMk id="8" creationId="{59C89B4E-9DB5-4EE4-9AD8-7733E1867BDC}"/>
          </ac:spMkLst>
        </pc:spChg>
        <pc:picChg chg="mod">
          <ac:chgData name="Димитър Минчев" userId="6da192e4-d32c-454b-8615-bbadf07b6639" providerId="ADAL" clId="{D7FC6680-A7C5-43B9-9EA0-C7AB69FA25FE}" dt="2023-02-21T23:54:03.959" v="407" actId="1076"/>
          <ac:picMkLst>
            <pc:docMk/>
            <pc:sldMk cId="355041634" sldId="529"/>
            <ac:picMk id="7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D7FC6680-A7C5-43B9-9EA0-C7AB69FA25FE}" dt="2023-02-21T23:55:10.979" v="465" actId="478"/>
        <pc:sldMkLst>
          <pc:docMk/>
          <pc:sldMk cId="3848659699" sldId="530"/>
        </pc:sldMkLst>
        <pc:spChg chg="del">
          <ac:chgData name="Димитър Минчев" userId="6da192e4-d32c-454b-8615-bbadf07b6639" providerId="ADAL" clId="{D7FC6680-A7C5-43B9-9EA0-C7AB69FA25FE}" dt="2023-02-21T23:54:55.481" v="457" actId="478"/>
          <ac:spMkLst>
            <pc:docMk/>
            <pc:sldMk cId="3848659699" sldId="530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D7FC6680-A7C5-43B9-9EA0-C7AB69FA25FE}" dt="2023-02-21T23:54:56.627" v="458" actId="478"/>
          <ac:spMkLst>
            <pc:docMk/>
            <pc:sldMk cId="3848659699" sldId="530"/>
            <ac:spMk id="4" creationId="{1648011F-B86E-F11C-1170-19CBF0F3E676}"/>
          </ac:spMkLst>
        </pc:spChg>
        <pc:spChg chg="mod">
          <ac:chgData name="Димитър Минчев" userId="6da192e4-d32c-454b-8615-bbadf07b6639" providerId="ADAL" clId="{D7FC6680-A7C5-43B9-9EA0-C7AB69FA25FE}" dt="2023-02-21T23:55:08.816" v="464" actId="207"/>
          <ac:spMkLst>
            <pc:docMk/>
            <pc:sldMk cId="3848659699" sldId="530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55:10.979" v="465" actId="478"/>
          <ac:spMkLst>
            <pc:docMk/>
            <pc:sldMk cId="3848659699" sldId="530"/>
            <ac:spMk id="6" creationId="{C61FA322-9478-4D7A-B262-A38742CC1DB4}"/>
          </ac:spMkLst>
        </pc:spChg>
        <pc:spChg chg="add mod">
          <ac:chgData name="Димитър Минчев" userId="6da192e4-d32c-454b-8615-bbadf07b6639" providerId="ADAL" clId="{D7FC6680-A7C5-43B9-9EA0-C7AB69FA25FE}" dt="2023-02-21T23:54:59.631" v="460" actId="20577"/>
          <ac:spMkLst>
            <pc:docMk/>
            <pc:sldMk cId="3848659699" sldId="530"/>
            <ac:spMk id="7" creationId="{215DC054-A93F-A7C1-19BC-98EAA5EB3D00}"/>
          </ac:spMkLst>
        </pc:spChg>
        <pc:picChg chg="mod">
          <ac:chgData name="Димитър Минчев" userId="6da192e4-d32c-454b-8615-bbadf07b6639" providerId="ADAL" clId="{D7FC6680-A7C5-43B9-9EA0-C7AB69FA25FE}" dt="2023-02-21T23:55:01.894" v="461" actId="1076"/>
          <ac:picMkLst>
            <pc:docMk/>
            <pc:sldMk cId="3848659699" sldId="530"/>
            <ac:picMk id="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D7FC6680-A7C5-43B9-9EA0-C7AB69FA25FE}" dt="2023-02-21T23:56:09.643" v="507" actId="207"/>
        <pc:sldMkLst>
          <pc:docMk/>
          <pc:sldMk cId="3716200837" sldId="531"/>
        </pc:sldMkLst>
        <pc:spChg chg="add mod">
          <ac:chgData name="Димитър Минчев" userId="6da192e4-d32c-454b-8615-bbadf07b6639" providerId="ADAL" clId="{D7FC6680-A7C5-43B9-9EA0-C7AB69FA25FE}" dt="2023-02-21T23:55:25.080" v="467"/>
          <ac:spMkLst>
            <pc:docMk/>
            <pc:sldMk cId="3716200837" sldId="531"/>
            <ac:spMk id="2" creationId="{9F6E7BE0-B24E-8DD1-9E4C-50AFB0C71581}"/>
          </ac:spMkLst>
        </pc:spChg>
        <pc:spChg chg="mod">
          <ac:chgData name="Димитър Минчев" userId="6da192e4-d32c-454b-8615-bbadf07b6639" providerId="ADAL" clId="{D7FC6680-A7C5-43B9-9EA0-C7AB69FA25FE}" dt="2023-02-21T23:55:50.926" v="500" actId="404"/>
          <ac:spMkLst>
            <pc:docMk/>
            <pc:sldMk cId="3716200837" sldId="53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56:09.643" v="507" actId="207"/>
          <ac:spMkLst>
            <pc:docMk/>
            <pc:sldMk cId="3716200837" sldId="531"/>
            <ac:spMk id="5" creationId="{00000000-0000-0000-0000-000000000000}"/>
          </ac:spMkLst>
        </pc:spChg>
        <pc:spChg chg="del">
          <ac:chgData name="Димитър Минчев" userId="6da192e4-d32c-454b-8615-bbadf07b6639" providerId="ADAL" clId="{D7FC6680-A7C5-43B9-9EA0-C7AB69FA25FE}" dt="2023-02-21T23:55:24.073" v="466" actId="478"/>
          <ac:spMkLst>
            <pc:docMk/>
            <pc:sldMk cId="3716200837" sldId="531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56:02.254" v="503" actId="478"/>
          <ac:spMkLst>
            <pc:docMk/>
            <pc:sldMk cId="3716200837" sldId="531"/>
            <ac:spMk id="7" creationId="{ECA870B2-E33D-4063-8E03-4CC6BAAB0A5F}"/>
          </ac:spMkLst>
        </pc:spChg>
        <pc:picChg chg="mod">
          <ac:chgData name="Димитър Минчев" userId="6da192e4-d32c-454b-8615-bbadf07b6639" providerId="ADAL" clId="{D7FC6680-A7C5-43B9-9EA0-C7AB69FA25FE}" dt="2023-02-21T23:56:03.423" v="504" actId="1076"/>
          <ac:picMkLst>
            <pc:docMk/>
            <pc:sldMk cId="3716200837" sldId="531"/>
            <ac:picMk id="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D7FC6680-A7C5-43B9-9EA0-C7AB69FA25FE}" dt="2023-02-21T23:56:30.093" v="517" actId="478"/>
        <pc:sldMkLst>
          <pc:docMk/>
          <pc:sldMk cId="3399941011" sldId="532"/>
        </pc:sldMkLst>
        <pc:spChg chg="del mod">
          <ac:chgData name="Димитър Минчев" userId="6da192e4-d32c-454b-8615-bbadf07b6639" providerId="ADAL" clId="{D7FC6680-A7C5-43B9-9EA0-C7AB69FA25FE}" dt="2023-02-21T23:56:13.580" v="508" actId="478"/>
          <ac:spMkLst>
            <pc:docMk/>
            <pc:sldMk cId="3399941011" sldId="532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D7FC6680-A7C5-43B9-9EA0-C7AB69FA25FE}" dt="2023-02-21T23:56:14.541" v="509" actId="478"/>
          <ac:spMkLst>
            <pc:docMk/>
            <pc:sldMk cId="3399941011" sldId="532"/>
            <ac:spMk id="4" creationId="{06495938-5EBF-A113-D694-FC54C98EE8D4}"/>
          </ac:spMkLst>
        </pc:spChg>
        <pc:spChg chg="mod">
          <ac:chgData name="Димитър Минчев" userId="6da192e4-d32c-454b-8615-bbadf07b6639" providerId="ADAL" clId="{D7FC6680-A7C5-43B9-9EA0-C7AB69FA25FE}" dt="2023-02-21T23:56:27.320" v="516"/>
          <ac:spMkLst>
            <pc:docMk/>
            <pc:sldMk cId="3399941011" sldId="532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56:30.093" v="517" actId="478"/>
          <ac:spMkLst>
            <pc:docMk/>
            <pc:sldMk cId="3399941011" sldId="532"/>
            <ac:spMk id="6" creationId="{C6256220-595B-480B-856C-E3E7D928595B}"/>
          </ac:spMkLst>
        </pc:spChg>
        <pc:spChg chg="add mod">
          <ac:chgData name="Димитър Минчев" userId="6da192e4-d32c-454b-8615-bbadf07b6639" providerId="ADAL" clId="{D7FC6680-A7C5-43B9-9EA0-C7AB69FA25FE}" dt="2023-02-21T23:56:17.753" v="511" actId="20577"/>
          <ac:spMkLst>
            <pc:docMk/>
            <pc:sldMk cId="3399941011" sldId="532"/>
            <ac:spMk id="8" creationId="{42A2EB61-718B-0994-0A0A-737AF9A0554C}"/>
          </ac:spMkLst>
        </pc:spChg>
        <pc:picChg chg="mod">
          <ac:chgData name="Димитър Минчев" userId="6da192e4-d32c-454b-8615-bbadf07b6639" providerId="ADAL" clId="{D7FC6680-A7C5-43B9-9EA0-C7AB69FA25FE}" dt="2023-02-21T23:56:18.925" v="512" actId="1076"/>
          <ac:picMkLst>
            <pc:docMk/>
            <pc:sldMk cId="3399941011" sldId="532"/>
            <ac:picMk id="7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D7FC6680-A7C5-43B9-9EA0-C7AB69FA25FE}" dt="2023-02-21T23:56:55.692" v="525" actId="478"/>
        <pc:sldMkLst>
          <pc:docMk/>
          <pc:sldMk cId="1844073996" sldId="533"/>
        </pc:sldMkLst>
        <pc:spChg chg="mod">
          <ac:chgData name="Димитър Минчев" userId="6da192e4-d32c-454b-8615-bbadf07b6639" providerId="ADAL" clId="{D7FC6680-A7C5-43B9-9EA0-C7AB69FA25FE}" dt="2023-02-21T23:56:53.973" v="524" actId="14100"/>
          <ac:spMkLst>
            <pc:docMk/>
            <pc:sldMk cId="1844073996" sldId="53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56:46.201" v="522" actId="27636"/>
          <ac:spMkLst>
            <pc:docMk/>
            <pc:sldMk cId="1844073996" sldId="533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56:55.692" v="525" actId="478"/>
          <ac:spMkLst>
            <pc:docMk/>
            <pc:sldMk cId="1844073996" sldId="533"/>
            <ac:spMk id="5" creationId="{A8F78490-A1F4-43A5-8468-36CE1B822741}"/>
          </ac:spMkLst>
        </pc:spChg>
      </pc:sldChg>
      <pc:sldChg chg="delSp modSp add mod">
        <pc:chgData name="Димитър Минчев" userId="6da192e4-d32c-454b-8615-bbadf07b6639" providerId="ADAL" clId="{D7FC6680-A7C5-43B9-9EA0-C7AB69FA25FE}" dt="2023-02-21T23:57:22.460" v="538" actId="478"/>
        <pc:sldMkLst>
          <pc:docMk/>
          <pc:sldMk cId="2597826907" sldId="534"/>
        </pc:sldMkLst>
        <pc:spChg chg="mod">
          <ac:chgData name="Димитър Минчев" userId="6da192e4-d32c-454b-8615-bbadf07b6639" providerId="ADAL" clId="{D7FC6680-A7C5-43B9-9EA0-C7AB69FA25FE}" dt="2023-02-21T23:57:13.576" v="533" actId="14100"/>
          <ac:spMkLst>
            <pc:docMk/>
            <pc:sldMk cId="2597826907" sldId="53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57:20.777" v="537" actId="207"/>
          <ac:spMkLst>
            <pc:docMk/>
            <pc:sldMk cId="2597826907" sldId="534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57:22.460" v="538" actId="478"/>
          <ac:spMkLst>
            <pc:docMk/>
            <pc:sldMk cId="2597826907" sldId="534"/>
            <ac:spMk id="6" creationId="{6110E54E-E0C2-489B-A8E1-3188BC9BFF70}"/>
          </ac:spMkLst>
        </pc:spChg>
        <pc:picChg chg="mod">
          <ac:chgData name="Димитър Минчев" userId="6da192e4-d32c-454b-8615-bbadf07b6639" providerId="ADAL" clId="{D7FC6680-A7C5-43B9-9EA0-C7AB69FA25FE}" dt="2023-02-21T23:57:15.495" v="534" actId="1076"/>
          <ac:picMkLst>
            <pc:docMk/>
            <pc:sldMk cId="2597826907" sldId="534"/>
            <ac:picMk id="7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D7FC6680-A7C5-43B9-9EA0-C7AB69FA25FE}" dt="2023-02-21T23:57:52.192" v="549" actId="478"/>
        <pc:sldMkLst>
          <pc:docMk/>
          <pc:sldMk cId="3459018266" sldId="535"/>
        </pc:sldMkLst>
        <pc:spChg chg="mod">
          <ac:chgData name="Димитър Минчев" userId="6da192e4-d32c-454b-8615-bbadf07b6639" providerId="ADAL" clId="{D7FC6680-A7C5-43B9-9EA0-C7AB69FA25FE}" dt="2023-02-21T23:57:35.498" v="544" actId="404"/>
          <ac:spMkLst>
            <pc:docMk/>
            <pc:sldMk cId="3459018266" sldId="53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57:50.212" v="548" actId="207"/>
          <ac:spMkLst>
            <pc:docMk/>
            <pc:sldMk cId="3459018266" sldId="535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57:52.192" v="549" actId="478"/>
          <ac:spMkLst>
            <pc:docMk/>
            <pc:sldMk cId="3459018266" sldId="535"/>
            <ac:spMk id="6" creationId="{7B284454-6467-46E9-A05D-7B0CB25CF41F}"/>
          </ac:spMkLst>
        </pc:spChg>
        <pc:picChg chg="mod">
          <ac:chgData name="Димитър Минчев" userId="6da192e4-d32c-454b-8615-bbadf07b6639" providerId="ADAL" clId="{D7FC6680-A7C5-43B9-9EA0-C7AB69FA25FE}" dt="2023-02-21T23:57:37.847" v="545" actId="1076"/>
          <ac:picMkLst>
            <pc:docMk/>
            <pc:sldMk cId="3459018266" sldId="535"/>
            <ac:picMk id="7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D7FC6680-A7C5-43B9-9EA0-C7AB69FA25FE}" dt="2023-02-21T23:58:23.954" v="560" actId="478"/>
        <pc:sldMkLst>
          <pc:docMk/>
          <pc:sldMk cId="2096205664" sldId="536"/>
        </pc:sldMkLst>
        <pc:spChg chg="mod">
          <ac:chgData name="Димитър Минчев" userId="6da192e4-d32c-454b-8615-bbadf07b6639" providerId="ADAL" clId="{D7FC6680-A7C5-43B9-9EA0-C7AB69FA25FE}" dt="2023-02-21T23:58:04.851" v="552" actId="404"/>
          <ac:spMkLst>
            <pc:docMk/>
            <pc:sldMk cId="2096205664" sldId="53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58:11.750" v="554" actId="1076"/>
          <ac:spMkLst>
            <pc:docMk/>
            <pc:sldMk cId="2096205664" sldId="536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58:22.225" v="559" actId="207"/>
          <ac:spMkLst>
            <pc:docMk/>
            <pc:sldMk cId="2096205664" sldId="536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58:23.954" v="560" actId="478"/>
          <ac:spMkLst>
            <pc:docMk/>
            <pc:sldMk cId="2096205664" sldId="536"/>
            <ac:spMk id="7" creationId="{0642B378-B1D7-4F31-9B4E-195E7B512F81}"/>
          </ac:spMkLst>
        </pc:spChg>
        <pc:picChg chg="mod">
          <ac:chgData name="Димитър Минчев" userId="6da192e4-d32c-454b-8615-bbadf07b6639" providerId="ADAL" clId="{D7FC6680-A7C5-43B9-9EA0-C7AB69FA25FE}" dt="2023-02-21T23:58:15.863" v="556" actId="1076"/>
          <ac:picMkLst>
            <pc:docMk/>
            <pc:sldMk cId="2096205664" sldId="536"/>
            <ac:picMk id="8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D7FC6680-A7C5-43B9-9EA0-C7AB69FA25FE}" dt="2023-02-21T23:58:47.570" v="568" actId="207"/>
        <pc:sldMkLst>
          <pc:docMk/>
          <pc:sldMk cId="2968219098" sldId="538"/>
        </pc:sldMkLst>
        <pc:spChg chg="mod">
          <ac:chgData name="Димитър Минчев" userId="6da192e4-d32c-454b-8615-bbadf07b6639" providerId="ADAL" clId="{D7FC6680-A7C5-43B9-9EA0-C7AB69FA25FE}" dt="2023-02-21T23:58:44.749" v="566" actId="2711"/>
          <ac:spMkLst>
            <pc:docMk/>
            <pc:sldMk cId="2968219098" sldId="53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D7FC6680-A7C5-43B9-9EA0-C7AB69FA25FE}" dt="2023-02-21T23:58:47.570" v="568" actId="207"/>
          <ac:spMkLst>
            <pc:docMk/>
            <pc:sldMk cId="2968219098" sldId="53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D7FC6680-A7C5-43B9-9EA0-C7AB69FA25FE}" dt="2023-02-21T23:58:29.313" v="562" actId="478"/>
          <ac:spMkLst>
            <pc:docMk/>
            <pc:sldMk cId="2968219098" sldId="538"/>
            <ac:spMk id="6" creationId="{80882F55-31C2-4107-BADE-50236F669DB4}"/>
          </ac:spMkLst>
        </pc:spChg>
        <pc:picChg chg="del">
          <ac:chgData name="Димитър Минчев" userId="6da192e4-d32c-454b-8615-bbadf07b6639" providerId="ADAL" clId="{D7FC6680-A7C5-43B9-9EA0-C7AB69FA25FE}" dt="2023-02-21T23:58:28.464" v="561" actId="478"/>
          <ac:picMkLst>
            <pc:docMk/>
            <pc:sldMk cId="2968219098" sldId="538"/>
            <ac:picMk id="5" creationId="{00000000-0000-0000-0000-000000000000}"/>
          </ac:picMkLst>
        </pc:picChg>
      </pc:sldChg>
      <pc:sldChg chg="modSp mod">
        <pc:chgData name="Димитър Минчев" userId="6da192e4-d32c-454b-8615-bbadf07b6639" providerId="ADAL" clId="{D7FC6680-A7C5-43B9-9EA0-C7AB69FA25FE}" dt="2023-02-21T23:32:53.418" v="2"/>
        <pc:sldMkLst>
          <pc:docMk/>
          <pc:sldMk cId="2385751420" sldId="571"/>
        </pc:sldMkLst>
        <pc:spChg chg="mod">
          <ac:chgData name="Димитър Минчев" userId="6da192e4-d32c-454b-8615-bbadf07b6639" providerId="ADAL" clId="{D7FC6680-A7C5-43B9-9EA0-C7AB69FA25FE}" dt="2023-02-21T23:32:53.418" v="2"/>
          <ac:spMkLst>
            <pc:docMk/>
            <pc:sldMk cId="2385751420" sldId="57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CD0B7D9-2156-4458-BEB2-C8F79D1D79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9044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Използване на условни команди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Правилна организация </a:t>
            </a:r>
            <a:br>
              <a:rPr lang="ru-RU" dirty="0">
                <a:latin typeface="Comfortaa" pitchFamily="2" charset="0"/>
              </a:rPr>
            </a:br>
            <a:r>
              <a:rPr lang="ru-RU" dirty="0">
                <a:latin typeface="Comfortaa" pitchFamily="2" charset="0"/>
              </a:rPr>
              <a:t>на реда на изпълнението</a:t>
            </a: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Използване на условни команди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Използване на цикли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Други структури на реда на изпълнение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Винаги ползвайте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{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}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за тялото на условната команда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bg-BG" sz="2400" dirty="0">
                <a:latin typeface="Comfortaa" pitchFamily="2" charset="0"/>
              </a:rPr>
              <a:t>дори когато е само на един ред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3000"/>
              </a:spcBef>
            </a:pPr>
            <a:r>
              <a:rPr lang="bg-BG" sz="2400" dirty="0">
                <a:latin typeface="Comfortaa" pitchFamily="2" charset="0"/>
              </a:rPr>
              <a:t>Пропускането на скобите може да навреди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3000"/>
              </a:spcBef>
            </a:pP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3000"/>
              </a:spcBef>
            </a:pPr>
            <a:r>
              <a:rPr lang="bg-BG" sz="2000" dirty="0">
                <a:latin typeface="Comfortaa" pitchFamily="2" charset="0"/>
              </a:rPr>
              <a:t>Това е подвеждащ код </a:t>
            </a:r>
            <a:r>
              <a:rPr lang="en-US" sz="2000" dirty="0">
                <a:latin typeface="Comfortaa" pitchFamily="2" charset="0"/>
              </a:rPr>
              <a:t>+ </a:t>
            </a:r>
            <a:r>
              <a:rPr lang="bg-BG" sz="2000" dirty="0">
                <a:latin typeface="Comfortaa" pitchFamily="2" charset="0"/>
              </a:rPr>
              <a:t>подвеждащо форматиране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8055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Използване на условни команди</a:t>
            </a:r>
            <a:r>
              <a:rPr lang="en-US" sz="4000" dirty="0">
                <a:latin typeface="Comfortaa" pitchFamily="2" charset="0"/>
              </a:rPr>
              <a:t> [1/5]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74377" y="2498476"/>
            <a:ext cx="9667795" cy="132343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(condition)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DoSometing();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74376" y="4337719"/>
            <a:ext cx="9667795" cy="132343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(condition)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DoSomething();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DoAnotherThing();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DoDifferentThing();</a:t>
            </a:r>
          </a:p>
        </p:txBody>
      </p:sp>
      <p:pic>
        <p:nvPicPr>
          <p:cNvPr id="9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00332" y="2708335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61522" y="4565202"/>
            <a:ext cx="792549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487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690687"/>
            <a:ext cx="10515600" cy="5030791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Винаги слагайте обичайното </a:t>
            </a:r>
            <a:r>
              <a:rPr lang="en-US" sz="3200" dirty="0">
                <a:latin typeface="Comfortaa" pitchFamily="2" charset="0"/>
              </a:rPr>
              <a:t>(</a:t>
            </a:r>
            <a:r>
              <a:rPr lang="bg-BG" sz="3200" dirty="0">
                <a:latin typeface="Comfortaa" pitchFamily="2" charset="0"/>
              </a:rPr>
              <a:t>очакваното</a:t>
            </a:r>
            <a:r>
              <a:rPr lang="en-US" sz="3200" dirty="0">
                <a:latin typeface="Comfortaa" pitchFamily="2" charset="0"/>
              </a:rPr>
              <a:t>) </a:t>
            </a:r>
            <a:r>
              <a:rPr lang="bg-BG" sz="3200" dirty="0">
                <a:latin typeface="Comfortaa" pitchFamily="2" charset="0"/>
              </a:rPr>
              <a:t>условие първо след </a:t>
            </a:r>
            <a:r>
              <a:rPr lang="en-US" sz="3200" b="1" dirty="0">
                <a:latin typeface="Comfortaa" pitchFamily="2" charset="0"/>
                <a:cs typeface="Consolas" pitchFamily="49" charset="0"/>
              </a:rPr>
              <a:t>if</a:t>
            </a:r>
            <a:r>
              <a:rPr lang="en-US" sz="3200" dirty="0">
                <a:latin typeface="Comfortaa" pitchFamily="2" charset="0"/>
              </a:rPr>
              <a:t>-</a:t>
            </a:r>
            <a:r>
              <a:rPr lang="bg-BG" sz="3200" dirty="0">
                <a:latin typeface="Comfortaa" pitchFamily="2" charset="0"/>
              </a:rPr>
              <a:t>частта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Comfortaa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200" dirty="0">
              <a:latin typeface="Comfortaa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Започнете от най-често срещаните случаи</a:t>
            </a:r>
            <a:r>
              <a:rPr lang="en-US" sz="3200" dirty="0">
                <a:latin typeface="Comfortaa" pitchFamily="2" charset="0"/>
              </a:rPr>
              <a:t>,  </a:t>
            </a:r>
            <a:r>
              <a:rPr lang="bg-BG" sz="3200" dirty="0">
                <a:latin typeface="Comfortaa" pitchFamily="2" charset="0"/>
              </a:rPr>
              <a:t>после продължете към по-малко вероятните</a:t>
            </a:r>
            <a:endParaRPr lang="en-US" sz="32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114314" y="2817921"/>
            <a:ext cx="5314521" cy="25853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response = GetHttpWebResponse();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(response.Code == Code.OK)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...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else if (response.Code == Code.NotFound)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...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65956" y="2817921"/>
            <a:ext cx="4807331" cy="25853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response = GetHttpWebResponse();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(response.Code == Code.NotFound)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...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else if (response.Code == Code.OK)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...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37418" y="4637938"/>
            <a:ext cx="685800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89334" y="4616586"/>
            <a:ext cx="707152" cy="707152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1637AB4-E6E7-109F-BE0F-14268B41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4"/>
            <a:ext cx="10758055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Използване на условни команди</a:t>
            </a:r>
            <a:r>
              <a:rPr lang="en-US" sz="4000" dirty="0">
                <a:latin typeface="Comfortaa" pitchFamily="2" charset="0"/>
              </a:rPr>
              <a:t> [2/5]</a:t>
            </a:r>
          </a:p>
        </p:txBody>
      </p:sp>
    </p:spTree>
    <p:extLst>
      <p:ext uri="{BB962C8B-B14F-4D97-AF65-F5344CB8AC3E}">
        <p14:creationId xmlns:p14="http://schemas.microsoft.com/office/powerpoint/2010/main" val="180597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70988"/>
            <a:ext cx="10515600" cy="447039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Избягвайте сравненията с </a:t>
            </a:r>
            <a:r>
              <a:rPr lang="en-US" sz="24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true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или </a:t>
            </a:r>
            <a:r>
              <a:rPr lang="en-US" sz="24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false</a:t>
            </a:r>
            <a:r>
              <a:rPr lang="en-US" sz="2400" noProof="1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4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Винаги мислете и за </a:t>
            </a:r>
            <a:r>
              <a:rPr lang="en-US" sz="2400" noProof="1">
                <a:latin typeface="Comfortaa" pitchFamily="2" charset="0"/>
              </a:rPr>
              <a:t>else </a:t>
            </a:r>
            <a:r>
              <a:rPr lang="bg-BG" sz="2400" noProof="1">
                <a:latin typeface="Comfortaa" pitchFamily="2" charset="0"/>
              </a:rPr>
              <a:t>частта</a:t>
            </a:r>
            <a:endParaRPr lang="en-US" sz="2400" noProof="1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bg-BG" sz="2000" noProof="1">
                <a:latin typeface="Comfortaa" pitchFamily="2" charset="0"/>
              </a:rPr>
              <a:t>Ако трябва, обяснете защо не е необходима</a:t>
            </a:r>
            <a:endParaRPr lang="en-US" sz="2000" noProof="1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418534" y="2228671"/>
            <a:ext cx="4672383" cy="120032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(HasErrors)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...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35136" y="2209801"/>
            <a:ext cx="4672383" cy="120032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(HasErrors == true)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...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990601" y="4321076"/>
            <a:ext cx="10055781" cy="230832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(parserState != States.Finished)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</a:t>
            </a:r>
            <a:r>
              <a:rPr lang="bg-BG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…</a:t>
            </a:r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else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Ignore all content once the parser has finished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87349" y="5116345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23019" y="2424443"/>
            <a:ext cx="685800" cy="685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40122" y="2424443"/>
            <a:ext cx="707152" cy="707152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CF5740-5E66-3319-7D22-5B8625B05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8055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Използване на условни команди</a:t>
            </a:r>
            <a:r>
              <a:rPr lang="en-US" sz="4000" dirty="0">
                <a:latin typeface="Comfortaa" pitchFamily="2" charset="0"/>
              </a:rPr>
              <a:t> [3/5]</a:t>
            </a:r>
          </a:p>
        </p:txBody>
      </p:sp>
    </p:spTree>
    <p:extLst>
      <p:ext uri="{BB962C8B-B14F-4D97-AF65-F5344CB8AC3E}">
        <p14:creationId xmlns:p14="http://schemas.microsoft.com/office/powerpoint/2010/main" val="151226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544" y="1439677"/>
            <a:ext cx="10808709" cy="496706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Избягвайте двойното отрицание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  <a:buNone/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bg-BG" sz="2000" dirty="0">
                <a:latin typeface="Comfortaa" pitchFamily="2" charset="0"/>
              </a:rPr>
              <a:t>Пишете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if</a:t>
            </a:r>
            <a:r>
              <a:rPr lang="en-US" sz="2000" dirty="0">
                <a:latin typeface="Comfortaa" pitchFamily="2" charset="0"/>
              </a:rPr>
              <a:t>-</a:t>
            </a:r>
            <a:r>
              <a:rPr lang="bg-BG" sz="2000" dirty="0">
                <a:latin typeface="Comfortaa" pitchFamily="2" charset="0"/>
              </a:rPr>
              <a:t>частта със смислена команда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bg-BG" sz="2000" dirty="0">
                <a:latin typeface="Comfortaa" pitchFamily="2" charset="0"/>
              </a:rPr>
              <a:t>Използвайте смислени булеви изрази, звучащи като изречение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17226" y="1894318"/>
            <a:ext cx="4729065" cy="132343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(HasErrors)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DoSometing();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74687" y="1894318"/>
            <a:ext cx="4977104" cy="132343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(!HasNoError)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DoSomething();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217226" y="3842751"/>
            <a:ext cx="4729065" cy="193899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(HasErrors)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DoSometing();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bg-BG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074686" y="3842751"/>
            <a:ext cx="4977104" cy="193899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(!HasError)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else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DoSometing(); </a:t>
            </a:r>
            <a:b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10" name="Picture 9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65443" y="2187948"/>
            <a:ext cx="749860" cy="74986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65443" y="4446229"/>
            <a:ext cx="749860" cy="74986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71294" y="2187948"/>
            <a:ext cx="752564" cy="752564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74228" y="4428686"/>
            <a:ext cx="749860" cy="74986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3EB3D78-403A-75F7-87DD-DA188494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8055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Използване на условни команди</a:t>
            </a:r>
            <a:r>
              <a:rPr lang="en-US" sz="4000" dirty="0">
                <a:latin typeface="Comfortaa" pitchFamily="2" charset="0"/>
              </a:rPr>
              <a:t> [4/5]</a:t>
            </a:r>
          </a:p>
        </p:txBody>
      </p:sp>
    </p:spTree>
    <p:extLst>
      <p:ext uri="{BB962C8B-B14F-4D97-AF65-F5344CB8AC3E}">
        <p14:creationId xmlns:p14="http://schemas.microsoft.com/office/powerpoint/2010/main" val="3843566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601" y="1439677"/>
            <a:ext cx="10766795" cy="770123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Внимавайте за </a:t>
            </a:r>
            <a:r>
              <a:rPr lang="en-US" dirty="0">
                <a:latin typeface="Comfortaa" pitchFamily="2" charset="0"/>
              </a:rPr>
              <a:t>copy/paste </a:t>
            </a:r>
            <a:r>
              <a:rPr lang="bg-BG" dirty="0">
                <a:latin typeface="Comfortaa" pitchFamily="2" charset="0"/>
              </a:rPr>
              <a:t>проблеми в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effectLst/>
                <a:latin typeface="Comfortaa" pitchFamily="2" charset="0"/>
                <a:cs typeface="Consolas" pitchFamily="49" charset="0"/>
              </a:rPr>
              <a:t>if-else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телата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  <a:buNone/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86006" y="2110839"/>
            <a:ext cx="4977104" cy="415498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Person p = null;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(SomeCondition)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 = GetSomePerson();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else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 = GetOtherPerson();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endParaRPr lang="en-US" sz="2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p.SendMail();</a:t>
            </a:r>
          </a:p>
          <a:p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p.SendSms();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02609" y="2110839"/>
            <a:ext cx="5035054" cy="415498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(SomeCondition)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var p = GetSomePerson();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p.SendMail();</a:t>
            </a:r>
          </a:p>
          <a:p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p.SendSms();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else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var p = GetOtherPerson();</a:t>
            </a:r>
          </a:p>
          <a:p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p.SendMail();</a:t>
            </a:r>
          </a:p>
          <a:p>
            <a:r>
              <a:rPr lang="en-US" sz="2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p.SendSms();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22987" y="3747654"/>
            <a:ext cx="800010" cy="7620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18753" y="3690752"/>
            <a:ext cx="800009" cy="6858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FF8DA4D-93FE-06B3-0A4C-DDD17B29B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8055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Използване на условни команди</a:t>
            </a:r>
            <a:r>
              <a:rPr lang="en-US" sz="4000" dirty="0">
                <a:latin typeface="Comfortaa" pitchFamily="2" charset="0"/>
              </a:rPr>
              <a:t> [5/5]</a:t>
            </a:r>
          </a:p>
        </p:txBody>
      </p:sp>
    </p:spTree>
    <p:extLst>
      <p:ext uri="{BB962C8B-B14F-4D97-AF65-F5344CB8AC3E}">
        <p14:creationId xmlns:p14="http://schemas.microsoft.com/office/powerpoint/2010/main" val="171264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ползвайте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сложни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if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-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условия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Винаги може да ги опростите чрез булеви променливи или булеви методи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 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Сложните булеви изрази могат да навредят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Как ще намерите проблема, ако получите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IndexOutOfRangeException</a:t>
            </a:r>
            <a:r>
              <a:rPr lang="en-US" dirty="0">
                <a:latin typeface="Comfortaa" pitchFamily="2" charset="0"/>
              </a:rPr>
              <a:t>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Използвайте прости условия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55834" y="3429000"/>
            <a:ext cx="9446654" cy="132343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(x &gt; 0 &amp;&amp; y &gt; 0 &amp;&amp; x &lt; Width-1 &amp;&amp; y &lt; Height-1 &amp;&amp;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matrix[x, y] == 0 &amp;&amp; matrix[x-1, y] == 0 &amp;&amp;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matrix[x+1, y] == 0 &amp;&amp; matrix[x, y-1] == 0 &amp;&amp;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matrix[x, y+1] == 0 &amp;&amp; !visited[x, y]) …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88187" y="3709719"/>
            <a:ext cx="800010" cy="7620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328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585863" cy="466725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Последният пример може лесно да се промени в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самоописателен </a:t>
            </a:r>
            <a:r>
              <a:rPr lang="bg-BG" sz="2400" dirty="0">
                <a:latin typeface="Comfortaa" pitchFamily="2" charset="0"/>
              </a:rPr>
              <a:t>код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 lvl="0"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Сега кодът е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Лесен за четене </a:t>
            </a:r>
            <a:r>
              <a:rPr lang="en-US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логиката на условието е ясна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Лесен за </a:t>
            </a:r>
            <a:r>
              <a:rPr lang="bg-BG" dirty="0" err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дебъгване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–</a:t>
            </a:r>
            <a:r>
              <a:rPr lang="bg-BG" dirty="0">
                <a:latin typeface="Comfortaa" pitchFamily="2" charset="0"/>
              </a:rPr>
              <a:t> на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if</a:t>
            </a:r>
            <a:r>
              <a:rPr lang="bg-BG" dirty="0">
                <a:latin typeface="Comfortaa" pitchFamily="2" charset="0"/>
              </a:rPr>
              <a:t>-частта може да се сложи точка за прекъсване</a:t>
            </a:r>
            <a:r>
              <a:rPr lang="en-US" dirty="0">
                <a:latin typeface="Comfortaa" pitchFamily="2" charset="0"/>
              </a:rPr>
              <a:t> 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85862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Опростяване на булеви условия</a:t>
            </a:r>
            <a:r>
              <a:rPr lang="en-US" sz="4000" dirty="0">
                <a:latin typeface="Comfortaa" pitchFamily="2" charset="0"/>
              </a:rPr>
              <a:t> [1/3]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50477" y="2284751"/>
            <a:ext cx="9961306" cy="27238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bool inRange = x &gt; 0 &amp;&amp; y &gt; 0 &amp;&amp; x &lt; Width-1 &amp;&amp; y &lt; Height-1;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(inRange)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bool emptyCellAndNeighbours =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matrix[x, y] == 0 &amp;&amp; matrix[x-1, y] == 0 &amp;&amp;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matrix[x+1, y] == 0 &amp;&amp; matrix[x, y-1] == 0 &amp;&amp;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matrix[x, y+1] == 0;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(emptyCellAndNeighbours &amp;&amp; !visited[x, y]) …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9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46771" y="3240312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484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38200" y="1373233"/>
            <a:ext cx="9142004" cy="493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Използвайте обектно-ориентиран подход</a:t>
            </a:r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79806" y="1867048"/>
            <a:ext cx="10432388" cy="465990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bIns="180000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Maze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Cell CurrentCell { get; set;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IList&lt;Cell&gt; VisitedCells { get;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IList&lt;Cell&gt; NeighbourCells { get;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Size Size { get;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bool IsCurrentCellInRange()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this.Size.Contains(this.CurrentCell);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bool IsCurrentCellVisited()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this.VisitedCells.Contains(this.CurrentCell);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329" y="6204724"/>
            <a:ext cx="3813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400" i="1" dirty="0">
                <a:solidFill>
                  <a:schemeClr val="bg1"/>
                </a:solidFill>
                <a:latin typeface="Comfortaa" pitchFamily="2" charset="0"/>
              </a:rPr>
              <a:t>Продължава на следващият слайд ...</a:t>
            </a:r>
            <a:endParaRPr lang="en-US" sz="1400" i="1" dirty="0">
              <a:solidFill>
                <a:schemeClr val="bg1"/>
              </a:solidFill>
              <a:latin typeface="Comfortaa" pitchFamily="2" charset="0"/>
            </a:endParaRPr>
          </a:p>
        </p:txBody>
      </p:sp>
      <p:pic>
        <p:nvPicPr>
          <p:cNvPr id="9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46416" y="3588946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5C8A9F0-4528-A274-5B66-5C410280B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85862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Опростяване на булеви условия</a:t>
            </a:r>
            <a:r>
              <a:rPr lang="en-US" sz="4000" dirty="0">
                <a:latin typeface="Comfortaa" pitchFamily="2" charset="0"/>
              </a:rPr>
              <a:t> [</a:t>
            </a:r>
            <a:r>
              <a:rPr lang="bg-BG" sz="4000" dirty="0">
                <a:latin typeface="Comfortaa" pitchFamily="2" charset="0"/>
              </a:rPr>
              <a:t>2</a:t>
            </a:r>
            <a:r>
              <a:rPr lang="en-US" sz="4000" dirty="0">
                <a:latin typeface="Comfortaa" pitchFamily="2" charset="0"/>
              </a:rPr>
              <a:t>/3]</a:t>
            </a:r>
          </a:p>
        </p:txBody>
      </p:sp>
    </p:spTree>
    <p:extLst>
      <p:ext uri="{BB962C8B-B14F-4D97-AF65-F5344CB8AC3E}">
        <p14:creationId xmlns:p14="http://schemas.microsoft.com/office/powerpoint/2010/main" val="3274413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767938" y="5601978"/>
            <a:ext cx="10488838" cy="104820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bg-BG" sz="2400" dirty="0">
                <a:latin typeface="Comfortaa" pitchFamily="2" charset="0"/>
              </a:rPr>
              <a:t>Сега кодът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000" dirty="0">
                <a:latin typeface="Comfortaa" pitchFamily="2" charset="0"/>
              </a:rPr>
              <a:t>Отразява реалния сценарий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000" dirty="0">
                <a:latin typeface="Comfortaa" pitchFamily="2" charset="0"/>
              </a:rPr>
              <a:t>Остава близо до областта на проблема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94701" y="1585329"/>
            <a:ext cx="10462075" cy="384720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bool AreNeighbourCellsEmpty()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…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spcBef>
                <a:spcPts val="12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bool ShouldVisitCurrentCell()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this.IsCurrentCellInRange() &amp;&amp;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this.CurrentCell.IsEmpty() &amp;&amp;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this.AreNeighbourCellsEmpty() &amp;&amp;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!this.IsCurrentCellVisited()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21371" y="2953327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3E6218C-8A01-0833-9924-9A14E4DF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85862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Опростяване на булеви условия</a:t>
            </a:r>
            <a:r>
              <a:rPr lang="en-US" sz="4000" dirty="0">
                <a:latin typeface="Comfortaa" pitchFamily="2" charset="0"/>
              </a:rPr>
              <a:t> [</a:t>
            </a:r>
            <a:r>
              <a:rPr lang="bg-BG" sz="4000" dirty="0">
                <a:latin typeface="Comfortaa" pitchFamily="2" charset="0"/>
              </a:rPr>
              <a:t>3</a:t>
            </a:r>
            <a:r>
              <a:rPr lang="en-US" sz="4000" dirty="0">
                <a:latin typeface="Comfortaa" pitchFamily="2" charset="0"/>
              </a:rPr>
              <a:t>/3]</a:t>
            </a:r>
          </a:p>
        </p:txBody>
      </p:sp>
    </p:spTree>
    <p:extLst>
      <p:ext uri="{BB962C8B-B14F-4D97-AF65-F5344CB8AC3E}">
        <p14:creationId xmlns:p14="http://schemas.microsoft.com/office/powerpoint/2010/main" val="2469637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11015" y="1981201"/>
            <a:ext cx="10766795" cy="424731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table = new Hashtable();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table.Add("A", new AWorker());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table.Add("B", new BWorker());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table.Add("C", new CWorker());</a:t>
            </a:r>
          </a:p>
          <a:p>
            <a:endParaRPr lang="en-US" sz="1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 key = GetWorkerKey();</a:t>
            </a:r>
          </a:p>
          <a:p>
            <a:endParaRPr lang="en-US" sz="11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worker = table[key];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(worker != null)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...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worker.Work();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...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711015" y="135061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Понякога за простота може да ползвате 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таблица за решения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15" y="238832"/>
            <a:ext cx="10744485" cy="116236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200" dirty="0">
                <a:latin typeface="Comfortaa" pitchFamily="2" charset="0"/>
              </a:rPr>
              <a:t>Използвайте таблица на решенията </a:t>
            </a:r>
            <a:br>
              <a:rPr lang="ru-RU" sz="3200" dirty="0">
                <a:latin typeface="Comfortaa" pitchFamily="2" charset="0"/>
              </a:rPr>
            </a:br>
            <a:r>
              <a:rPr lang="ru-RU" sz="3200" dirty="0">
                <a:latin typeface="Comfortaa" pitchFamily="2" charset="0"/>
              </a:rPr>
              <a:t>(Decision Table)</a:t>
            </a:r>
            <a:endParaRPr lang="en-US" sz="3200" dirty="0">
              <a:latin typeface="Comfortaa" pitchFamily="2" charset="0"/>
            </a:endParaRP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12215" y="3647659"/>
            <a:ext cx="914400" cy="9144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320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78" y="131319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Започването с 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положителен израз </a:t>
            </a:r>
            <a:r>
              <a:rPr lang="bg-BG" sz="2000" dirty="0">
                <a:latin typeface="Comfortaa" pitchFamily="2" charset="0"/>
              </a:rPr>
              <a:t>подобрява четливостта</a:t>
            </a:r>
          </a:p>
          <a:p>
            <a:pPr>
              <a:lnSpc>
                <a:spcPct val="100000"/>
              </a:lnSpc>
            </a:pPr>
            <a:endParaRPr lang="bg-BG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  <a:buNone/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bg-BG" sz="2000" dirty="0">
                <a:latin typeface="Comfortaa" pitchFamily="2" charset="0"/>
              </a:rPr>
              <a:t>Ползвайте законите на </a:t>
            </a:r>
            <a:r>
              <a:rPr lang="bg-BG" sz="2000" dirty="0" err="1">
                <a:latin typeface="Comfortaa" pitchFamily="2" charset="0"/>
              </a:rPr>
              <a:t>ДеМорган</a:t>
            </a:r>
            <a:r>
              <a:rPr lang="bg-BG" sz="2000" dirty="0">
                <a:latin typeface="Comfortaa" pitchFamily="2" charset="0"/>
              </a:rPr>
              <a:t> за отрицателни проверки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7100"/>
          </a:xfrm>
        </p:spPr>
        <p:txBody>
          <a:bodyPr/>
          <a:lstStyle/>
          <a:p>
            <a:r>
              <a:rPr lang="bg-BG" sz="3600" dirty="0">
                <a:latin typeface="Comfortaa" pitchFamily="2" charset="0"/>
              </a:rPr>
              <a:t>Положителни булеви изрази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8" y="1905001"/>
            <a:ext cx="4434718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(IsValid)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DoSometing();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else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DoSometingElse();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381885" y="1905001"/>
            <a:ext cx="4638660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(!IsValid)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DoSometingElse();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else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DoSomething();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471845" y="5464475"/>
            <a:ext cx="4410694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(!(IsValid &amp;&amp; IsVisible))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14178" y="5473431"/>
            <a:ext cx="4410694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(!IsValid || !IsVisible)</a:t>
            </a:r>
          </a:p>
        </p:txBody>
      </p:sp>
      <p:sp>
        <p:nvSpPr>
          <p:cNvPr id="12" name="Equal 11"/>
          <p:cNvSpPr/>
          <p:nvPr/>
        </p:nvSpPr>
        <p:spPr>
          <a:xfrm>
            <a:off x="5279115" y="5356098"/>
            <a:ext cx="1138487" cy="616864"/>
          </a:xfrm>
          <a:prstGeom prst="mathEqual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3" name="Picture 12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27727" y="2795791"/>
            <a:ext cx="772964" cy="772964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02831" y="2644894"/>
            <a:ext cx="772964" cy="772964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895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38200" y="201563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Избягвайте сложни булеви условия без скоби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Употребата на скоби подобрява четливостта и подсигурява верността на изчислението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Твърде много скоби обаче също трябва да се избягват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В такива случаи обмислете отделни булеви методи или променливи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5131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Опростете със скоби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43001" y="2538569"/>
            <a:ext cx="9331035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(a &lt; b &amp;&amp; b &lt; c || c == d)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179188" y="3857374"/>
            <a:ext cx="9331035" cy="4308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((a &lt; b &amp;&amp; b &lt; c) || c == d)</a:t>
            </a:r>
          </a:p>
        </p:txBody>
      </p:sp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64196" y="2433951"/>
            <a:ext cx="640122" cy="640122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92751" y="3701628"/>
            <a:ext cx="640122" cy="640122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5809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64475" y="1516988"/>
            <a:ext cx="11376009" cy="484225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В повечето езици изразите се пресмята отляво надясно</a:t>
            </a:r>
            <a:endParaRPr lang="en-US" sz="3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Спира се пресмятането веднага щом булевата операция е с ясна стойност</a:t>
            </a:r>
            <a:endParaRPr lang="en-US" sz="28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bg-BG" sz="28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sz="28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sz="2800" dirty="0">
              <a:latin typeface="Comfortaa" pitchFamily="2" charset="0"/>
            </a:endParaRPr>
          </a:p>
          <a:p>
            <a:pPr marL="377887" lvl="1" indent="0">
              <a:lnSpc>
                <a:spcPct val="100000"/>
              </a:lnSpc>
              <a:buNone/>
            </a:pPr>
            <a:endParaRPr lang="en-US" sz="28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Някои езици не следват това </a:t>
            </a:r>
            <a:r>
              <a:rPr lang="en-US" sz="2800" dirty="0">
                <a:latin typeface="Comfortaa" pitchFamily="2" charset="0"/>
              </a:rPr>
              <a:t>„</a:t>
            </a:r>
            <a:r>
              <a:rPr lang="bg-BG" sz="2800" dirty="0">
                <a:latin typeface="Comfortaa" pitchFamily="2" charset="0"/>
              </a:rPr>
              <a:t>правило за бързо пресмятане</a:t>
            </a:r>
            <a:r>
              <a:rPr lang="en-US" sz="2800" dirty="0">
                <a:latin typeface="Comfortaa" pitchFamily="2" charset="0"/>
              </a:rPr>
              <a:t>"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Удобно е при проверка за </a:t>
            </a:r>
            <a:r>
              <a:rPr lang="en-US" sz="3200" b="1" noProof="1">
                <a:latin typeface="Comfortaa" pitchFamily="2" charset="0"/>
                <a:cs typeface="Consolas" pitchFamily="49" charset="0"/>
              </a:rPr>
              <a:t>null</a:t>
            </a:r>
          </a:p>
          <a:p>
            <a:pPr>
              <a:lnSpc>
                <a:spcPct val="100000"/>
              </a:lnSpc>
            </a:pPr>
            <a:endParaRPr lang="en-US" sz="3200" b="1" noProof="1"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endParaRPr lang="en-US" sz="3200" b="1" noProof="1"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3200" dirty="0">
                <a:latin typeface="Comfortaa" pitchFamily="2" charset="0"/>
              </a:rPr>
              <a:t>TODO: </a:t>
            </a:r>
            <a:r>
              <a:rPr lang="bg-BG" sz="3200" dirty="0">
                <a:latin typeface="Comfortaa" pitchFamily="2" charset="0"/>
              </a:rPr>
              <a:t>проверете дали индекса е в дадения обхват преди проверката на стойността му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200" b="1" dirty="0">
                <a:latin typeface="Comfortaa" pitchFamily="2" charset="0"/>
              </a:rPr>
              <a:t>НЕ </a:t>
            </a:r>
            <a:r>
              <a:rPr lang="bg-BG" sz="3200" dirty="0">
                <a:latin typeface="Comfortaa" pitchFamily="2" charset="0"/>
              </a:rPr>
              <a:t>извиквайте методи в </a:t>
            </a:r>
            <a:r>
              <a:rPr lang="en-US" sz="3200" dirty="0">
                <a:latin typeface="Comfortaa" pitchFamily="2" charset="0"/>
              </a:rPr>
              <a:t>if-</a:t>
            </a:r>
            <a:r>
              <a:rPr lang="bg-BG" sz="3200" dirty="0">
                <a:latin typeface="Comfortaa" pitchFamily="2" charset="0"/>
              </a:rPr>
              <a:t>условие или инициализация на цикъл </a:t>
            </a:r>
            <a:r>
              <a:rPr lang="en-US" sz="3200" dirty="0">
                <a:latin typeface="Comfortaa" pitchFamily="2" charset="0"/>
              </a:rPr>
              <a:t>for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476" y="598481"/>
            <a:ext cx="11275222" cy="918505"/>
          </a:xfrm>
        </p:spPr>
        <p:txBody>
          <a:bodyPr>
            <a:noAutofit/>
          </a:bodyPr>
          <a:lstStyle/>
          <a:p>
            <a:r>
              <a:rPr lang="bg-BG" sz="3600" dirty="0">
                <a:latin typeface="Comfortaa" pitchFamily="2" charset="0"/>
              </a:rPr>
              <a:t>Пресмятане на булевите изрази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211997" y="2470291"/>
            <a:ext cx="7313295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(FalseCondition </a:t>
            </a:r>
            <a:r>
              <a:rPr lang="en-US" sz="2000" b="1" strike="sngStrike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&amp;&amp; OtherCondition</a:t>
            </a:r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211997" y="3028890"/>
            <a:ext cx="7313295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(TrueCondition </a:t>
            </a:r>
            <a:r>
              <a:rPr lang="en-US" sz="2000" b="1" strike="sngStrike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|| OtherCondition</a:t>
            </a:r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6869" y="2968017"/>
            <a:ext cx="152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= </a:t>
            </a:r>
            <a:r>
              <a:rPr lang="en-US" sz="2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6869" y="2408736"/>
            <a:ext cx="1422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= </a:t>
            </a:r>
            <a:r>
              <a:rPr lang="en-US" sz="24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165132" y="4537398"/>
            <a:ext cx="7313295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(list != null &amp;&amp; list.Count &gt; 0) …</a:t>
            </a:r>
          </a:p>
        </p:txBody>
      </p:sp>
    </p:spTree>
    <p:extLst>
      <p:ext uri="{BB962C8B-B14F-4D97-AF65-F5344CB8AC3E}">
        <p14:creationId xmlns:p14="http://schemas.microsoft.com/office/powerpoint/2010/main" val="3644029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Пишете числовите булеви изрази така, както стоят на числовата ос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 даден интервал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bg-BG" dirty="0">
                <a:latin typeface="Comfortaa" pitchFamily="2" charset="0"/>
              </a:rPr>
              <a:t>Извън даден интервал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Числови изрази като операнди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271256" y="3329812"/>
            <a:ext cx="4266089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(x &gt; a &amp;&amp; b &gt; x)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271254" y="3920302"/>
            <a:ext cx="4266090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(a &lt; x &amp;&amp; x &lt; b)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6299148" y="3637746"/>
            <a:ext cx="436766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>
            <a:off x="7111737" y="3180546"/>
            <a:ext cx="2336191" cy="838200"/>
          </a:xfrm>
          <a:prstGeom prst="arc">
            <a:avLst>
              <a:gd name="adj1" fmla="val 10706394"/>
              <a:gd name="adj2" fmla="val 136472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6908589" y="3617892"/>
            <a:ext cx="50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780" y="3637746"/>
            <a:ext cx="50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cxnSp>
        <p:nvCxnSpPr>
          <p:cNvPr id="21" name="Straight Connector 20"/>
          <p:cNvCxnSpPr/>
          <p:nvPr/>
        </p:nvCxnSpPr>
        <p:spPr>
          <a:xfrm rot="5400000">
            <a:off x="8013171" y="3599646"/>
            <a:ext cx="22860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24324" y="3617892"/>
            <a:ext cx="50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1322045" y="5131915"/>
            <a:ext cx="4266089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(a &gt; x || x &gt; b)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1322045" y="5722405"/>
            <a:ext cx="4266089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(x &lt; a || b &lt; x)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299148" y="5638800"/>
            <a:ext cx="436766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8" name="Arc 27"/>
          <p:cNvSpPr/>
          <p:nvPr/>
        </p:nvSpPr>
        <p:spPr>
          <a:xfrm>
            <a:off x="9447928" y="5181600"/>
            <a:ext cx="2031471" cy="838200"/>
          </a:xfrm>
          <a:prstGeom prst="arc">
            <a:avLst>
              <a:gd name="adj1" fmla="val 10646144"/>
              <a:gd name="adj2" fmla="val 16474144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6908589" y="5638800"/>
            <a:ext cx="50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780" y="5638800"/>
            <a:ext cx="50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33" name="Arc 32"/>
          <p:cNvSpPr/>
          <p:nvPr/>
        </p:nvSpPr>
        <p:spPr>
          <a:xfrm>
            <a:off x="5080266" y="5181600"/>
            <a:ext cx="2031471" cy="838200"/>
          </a:xfrm>
          <a:prstGeom prst="arc">
            <a:avLst>
              <a:gd name="adj1" fmla="val 16146515"/>
              <a:gd name="adj2" fmla="val 92752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6286421" y="5600700"/>
            <a:ext cx="22860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197574" y="5638800"/>
            <a:ext cx="50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cxnSp>
        <p:nvCxnSpPr>
          <p:cNvPr id="36" name="Straight Connector 35"/>
          <p:cNvCxnSpPr/>
          <p:nvPr/>
        </p:nvCxnSpPr>
        <p:spPr>
          <a:xfrm rot="5400000">
            <a:off x="10044642" y="5600700"/>
            <a:ext cx="22860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955795" y="5638800"/>
            <a:ext cx="50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pic>
        <p:nvPicPr>
          <p:cNvPr id="31" name="Picture 30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02211" y="3197266"/>
            <a:ext cx="571210" cy="57121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04794" y="3818741"/>
            <a:ext cx="571210" cy="57121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0" y="4979515"/>
            <a:ext cx="571210" cy="57121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1" y="5600990"/>
            <a:ext cx="571210" cy="57121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088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49745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Многократното влагане на условни команди и цикли прави кода неясен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Повече от </a:t>
            </a:r>
            <a:r>
              <a:rPr lang="en-US" dirty="0">
                <a:latin typeface="Comfortaa" pitchFamily="2" charset="0"/>
              </a:rPr>
              <a:t>2-3 </a:t>
            </a:r>
            <a:r>
              <a:rPr lang="bg-BG" dirty="0">
                <a:latin typeface="Comfortaa" pitchFamily="2" charset="0"/>
              </a:rPr>
              <a:t>нива е твърде много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Многократно вложения код е сложен и труден за четене и разбиране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Обикновено може да преместите части от кода в отделни методи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Това опростява логиката на кода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Добрите имена на методи правят кода </a:t>
            </a:r>
            <a:r>
              <a:rPr lang="bg-BG" dirty="0" err="1">
                <a:latin typeface="Comfortaa" pitchFamily="2" charset="0"/>
              </a:rPr>
              <a:t>самоописателен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5428" y="556917"/>
            <a:ext cx="9957060" cy="111078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Избягвайте многократното влагане на блокове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455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7" y="1066801"/>
            <a:ext cx="10462075" cy="541423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(maxElem != Int32.MaxValue)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(arr[i] &lt; arr[i + 1])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(arr[i + 1] &lt; arr[i + 2])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if (arr[i + 2] &lt; arr[i + 3])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{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maxElem = arr[i + 3];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}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else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{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maxElem = arr[i + 2];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}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else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if (arr[i + 1] &lt; arr[i + 3])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{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maxElem = arr[i + 3];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}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else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{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maxElem = arr[i + 1];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}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pPr>
              <a:lnSpc>
                <a:spcPct val="80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4379"/>
            <a:ext cx="10438052" cy="912423"/>
          </a:xfrm>
        </p:spPr>
        <p:txBody>
          <a:bodyPr>
            <a:normAutofit fontScale="90000"/>
          </a:bodyPr>
          <a:lstStyle/>
          <a:p>
            <a:r>
              <a:rPr lang="bg-BG" sz="4000" dirty="0">
                <a:latin typeface="Comfortaa" pitchFamily="2" charset="0"/>
              </a:rPr>
              <a:t>Пример за многократно влагане </a:t>
            </a:r>
            <a:r>
              <a:rPr lang="en-US" sz="4000" dirty="0">
                <a:latin typeface="Comfortaa" pitchFamily="2" charset="0"/>
              </a:rPr>
              <a:t>[</a:t>
            </a:r>
            <a:r>
              <a:rPr lang="bg-BG" sz="4000" dirty="0">
                <a:latin typeface="Comfortaa" pitchFamily="2" charset="0"/>
              </a:rPr>
              <a:t>1/2</a:t>
            </a:r>
            <a:r>
              <a:rPr lang="en-US" sz="4000" dirty="0">
                <a:latin typeface="Comfortaa" pitchFamily="2" charset="0"/>
              </a:rPr>
              <a:t>]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81211" y="2983451"/>
            <a:ext cx="1030409" cy="103040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59C89B4E-9DB5-4EE4-9AD8-7733E1867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A6A982-6801-F03E-9F0B-A973FABD199A}"/>
              </a:ext>
            </a:extLst>
          </p:cNvPr>
          <p:cNvSpPr txBox="1"/>
          <p:nvPr/>
        </p:nvSpPr>
        <p:spPr>
          <a:xfrm>
            <a:off x="7498329" y="6204724"/>
            <a:ext cx="3813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400" i="1" dirty="0">
                <a:solidFill>
                  <a:schemeClr val="bg1"/>
                </a:solidFill>
                <a:latin typeface="Comfortaa" pitchFamily="2" charset="0"/>
              </a:rPr>
              <a:t>Продължава на следващият слайд ...</a:t>
            </a:r>
            <a:endParaRPr lang="en-US" sz="1400" i="1" dirty="0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41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7" y="1052040"/>
            <a:ext cx="10462075" cy="557736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else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(arr[i] &lt; arr[i + 2])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if (arr[i + 2] &lt; arr[i + 3])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{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maxElem = arr[i + 3];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}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else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{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maxElem = arr[i + 2];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}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else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if (arr[i] &lt; arr[i + 3])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{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maxElem = arr[i + 3];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}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else</a:t>
            </a:r>
          </a:p>
          <a:p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{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maxElem = arr[i];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}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ct val="750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45585" y="3168509"/>
            <a:ext cx="1030409" cy="103040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15DC054-A93F-A7C1-19BC-98EAA5EB3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379"/>
            <a:ext cx="10438052" cy="912423"/>
          </a:xfrm>
        </p:spPr>
        <p:txBody>
          <a:bodyPr>
            <a:normAutofit fontScale="90000"/>
          </a:bodyPr>
          <a:lstStyle/>
          <a:p>
            <a:r>
              <a:rPr lang="bg-BG" sz="4000" dirty="0">
                <a:latin typeface="Comfortaa" pitchFamily="2" charset="0"/>
              </a:rPr>
              <a:t>Пример за многократно влагане </a:t>
            </a:r>
            <a:r>
              <a:rPr lang="en-US" sz="4000" dirty="0">
                <a:latin typeface="Comfortaa" pitchFamily="2" charset="0"/>
              </a:rPr>
              <a:t>[2</a:t>
            </a:r>
            <a:r>
              <a:rPr lang="bg-BG" sz="4000" dirty="0">
                <a:latin typeface="Comfortaa" pitchFamily="2" charset="0"/>
              </a:rPr>
              <a:t>/2</a:t>
            </a:r>
            <a:r>
              <a:rPr lang="en-US" sz="4000" dirty="0">
                <a:latin typeface="Comfortaa" pitchFamily="2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848659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7" y="990601"/>
            <a:ext cx="10462075" cy="55425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static int Max(int i, int j)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(i &lt; j)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j;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else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return i;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ts val="1700"/>
              </a:lnSpc>
            </a:pPr>
            <a:endParaRPr lang="en-US" sz="16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static int Max(int i, int j, int k)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(i &lt; j)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maxElem = Max(j, k);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maxElem;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else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maxElem = Max(i, k);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maxElem;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ts val="1700"/>
              </a:lnSpc>
            </a:pPr>
            <a:r>
              <a:rPr lang="en-US" sz="1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08323" y="3164777"/>
            <a:ext cx="990600" cy="9906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14177" y="214018"/>
            <a:ext cx="10843982" cy="684054"/>
          </a:xfrm>
        </p:spPr>
        <p:txBody>
          <a:bodyPr>
            <a:noAutofit/>
          </a:bodyPr>
          <a:lstStyle/>
          <a:p>
            <a:r>
              <a:rPr lang="bg-BG" sz="3200" dirty="0">
                <a:latin typeface="Comfortaa" pitchFamily="2" charset="0"/>
              </a:rPr>
              <a:t>Пример за избягване на многократно </a:t>
            </a:r>
            <a:r>
              <a:rPr lang="en-US" sz="3200" dirty="0">
                <a:latin typeface="Comfortaa" pitchFamily="2" charset="0"/>
              </a:rPr>
              <a:t>[</a:t>
            </a:r>
            <a:r>
              <a:rPr lang="bg-BG" sz="3200" dirty="0">
                <a:latin typeface="Comfortaa" pitchFamily="2" charset="0"/>
              </a:rPr>
              <a:t>1/2</a:t>
            </a:r>
            <a:r>
              <a:rPr lang="en-US" sz="3200" dirty="0">
                <a:latin typeface="Comfortaa" pitchFamily="2" charset="0"/>
              </a:rPr>
              <a:t>]</a:t>
            </a:r>
            <a:endParaRPr lang="bg-BG" sz="3200" dirty="0">
              <a:latin typeface="Comforta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6E7BE0-B24E-8DD1-9E4C-50AFB0C71581}"/>
              </a:ext>
            </a:extLst>
          </p:cNvPr>
          <p:cNvSpPr txBox="1"/>
          <p:nvPr/>
        </p:nvSpPr>
        <p:spPr>
          <a:xfrm>
            <a:off x="7498329" y="6204724"/>
            <a:ext cx="3813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400" i="1" dirty="0">
                <a:solidFill>
                  <a:schemeClr val="bg1"/>
                </a:solidFill>
                <a:latin typeface="Comfortaa" pitchFamily="2" charset="0"/>
              </a:rPr>
              <a:t>Продължава на следващият слайд ...</a:t>
            </a:r>
            <a:endParaRPr lang="en-US" sz="1400" i="1" dirty="0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200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7" y="1143000"/>
            <a:ext cx="10462075" cy="530696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static int FindMax(int[] arr, int i)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(arr[i] &lt; arr[i + 1])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maxElem = Max(arr[i + 1], arr[i + 2], arr[i + 3]);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maxElem;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else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maxElem = Max(arr[i], arr[i + 2], arr[i + 3]);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maxElem;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ts val="2400"/>
              </a:lnSpc>
            </a:pPr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(maxElem != Int32.MaxValue) {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maxElem = FindMax(arr, i);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69335" y="3216237"/>
            <a:ext cx="990600" cy="9906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42A2EB61-718B-0994-0A0A-737AF9A05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77" y="214018"/>
            <a:ext cx="10843982" cy="684054"/>
          </a:xfrm>
        </p:spPr>
        <p:txBody>
          <a:bodyPr>
            <a:noAutofit/>
          </a:bodyPr>
          <a:lstStyle/>
          <a:p>
            <a:r>
              <a:rPr lang="bg-BG" sz="3200" dirty="0">
                <a:latin typeface="Comfortaa" pitchFamily="2" charset="0"/>
              </a:rPr>
              <a:t>Пример за избягване на многократно </a:t>
            </a:r>
            <a:r>
              <a:rPr lang="en-US" sz="3200" dirty="0">
                <a:latin typeface="Comfortaa" pitchFamily="2" charset="0"/>
              </a:rPr>
              <a:t>[2</a:t>
            </a:r>
            <a:r>
              <a:rPr lang="bg-BG" sz="3200" dirty="0">
                <a:latin typeface="Comfortaa" pitchFamily="2" charset="0"/>
              </a:rPr>
              <a:t>/2</a:t>
            </a:r>
            <a:r>
              <a:rPr lang="en-US" sz="3200" dirty="0">
                <a:latin typeface="Comfortaa" pitchFamily="2" charset="0"/>
              </a:rPr>
              <a:t>]</a:t>
            </a:r>
            <a:endParaRPr lang="bg-BG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41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Изберете най-ефективната </a:t>
            </a:r>
            <a:r>
              <a:rPr lang="bg-BG" sz="3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подредба </a:t>
            </a:r>
            <a:r>
              <a:rPr lang="bg-BG" sz="3000" dirty="0">
                <a:latin typeface="Comfortaa" pitchFamily="2" charset="0"/>
              </a:rPr>
              <a:t>на случаите</a:t>
            </a:r>
            <a:endParaRPr lang="en-US" sz="3000" dirty="0">
              <a:latin typeface="Comfortaa" pitchFamily="2" charset="0"/>
            </a:endParaRPr>
          </a:p>
          <a:p>
            <a:pPr lvl="1" eaLnBrk="1" hangingPunct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Сложете нормалният </a:t>
            </a:r>
            <a:r>
              <a:rPr lang="en-US" sz="2800" dirty="0">
                <a:latin typeface="Comfortaa" pitchFamily="2" charset="0"/>
              </a:rPr>
              <a:t>(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обичайният</a:t>
            </a:r>
            <a:r>
              <a:rPr lang="en-US" sz="2800" dirty="0">
                <a:latin typeface="Comfortaa" pitchFamily="2" charset="0"/>
              </a:rPr>
              <a:t>)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случай пръв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 eaLnBrk="1" hangingPunct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Подредете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случаите </a:t>
            </a:r>
            <a:r>
              <a:rPr lang="bg-BG" sz="2800" dirty="0">
                <a:latin typeface="Comfortaa" pitchFamily="2" charset="0"/>
              </a:rPr>
              <a:t>по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вероятност да са верни</a:t>
            </a:r>
            <a:endParaRPr lang="en-US" sz="2800" dirty="0">
              <a:latin typeface="Comfortaa" pitchFamily="2" charset="0"/>
            </a:endParaRPr>
          </a:p>
          <a:p>
            <a:pPr lvl="1" eaLnBrk="1" hangingPunct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Сложете най-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необичайният </a:t>
            </a:r>
            <a:r>
              <a:rPr lang="en-US" sz="2800" dirty="0">
                <a:latin typeface="Comfortaa" pitchFamily="2" charset="0"/>
              </a:rPr>
              <a:t>(</a:t>
            </a:r>
            <a:r>
              <a:rPr lang="bg-BG" sz="2800" dirty="0">
                <a:latin typeface="Comfortaa" pitchFamily="2" charset="0"/>
              </a:rPr>
              <a:t>извънреден</a:t>
            </a:r>
            <a:r>
              <a:rPr lang="en-US" sz="2800" dirty="0">
                <a:latin typeface="Comfortaa" pitchFamily="2" charset="0"/>
              </a:rPr>
              <a:t>) </a:t>
            </a:r>
            <a:r>
              <a:rPr lang="bg-BG" sz="2800" dirty="0">
                <a:latin typeface="Comfortaa" pitchFamily="2" charset="0"/>
              </a:rPr>
              <a:t>случай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последен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 eaLnBrk="1" hangingPunct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Подредете случаите по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азбучен ред </a:t>
            </a:r>
            <a:r>
              <a:rPr lang="bg-BG" sz="2800" dirty="0">
                <a:latin typeface="Comfortaa" pitchFamily="2" charset="0"/>
              </a:rPr>
              <a:t>или по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номера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eaLnBrk="1" hangingPunct="1"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Нека действията за всеки отделен случай да са </a:t>
            </a:r>
            <a:r>
              <a:rPr lang="bg-BG" sz="3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прости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 eaLnBrk="1" hangingPunct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Сложни логически изрази извадете в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отделни методи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eaLnBrk="1" hangingPunct="1"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За прихващане на грешки използвайте </a:t>
            </a:r>
            <a:r>
              <a:rPr lang="en-US" sz="3000" dirty="0">
                <a:latin typeface="Comfortaa" pitchFamily="2" charset="0"/>
              </a:rPr>
              <a:t>default</a:t>
            </a:r>
            <a:r>
              <a:rPr lang="bg-BG" sz="3000" dirty="0">
                <a:latin typeface="Comfortaa" pitchFamily="2" charset="0"/>
              </a:rPr>
              <a:t>-частта в командата 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case</a:t>
            </a:r>
            <a:r>
              <a:rPr lang="en-US" sz="3000" i="1" dirty="0">
                <a:solidFill>
                  <a:schemeClr val="tx2">
                    <a:lumMod val="90000"/>
                  </a:schemeClr>
                </a:solidFill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или последният 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else</a:t>
            </a:r>
            <a:r>
              <a:rPr lang="en-US" sz="3000" i="1" dirty="0">
                <a:solidFill>
                  <a:schemeClr val="tx2">
                    <a:lumMod val="90000"/>
                  </a:schemeClr>
                </a:solidFill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в 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if-else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поредицата</a:t>
            </a:r>
            <a:endParaRPr lang="en-US" sz="3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848" y="479728"/>
            <a:ext cx="9210303" cy="1110780"/>
          </a:xfrm>
        </p:spPr>
        <p:txBody>
          <a:bodyPr>
            <a:noAutofit/>
          </a:bodyPr>
          <a:lstStyle/>
          <a:p>
            <a:r>
              <a:rPr lang="ru-RU" sz="4000" dirty="0">
                <a:latin typeface="Comfortaa" pitchFamily="2" charset="0"/>
              </a:rPr>
              <a:t>Използване на команда за избор на вариант  (Case)</a:t>
            </a:r>
            <a:endParaRPr lang="en-US" sz="40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073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77" y="136521"/>
            <a:ext cx="10462075" cy="930280"/>
          </a:xfrm>
        </p:spPr>
        <p:txBody>
          <a:bodyPr>
            <a:noAutofit/>
          </a:bodyPr>
          <a:lstStyle/>
          <a:p>
            <a:r>
              <a:rPr lang="ru-RU" sz="3200" dirty="0">
                <a:latin typeface="Comfortaa" pitchFamily="2" charset="0"/>
              </a:rPr>
              <a:t>Невярна команда за избор на вариант (Case)</a:t>
            </a:r>
            <a:endParaRPr lang="en-US" sz="32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7" y="1066801"/>
            <a:ext cx="10462075" cy="54784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ProcessNextChar(char ch)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switch (parseState)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case InTag: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if (ch == "&gt;")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{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Console.WriteLine("Found tag: {0}", tag);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text = "";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parseState = ParseState.OutOfTag;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}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else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{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tag = tag + ch;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}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break;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case OutOfTag: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…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ts val="21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82966" y="3237016"/>
            <a:ext cx="1030409" cy="103040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826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403" y="260035"/>
            <a:ext cx="10461849" cy="957186"/>
          </a:xfrm>
        </p:spPr>
        <p:txBody>
          <a:bodyPr>
            <a:noAutofit/>
          </a:bodyPr>
          <a:lstStyle/>
          <a:p>
            <a:r>
              <a:rPr lang="ru-RU" sz="2800" dirty="0">
                <a:latin typeface="Comfortaa" pitchFamily="2" charset="0"/>
              </a:rPr>
              <a:t>Подобрена команда за избор на вариант (Case)</a:t>
            </a:r>
            <a:endParaRPr lang="en-US" sz="28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7" y="1307098"/>
            <a:ext cx="10462075" cy="509370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ProcessNextChar(char ch)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switch (parseState)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{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case InTag: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ProcessCharacterInTag(ch);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break;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case OutOfTag: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ProcessCharacterOutOfTag(ch);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break;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default: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throw new InvalidOperationException(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"Invalid parse state: " + parseState);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39203" y="3260253"/>
            <a:ext cx="990600" cy="99060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018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7485"/>
            <a:ext cx="9949748" cy="1277586"/>
          </a:xfrm>
        </p:spPr>
        <p:txBody>
          <a:bodyPr>
            <a:normAutofit/>
          </a:bodyPr>
          <a:lstStyle/>
          <a:p>
            <a:r>
              <a:rPr lang="bg-BG" sz="2000" dirty="0">
                <a:latin typeface="Comfortaa" pitchFamily="2" charset="0"/>
              </a:rPr>
              <a:t>Избягвайте </a:t>
            </a:r>
            <a:r>
              <a:rPr lang="bg-BG" sz="2000" noProof="1">
                <a:latin typeface="Comfortaa" pitchFamily="2" charset="0"/>
              </a:rPr>
              <a:t>пропадания</a:t>
            </a:r>
            <a:r>
              <a:rPr lang="en-US" sz="2000" noProof="1">
                <a:latin typeface="Comfortaa" pitchFamily="2" charset="0"/>
              </a:rPr>
              <a:t> </a:t>
            </a:r>
            <a:r>
              <a:rPr lang="bg-BG" sz="2000" noProof="1">
                <a:latin typeface="Comfortaa" pitchFamily="2" charset="0"/>
              </a:rPr>
              <a:t>(като в примера отдолу) и</a:t>
            </a:r>
            <a:r>
              <a:rPr lang="en-US" sz="2000" noProof="1">
                <a:latin typeface="Comfortaa" pitchFamily="2" charset="0"/>
              </a:rPr>
              <a:t> goto case</a:t>
            </a:r>
            <a:endParaRPr lang="en-US" sz="2000" dirty="0">
              <a:latin typeface="Comfortaa" pitchFamily="2" charset="0"/>
            </a:endParaRPr>
          </a:p>
          <a:p>
            <a:r>
              <a:rPr lang="bg-BG" sz="2000" dirty="0">
                <a:latin typeface="Comfortaa" pitchFamily="2" charset="0"/>
              </a:rPr>
              <a:t>Когато все пак ги ползвате, документирайте ги добре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Команда </a:t>
            </a:r>
            <a:r>
              <a:rPr lang="en-US" sz="3600" dirty="0">
                <a:latin typeface="Comfortaa" pitchFamily="2" charset="0"/>
              </a:rPr>
              <a:t>Case – </a:t>
            </a:r>
            <a:r>
              <a:rPr lang="bg-BG" sz="3600" dirty="0">
                <a:latin typeface="Comfortaa" pitchFamily="2" charset="0"/>
              </a:rPr>
              <a:t>най-добри практики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8200" y="2307114"/>
            <a:ext cx="10462075" cy="418576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switch (c)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case 1: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case 2: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DoSomething();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// FALLTHROUGH 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case 17: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DoSomethingElse();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break;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case 5: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case 43: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DoOtherThings();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break;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63619" y="4050476"/>
            <a:ext cx="914400" cy="914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205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2963" y="1768638"/>
            <a:ext cx="10549230" cy="4465907"/>
          </a:xfrm>
        </p:spPr>
        <p:txBody>
          <a:bodyPr>
            <a:normAutofit lnSpcReduction="10000"/>
          </a:bodyPr>
          <a:lstStyle/>
          <a:p>
            <a:r>
              <a:rPr lang="bg-BG" dirty="0">
                <a:latin typeface="Comfortaa" pitchFamily="2" charset="0"/>
              </a:rPr>
              <a:t>За прости 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if-else</a:t>
            </a:r>
            <a:r>
              <a:rPr lang="bg-BG" dirty="0">
                <a:latin typeface="Comfortaa" pitchFamily="2" charset="0"/>
              </a:rPr>
              <a:t> случаи внимавайте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за реда на 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if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else</a:t>
            </a:r>
            <a:r>
              <a:rPr lang="bg-BG" dirty="0">
                <a:latin typeface="Comfortaa" pitchFamily="2" charset="0"/>
              </a:rPr>
              <a:t>-частите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Уверете се, че номиналният случай е ясен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За поредни 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if</a:t>
            </a:r>
            <a:r>
              <a:rPr lang="en-US" dirty="0">
                <a:latin typeface="Comfortaa" pitchFamily="2" charset="0"/>
                <a:cs typeface="Consolas" panose="020B0609020204030204" pitchFamily="49" charset="0"/>
              </a:rPr>
              <a:t>-then-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else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case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команди</a:t>
            </a:r>
            <a:br>
              <a:rPr lang="en-US" dirty="0">
                <a:latin typeface="Comfortaa" pitchFamily="2" charset="0"/>
              </a:rPr>
            </a:b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от тип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изберете най-четливата поредност </a:t>
            </a:r>
            <a:br>
              <a:rPr lang="en-US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на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разглеждане на случаите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Опростете булевите изрази, за да подобрите четливостта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За да прихванете грешки използвайте 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default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частта на командата 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case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или последният 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else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от поредица 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if</a:t>
            </a:r>
            <a:r>
              <a:rPr lang="en-US" dirty="0">
                <a:latin typeface="Comfortaa" pitchFamily="2" charset="0"/>
              </a:rPr>
              <a:t>-</a:t>
            </a:r>
            <a:r>
              <a:rPr lang="bg-BG" dirty="0" err="1">
                <a:latin typeface="Comfortaa" pitchFamily="2" charset="0"/>
              </a:rPr>
              <a:t>ове</a:t>
            </a:r>
            <a:endParaRPr lang="en-US" i="1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366" y="657857"/>
            <a:ext cx="10669579" cy="1110780"/>
          </a:xfrm>
        </p:spPr>
        <p:txBody>
          <a:bodyPr/>
          <a:lstStyle/>
          <a:p>
            <a:r>
              <a:rPr lang="bg-BG" sz="3800" dirty="0">
                <a:latin typeface="Comfortaa" pitchFamily="2" charset="0"/>
              </a:rPr>
              <a:t>Обобщение</a:t>
            </a:r>
            <a:endParaRPr lang="en-US" sz="38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219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2276</Words>
  <Application>Microsoft Office PowerPoint</Application>
  <PresentationFormat>Widescreen</PresentationFormat>
  <Paragraphs>490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Comfortaa</vt:lpstr>
      <vt:lpstr>Consolas</vt:lpstr>
      <vt:lpstr>Office Theme</vt:lpstr>
      <vt:lpstr>Използване на условни команди</vt:lpstr>
      <vt:lpstr>Съдържание</vt:lpstr>
      <vt:lpstr>Използване на условни команди [1/5]</vt:lpstr>
      <vt:lpstr>Използване на условни команди [2/5]</vt:lpstr>
      <vt:lpstr>Използване на условни команди [3/5]</vt:lpstr>
      <vt:lpstr>Използване на условни команди [4/5]</vt:lpstr>
      <vt:lpstr>Използване на условни команди [5/5]</vt:lpstr>
      <vt:lpstr>Използвайте прости условия</vt:lpstr>
      <vt:lpstr>Опростяване на булеви условия [1/3]</vt:lpstr>
      <vt:lpstr>Опростяване на булеви условия [2/3]</vt:lpstr>
      <vt:lpstr>Опростяване на булеви условия [3/3]</vt:lpstr>
      <vt:lpstr>Използвайте таблица на решенията  (Decision Table)</vt:lpstr>
      <vt:lpstr>Положителни булеви изрази</vt:lpstr>
      <vt:lpstr>Опростете със скоби</vt:lpstr>
      <vt:lpstr>Пресмятане на булевите изрази</vt:lpstr>
      <vt:lpstr>Числови изрази като операнди</vt:lpstr>
      <vt:lpstr>Избягвайте многократното влагане на блокове</vt:lpstr>
      <vt:lpstr>Пример за многократно влагане [1/2]</vt:lpstr>
      <vt:lpstr>Пример за многократно влагане [2/2]</vt:lpstr>
      <vt:lpstr>Пример за избягване на многократно [1/2]</vt:lpstr>
      <vt:lpstr>Пример за избягване на многократно [2/2]</vt:lpstr>
      <vt:lpstr>Използване на команда за избор на вариант  (Case)</vt:lpstr>
      <vt:lpstr>Невярна команда за избор на вариант (Case)</vt:lpstr>
      <vt:lpstr>Подобрена команда за избор на вариант (Case)</vt:lpstr>
      <vt:lpstr>Команда Case – най-добри практики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2023-02-21T23:58:48Z</dcterms:modified>
</cp:coreProperties>
</file>