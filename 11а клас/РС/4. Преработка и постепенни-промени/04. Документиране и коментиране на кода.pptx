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34"/>
  </p:notesMasterIdLst>
  <p:sldIdLst>
    <p:sldId id="258" r:id="rId2"/>
    <p:sldId id="571" r:id="rId3"/>
    <p:sldId id="475" r:id="rId4"/>
    <p:sldId id="476" r:id="rId5"/>
    <p:sldId id="477" r:id="rId6"/>
    <p:sldId id="478" r:id="rId7"/>
    <p:sldId id="479" r:id="rId8"/>
    <p:sldId id="480" r:id="rId9"/>
    <p:sldId id="481" r:id="rId10"/>
    <p:sldId id="482" r:id="rId11"/>
    <p:sldId id="483" r:id="rId12"/>
    <p:sldId id="484" r:id="rId13"/>
    <p:sldId id="485" r:id="rId14"/>
    <p:sldId id="486" r:id="rId15"/>
    <p:sldId id="488" r:id="rId16"/>
    <p:sldId id="489" r:id="rId17"/>
    <p:sldId id="490" r:id="rId18"/>
    <p:sldId id="491" r:id="rId19"/>
    <p:sldId id="492" r:id="rId20"/>
    <p:sldId id="493" r:id="rId21"/>
    <p:sldId id="494" r:id="rId22"/>
    <p:sldId id="495" r:id="rId23"/>
    <p:sldId id="496" r:id="rId24"/>
    <p:sldId id="497" r:id="rId25"/>
    <p:sldId id="510" r:id="rId26"/>
    <p:sldId id="499" r:id="rId27"/>
    <p:sldId id="500" r:id="rId28"/>
    <p:sldId id="501" r:id="rId29"/>
    <p:sldId id="502" r:id="rId30"/>
    <p:sldId id="503" r:id="rId31"/>
    <p:sldId id="514" r:id="rId32"/>
    <p:sldId id="572" r:id="rId3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ъведение" id="{B53E63A6-15B2-40C3-A9DC-5006FD089CC5}">
          <p14:sldIdLst>
            <p14:sldId id="258"/>
            <p14:sldId id="571"/>
          </p14:sldIdLst>
        </p14:section>
        <p14:section name="Съдържание" id="{0B0C01F3-1F60-4ADB-AC1E-9589654EAEF3}">
          <p14:sldIdLst>
            <p14:sldId id="475"/>
            <p14:sldId id="476"/>
            <p14:sldId id="477"/>
            <p14:sldId id="478"/>
            <p14:sldId id="479"/>
            <p14:sldId id="480"/>
            <p14:sldId id="481"/>
            <p14:sldId id="482"/>
            <p14:sldId id="483"/>
            <p14:sldId id="484"/>
            <p14:sldId id="485"/>
            <p14:sldId id="486"/>
            <p14:sldId id="488"/>
            <p14:sldId id="489"/>
            <p14:sldId id="490"/>
            <p14:sldId id="491"/>
            <p14:sldId id="492"/>
            <p14:sldId id="493"/>
            <p14:sldId id="494"/>
            <p14:sldId id="495"/>
            <p14:sldId id="496"/>
            <p14:sldId id="497"/>
            <p14:sldId id="510"/>
            <p14:sldId id="499"/>
            <p14:sldId id="500"/>
            <p14:sldId id="501"/>
            <p14:sldId id="502"/>
            <p14:sldId id="503"/>
            <p14:sldId id="514"/>
          </p14:sldIdLst>
        </p14:section>
        <p14:section name="Заключение" id="{9315BEE7-605C-4839-996A-A4EEA70921D9}">
          <p14:sldIdLst>
            <p14:sldId id="5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6AD5908-63ED-4A09-B8A1-3A74B015268E}" v="98" dt="2023-02-21T22:57:45.05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84" autoAdjust="0"/>
    <p:restoredTop sz="94660"/>
  </p:normalViewPr>
  <p:slideViewPr>
    <p:cSldViewPr snapToGrid="0">
      <p:cViewPr>
        <p:scale>
          <a:sx n="75" d="100"/>
          <a:sy n="75" d="100"/>
        </p:scale>
        <p:origin x="699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Relationship Id="rId39" Type="http://schemas.microsoft.com/office/2016/11/relationships/changesInfo" Target="changesInfos/changesInfo1.xml"/><Relationship Id="rId4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Димитър Минчев" userId="6da192e4-d32c-454b-8615-bbadf07b6639" providerId="ADAL" clId="{508A51F5-6E34-4A9B-8787-8C29D4F40D1D}"/>
    <pc:docChg chg="addSld modSld">
      <pc:chgData name="Димитър Минчев" userId="6da192e4-d32c-454b-8615-bbadf07b6639" providerId="ADAL" clId="{508A51F5-6E34-4A9B-8787-8C29D4F40D1D}" dt="2022-08-10T06:34:56.108" v="0"/>
      <pc:docMkLst>
        <pc:docMk/>
      </pc:docMkLst>
      <pc:sldChg chg="add">
        <pc:chgData name="Димитър Минчев" userId="6da192e4-d32c-454b-8615-bbadf07b6639" providerId="ADAL" clId="{508A51F5-6E34-4A9B-8787-8C29D4F40D1D}" dt="2022-08-10T06:34:56.108" v="0"/>
        <pc:sldMkLst>
          <pc:docMk/>
          <pc:sldMk cId="2002111910" sldId="439"/>
        </pc:sldMkLst>
      </pc:sldChg>
    </pc:docChg>
  </pc:docChgLst>
  <pc:docChgLst>
    <pc:chgData name="БСУ" userId="bdbaa275-9249-41b1-8d15-242f632c67bf" providerId="ADAL" clId="{E8EBBEA8-749B-4042-B043-5A6FD507A9B3}"/>
    <pc:docChg chg="modSld sldOrd modSection">
      <pc:chgData name="БСУ" userId="bdbaa275-9249-41b1-8d15-242f632c67bf" providerId="ADAL" clId="{E8EBBEA8-749B-4042-B043-5A6FD507A9B3}" dt="2023-02-17T11:21:52.587" v="1"/>
      <pc:docMkLst>
        <pc:docMk/>
      </pc:docMkLst>
      <pc:sldChg chg="ord">
        <pc:chgData name="БСУ" userId="bdbaa275-9249-41b1-8d15-242f632c67bf" providerId="ADAL" clId="{E8EBBEA8-749B-4042-B043-5A6FD507A9B3}" dt="2023-02-17T11:21:52.587" v="1"/>
        <pc:sldMkLst>
          <pc:docMk/>
          <pc:sldMk cId="2385751420" sldId="571"/>
        </pc:sldMkLst>
      </pc:sldChg>
    </pc:docChg>
  </pc:docChgLst>
  <pc:docChgLst>
    <pc:chgData name="Димитър Минчев" userId="6da192e4-d32c-454b-8615-bbadf07b6639" providerId="ADAL" clId="{A6AD5908-63ED-4A09-B8A1-3A74B015268E}"/>
    <pc:docChg chg="undo custSel addSld modSld">
      <pc:chgData name="Димитър Минчев" userId="6da192e4-d32c-454b-8615-bbadf07b6639" providerId="ADAL" clId="{A6AD5908-63ED-4A09-B8A1-3A74B015268E}" dt="2023-02-21T22:58:44.762" v="647" actId="14100"/>
      <pc:docMkLst>
        <pc:docMk/>
      </pc:docMkLst>
      <pc:sldChg chg="modSp mod">
        <pc:chgData name="Димитър Минчев" userId="6da192e4-d32c-454b-8615-bbadf07b6639" providerId="ADAL" clId="{A6AD5908-63ED-4A09-B8A1-3A74B015268E}" dt="2023-02-21T22:29:21.924" v="2"/>
        <pc:sldMkLst>
          <pc:docMk/>
          <pc:sldMk cId="2386959723" sldId="258"/>
        </pc:sldMkLst>
        <pc:spChg chg="mod">
          <ac:chgData name="Димитър Минчев" userId="6da192e4-d32c-454b-8615-bbadf07b6639" providerId="ADAL" clId="{A6AD5908-63ED-4A09-B8A1-3A74B015268E}" dt="2023-02-21T22:29:14.516" v="1" actId="27636"/>
          <ac:spMkLst>
            <pc:docMk/>
            <pc:sldMk cId="2386959723" sldId="258"/>
            <ac:spMk id="4" creationId="{31A11B2B-6DC7-2642-A5E2-7E3177B71883}"/>
          </ac:spMkLst>
        </pc:spChg>
        <pc:spChg chg="mod">
          <ac:chgData name="Димитър Минчев" userId="6da192e4-d32c-454b-8615-bbadf07b6639" providerId="ADAL" clId="{A6AD5908-63ED-4A09-B8A1-3A74B015268E}" dt="2023-02-21T22:29:21.924" v="2"/>
          <ac:spMkLst>
            <pc:docMk/>
            <pc:sldMk cId="2386959723" sldId="258"/>
            <ac:spMk id="5" creationId="{FD72CEAD-2598-2D6F-7FF9-AF95330D8A09}"/>
          </ac:spMkLst>
        </pc:spChg>
      </pc:sldChg>
      <pc:sldChg chg="delSp modSp add mod">
        <pc:chgData name="Димитър Минчев" userId="6da192e4-d32c-454b-8615-bbadf07b6639" providerId="ADAL" clId="{A6AD5908-63ED-4A09-B8A1-3A74B015268E}" dt="2023-02-21T22:29:56.623" v="16" actId="2711"/>
        <pc:sldMkLst>
          <pc:docMk/>
          <pc:sldMk cId="3216169122" sldId="475"/>
        </pc:sldMkLst>
        <pc:spChg chg="mod">
          <ac:chgData name="Димитър Минчев" userId="6da192e4-d32c-454b-8615-bbadf07b6639" providerId="ADAL" clId="{A6AD5908-63ED-4A09-B8A1-3A74B015268E}" dt="2023-02-21T22:29:56.623" v="16" actId="2711"/>
          <ac:spMkLst>
            <pc:docMk/>
            <pc:sldMk cId="3216169122" sldId="475"/>
            <ac:spMk id="2" creationId="{00000000-0000-0000-0000-000000000000}"/>
          </ac:spMkLst>
        </pc:spChg>
        <pc:spChg chg="mod">
          <ac:chgData name="Димитър Минчев" userId="6da192e4-d32c-454b-8615-bbadf07b6639" providerId="ADAL" clId="{A6AD5908-63ED-4A09-B8A1-3A74B015268E}" dt="2023-02-21T22:29:56.623" v="16" actId="2711"/>
          <ac:spMkLst>
            <pc:docMk/>
            <pc:sldMk cId="3216169122" sldId="475"/>
            <ac:spMk id="3" creationId="{00000000-0000-0000-0000-000000000000}"/>
          </ac:spMkLst>
        </pc:spChg>
        <pc:spChg chg="del mod">
          <ac:chgData name="Димитър Минчев" userId="6da192e4-d32c-454b-8615-bbadf07b6639" providerId="ADAL" clId="{A6AD5908-63ED-4A09-B8A1-3A74B015268E}" dt="2023-02-21T22:29:51.735" v="15" actId="478"/>
          <ac:spMkLst>
            <pc:docMk/>
            <pc:sldMk cId="3216169122" sldId="475"/>
            <ac:spMk id="6" creationId="{D2112313-A620-4BA6-B216-D806B303D44C}"/>
          </ac:spMkLst>
        </pc:spChg>
        <pc:picChg chg="del">
          <ac:chgData name="Димитър Минчев" userId="6da192e4-d32c-454b-8615-bbadf07b6639" providerId="ADAL" clId="{A6AD5908-63ED-4A09-B8A1-3A74B015268E}" dt="2023-02-21T22:29:49.527" v="14" actId="478"/>
          <ac:picMkLst>
            <pc:docMk/>
            <pc:sldMk cId="3216169122" sldId="475"/>
            <ac:picMk id="1026" creationId="{00000000-0000-0000-0000-000000000000}"/>
          </ac:picMkLst>
        </pc:picChg>
      </pc:sldChg>
      <pc:sldChg chg="delSp modSp add mod">
        <pc:chgData name="Димитър Минчев" userId="6da192e4-d32c-454b-8615-bbadf07b6639" providerId="ADAL" clId="{A6AD5908-63ED-4A09-B8A1-3A74B015268E}" dt="2023-02-21T22:30:04.159" v="19" actId="478"/>
        <pc:sldMkLst>
          <pc:docMk/>
          <pc:sldMk cId="1037253562" sldId="476"/>
        </pc:sldMkLst>
        <pc:spChg chg="mod">
          <ac:chgData name="Димитър Минчев" userId="6da192e4-d32c-454b-8615-bbadf07b6639" providerId="ADAL" clId="{A6AD5908-63ED-4A09-B8A1-3A74B015268E}" dt="2023-02-21T22:30:01.121" v="17" actId="2711"/>
          <ac:spMkLst>
            <pc:docMk/>
            <pc:sldMk cId="1037253562" sldId="476"/>
            <ac:spMk id="2" creationId="{00000000-0000-0000-0000-000000000000}"/>
          </ac:spMkLst>
        </pc:spChg>
        <pc:spChg chg="mod">
          <ac:chgData name="Димитър Минчев" userId="6da192e4-d32c-454b-8615-bbadf07b6639" providerId="ADAL" clId="{A6AD5908-63ED-4A09-B8A1-3A74B015268E}" dt="2023-02-21T22:30:01.121" v="17" actId="2711"/>
          <ac:spMkLst>
            <pc:docMk/>
            <pc:sldMk cId="1037253562" sldId="476"/>
            <ac:spMk id="3" creationId="{00000000-0000-0000-0000-000000000000}"/>
          </ac:spMkLst>
        </pc:spChg>
        <pc:spChg chg="del mod">
          <ac:chgData name="Димитър Минчев" userId="6da192e4-d32c-454b-8615-bbadf07b6639" providerId="ADAL" clId="{A6AD5908-63ED-4A09-B8A1-3A74B015268E}" dt="2023-02-21T22:30:04.159" v="19" actId="478"/>
          <ac:spMkLst>
            <pc:docMk/>
            <pc:sldMk cId="1037253562" sldId="476"/>
            <ac:spMk id="6" creationId="{5F148218-219C-4FEA-9893-F6401FE23402}"/>
          </ac:spMkLst>
        </pc:spChg>
        <pc:picChg chg="del">
          <ac:chgData name="Димитър Минчев" userId="6da192e4-d32c-454b-8615-bbadf07b6639" providerId="ADAL" clId="{A6AD5908-63ED-4A09-B8A1-3A74B015268E}" dt="2023-02-21T22:30:03.089" v="18" actId="478"/>
          <ac:picMkLst>
            <pc:docMk/>
            <pc:sldMk cId="1037253562" sldId="476"/>
            <ac:picMk id="2050" creationId="{00000000-0000-0000-0000-000000000000}"/>
          </ac:picMkLst>
        </pc:picChg>
      </pc:sldChg>
      <pc:sldChg chg="delSp modSp add mod">
        <pc:chgData name="Димитър Минчев" userId="6da192e4-d32c-454b-8615-bbadf07b6639" providerId="ADAL" clId="{A6AD5908-63ED-4A09-B8A1-3A74B015268E}" dt="2023-02-21T22:32:45.121" v="129" actId="1076"/>
        <pc:sldMkLst>
          <pc:docMk/>
          <pc:sldMk cId="3252205145" sldId="477"/>
        </pc:sldMkLst>
        <pc:spChg chg="mod">
          <ac:chgData name="Димитър Минчев" userId="6da192e4-d32c-454b-8615-bbadf07b6639" providerId="ADAL" clId="{A6AD5908-63ED-4A09-B8A1-3A74B015268E}" dt="2023-02-21T22:31:24.542" v="72" actId="404"/>
          <ac:spMkLst>
            <pc:docMk/>
            <pc:sldMk cId="3252205145" sldId="477"/>
            <ac:spMk id="2" creationId="{00000000-0000-0000-0000-000000000000}"/>
          </ac:spMkLst>
        </pc:spChg>
        <pc:spChg chg="mod">
          <ac:chgData name="Димитър Минчев" userId="6da192e4-d32c-454b-8615-bbadf07b6639" providerId="ADAL" clId="{A6AD5908-63ED-4A09-B8A1-3A74B015268E}" dt="2023-02-21T22:31:15.030" v="69" actId="207"/>
          <ac:spMkLst>
            <pc:docMk/>
            <pc:sldMk cId="3252205145" sldId="477"/>
            <ac:spMk id="5" creationId="{00000000-0000-0000-0000-000000000000}"/>
          </ac:spMkLst>
        </pc:spChg>
        <pc:spChg chg="mod">
          <ac:chgData name="Димитър Минчев" userId="6da192e4-d32c-454b-8615-bbadf07b6639" providerId="ADAL" clId="{A6AD5908-63ED-4A09-B8A1-3A74B015268E}" dt="2023-02-21T22:32:45.121" v="129" actId="1076"/>
          <ac:spMkLst>
            <pc:docMk/>
            <pc:sldMk cId="3252205145" sldId="477"/>
            <ac:spMk id="6" creationId="{00000000-0000-0000-0000-000000000000}"/>
          </ac:spMkLst>
        </pc:spChg>
        <pc:spChg chg="del mod">
          <ac:chgData name="Димитър Минчев" userId="6da192e4-d32c-454b-8615-bbadf07b6639" providerId="ADAL" clId="{A6AD5908-63ED-4A09-B8A1-3A74B015268E}" dt="2023-02-21T22:31:18.863" v="71" actId="478"/>
          <ac:spMkLst>
            <pc:docMk/>
            <pc:sldMk cId="3252205145" sldId="477"/>
            <ac:spMk id="7" creationId="{F7F5CBBD-3EC8-441D-9B81-F8CEAABD47EF}"/>
          </ac:spMkLst>
        </pc:spChg>
        <pc:picChg chg="mod">
          <ac:chgData name="Димитър Минчев" userId="6da192e4-d32c-454b-8615-bbadf07b6639" providerId="ADAL" clId="{A6AD5908-63ED-4A09-B8A1-3A74B015268E}" dt="2023-02-21T22:31:17.273" v="70" actId="1076"/>
          <ac:picMkLst>
            <pc:docMk/>
            <pc:sldMk cId="3252205145" sldId="477"/>
            <ac:picMk id="8" creationId="{00000000-0000-0000-0000-000000000000}"/>
          </ac:picMkLst>
        </pc:picChg>
      </pc:sldChg>
      <pc:sldChg chg="addSp delSp modSp add mod">
        <pc:chgData name="Димитър Минчев" userId="6da192e4-d32c-454b-8615-bbadf07b6639" providerId="ADAL" clId="{A6AD5908-63ED-4A09-B8A1-3A74B015268E}" dt="2023-02-21T22:31:59.497" v="84" actId="207"/>
        <pc:sldMkLst>
          <pc:docMk/>
          <pc:sldMk cId="1903255428" sldId="478"/>
        </pc:sldMkLst>
        <pc:spChg chg="del">
          <ac:chgData name="Димитър Минчев" userId="6da192e4-d32c-454b-8615-bbadf07b6639" providerId="ADAL" clId="{A6AD5908-63ED-4A09-B8A1-3A74B015268E}" dt="2023-02-21T22:31:30.184" v="73" actId="478"/>
          <ac:spMkLst>
            <pc:docMk/>
            <pc:sldMk cId="1903255428" sldId="478"/>
            <ac:spMk id="2" creationId="{00000000-0000-0000-0000-000000000000}"/>
          </ac:spMkLst>
        </pc:spChg>
        <pc:spChg chg="add del mod">
          <ac:chgData name="Димитър Минчев" userId="6da192e4-d32c-454b-8615-bbadf07b6639" providerId="ADAL" clId="{A6AD5908-63ED-4A09-B8A1-3A74B015268E}" dt="2023-02-21T22:31:32.053" v="74" actId="478"/>
          <ac:spMkLst>
            <pc:docMk/>
            <pc:sldMk cId="1903255428" sldId="478"/>
            <ac:spMk id="4" creationId="{2EA646D1-E442-18A7-614C-2C6A4F24156C}"/>
          </ac:spMkLst>
        </pc:spChg>
        <pc:spChg chg="mod">
          <ac:chgData name="Димитър Минчев" userId="6da192e4-d32c-454b-8615-bbadf07b6639" providerId="ADAL" clId="{A6AD5908-63ED-4A09-B8A1-3A74B015268E}" dt="2023-02-21T22:31:59.497" v="84" actId="207"/>
          <ac:spMkLst>
            <pc:docMk/>
            <pc:sldMk cId="1903255428" sldId="478"/>
            <ac:spMk id="5" creationId="{00000000-0000-0000-0000-000000000000}"/>
          </ac:spMkLst>
        </pc:spChg>
        <pc:spChg chg="del mod">
          <ac:chgData name="Димитър Минчев" userId="6da192e4-d32c-454b-8615-bbadf07b6639" providerId="ADAL" clId="{A6AD5908-63ED-4A09-B8A1-3A74B015268E}" dt="2023-02-21T22:31:42.214" v="80" actId="478"/>
          <ac:spMkLst>
            <pc:docMk/>
            <pc:sldMk cId="1903255428" sldId="478"/>
            <ac:spMk id="7" creationId="{8B20A4CF-D49D-41EF-AB3A-1C9135C6DB7A}"/>
          </ac:spMkLst>
        </pc:spChg>
        <pc:spChg chg="add mod">
          <ac:chgData name="Димитър Минчев" userId="6da192e4-d32c-454b-8615-bbadf07b6639" providerId="ADAL" clId="{A6AD5908-63ED-4A09-B8A1-3A74B015268E}" dt="2023-02-21T22:31:36.291" v="77" actId="20577"/>
          <ac:spMkLst>
            <pc:docMk/>
            <pc:sldMk cId="1903255428" sldId="478"/>
            <ac:spMk id="8" creationId="{DC1C72D5-5232-E951-1443-64CC98F16166}"/>
          </ac:spMkLst>
        </pc:spChg>
        <pc:picChg chg="mod">
          <ac:chgData name="Димитър Минчев" userId="6da192e4-d32c-454b-8615-bbadf07b6639" providerId="ADAL" clId="{A6AD5908-63ED-4A09-B8A1-3A74B015268E}" dt="2023-02-21T22:31:40.840" v="79" actId="1076"/>
          <ac:picMkLst>
            <pc:docMk/>
            <pc:sldMk cId="1903255428" sldId="478"/>
            <ac:picMk id="6" creationId="{00000000-0000-0000-0000-000000000000}"/>
          </ac:picMkLst>
        </pc:picChg>
      </pc:sldChg>
      <pc:sldChg chg="addSp delSp modSp add mod modAnim">
        <pc:chgData name="Димитър Минчев" userId="6da192e4-d32c-454b-8615-bbadf07b6639" providerId="ADAL" clId="{A6AD5908-63ED-4A09-B8A1-3A74B015268E}" dt="2023-02-21T22:36:27.925" v="206"/>
        <pc:sldMkLst>
          <pc:docMk/>
          <pc:sldMk cId="660971567" sldId="479"/>
        </pc:sldMkLst>
        <pc:spChg chg="mod">
          <ac:chgData name="Димитър Минчев" userId="6da192e4-d32c-454b-8615-bbadf07b6639" providerId="ADAL" clId="{A6AD5908-63ED-4A09-B8A1-3A74B015268E}" dt="2023-02-21T22:33:26.302" v="157" actId="27636"/>
          <ac:spMkLst>
            <pc:docMk/>
            <pc:sldMk cId="660971567" sldId="479"/>
            <ac:spMk id="2" creationId="{00000000-0000-0000-0000-000000000000}"/>
          </ac:spMkLst>
        </pc:spChg>
        <pc:spChg chg="add mod">
          <ac:chgData name="Димитър Минчев" userId="6da192e4-d32c-454b-8615-bbadf07b6639" providerId="ADAL" clId="{A6AD5908-63ED-4A09-B8A1-3A74B015268E}" dt="2023-02-21T22:34:21.258" v="171" actId="1076"/>
          <ac:spMkLst>
            <pc:docMk/>
            <pc:sldMk cId="660971567" sldId="479"/>
            <ac:spMk id="3" creationId="{E2755F9B-A68A-43A7-9247-2C2E17F47F99}"/>
          </ac:spMkLst>
        </pc:spChg>
        <pc:spChg chg="mod">
          <ac:chgData name="Димитър Минчев" userId="6da192e4-d32c-454b-8615-bbadf07b6639" providerId="ADAL" clId="{A6AD5908-63ED-4A09-B8A1-3A74B015268E}" dt="2023-02-21T22:33:45.510" v="161" actId="207"/>
          <ac:spMkLst>
            <pc:docMk/>
            <pc:sldMk cId="660971567" sldId="479"/>
            <ac:spMk id="5" creationId="{00000000-0000-0000-0000-000000000000}"/>
          </ac:spMkLst>
        </pc:spChg>
        <pc:spChg chg="del">
          <ac:chgData name="Димитър Минчев" userId="6da192e4-d32c-454b-8615-bbadf07b6639" providerId="ADAL" clId="{A6AD5908-63ED-4A09-B8A1-3A74B015268E}" dt="2023-02-21T22:33:34.621" v="159" actId="478"/>
          <ac:spMkLst>
            <pc:docMk/>
            <pc:sldMk cId="660971567" sldId="479"/>
            <ac:spMk id="6" creationId="{00000000-0000-0000-0000-000000000000}"/>
          </ac:spMkLst>
        </pc:spChg>
        <pc:spChg chg="mod">
          <ac:chgData name="Димитър Минчев" userId="6da192e4-d32c-454b-8615-bbadf07b6639" providerId="ADAL" clId="{A6AD5908-63ED-4A09-B8A1-3A74B015268E}" dt="2023-02-21T22:36:01.528" v="200" actId="1076"/>
          <ac:spMkLst>
            <pc:docMk/>
            <pc:sldMk cId="660971567" sldId="479"/>
            <ac:spMk id="7" creationId="{00000000-0000-0000-0000-000000000000}"/>
          </ac:spMkLst>
        </pc:spChg>
        <pc:spChg chg="del mod">
          <ac:chgData name="Димитър Минчев" userId="6da192e4-d32c-454b-8615-bbadf07b6639" providerId="ADAL" clId="{A6AD5908-63ED-4A09-B8A1-3A74B015268E}" dt="2023-02-21T22:34:25.113" v="172" actId="478"/>
          <ac:spMkLst>
            <pc:docMk/>
            <pc:sldMk cId="660971567" sldId="479"/>
            <ac:spMk id="8" creationId="{8DCBFB03-3F96-48A2-9921-92BE64BDD998}"/>
          </ac:spMkLst>
        </pc:spChg>
        <pc:picChg chg="mod">
          <ac:chgData name="Димитър Минчев" userId="6da192e4-d32c-454b-8615-bbadf07b6639" providerId="ADAL" clId="{A6AD5908-63ED-4A09-B8A1-3A74B015268E}" dt="2023-02-21T22:36:04.950" v="201" actId="1076"/>
          <ac:picMkLst>
            <pc:docMk/>
            <pc:sldMk cId="660971567" sldId="479"/>
            <ac:picMk id="9" creationId="{00000000-0000-0000-0000-000000000000}"/>
          </ac:picMkLst>
        </pc:picChg>
      </pc:sldChg>
      <pc:sldChg chg="addSp delSp modSp add mod modAnim">
        <pc:chgData name="Димитър Минчев" userId="6da192e4-d32c-454b-8615-bbadf07b6639" providerId="ADAL" clId="{A6AD5908-63ED-4A09-B8A1-3A74B015268E}" dt="2023-02-21T22:36:22.733" v="205" actId="478"/>
        <pc:sldMkLst>
          <pc:docMk/>
          <pc:sldMk cId="2616746854" sldId="480"/>
        </pc:sldMkLst>
        <pc:spChg chg="del">
          <ac:chgData name="Димитър Минчев" userId="6da192e4-d32c-454b-8615-bbadf07b6639" providerId="ADAL" clId="{A6AD5908-63ED-4A09-B8A1-3A74B015268E}" dt="2023-02-21T22:34:28.617" v="173" actId="478"/>
          <ac:spMkLst>
            <pc:docMk/>
            <pc:sldMk cId="2616746854" sldId="480"/>
            <ac:spMk id="2" creationId="{00000000-0000-0000-0000-000000000000}"/>
          </ac:spMkLst>
        </pc:spChg>
        <pc:spChg chg="add del mod">
          <ac:chgData name="Димитър Минчев" userId="6da192e4-d32c-454b-8615-bbadf07b6639" providerId="ADAL" clId="{A6AD5908-63ED-4A09-B8A1-3A74B015268E}" dt="2023-02-21T22:34:30.321" v="174" actId="478"/>
          <ac:spMkLst>
            <pc:docMk/>
            <pc:sldMk cId="2616746854" sldId="480"/>
            <ac:spMk id="4" creationId="{1D4DD4F2-48F9-A464-023B-B162AE696222}"/>
          </ac:spMkLst>
        </pc:spChg>
        <pc:spChg chg="mod">
          <ac:chgData name="Димитър Минчев" userId="6da192e4-d32c-454b-8615-bbadf07b6639" providerId="ADAL" clId="{A6AD5908-63ED-4A09-B8A1-3A74B015268E}" dt="2023-02-21T22:36:14.423" v="203" actId="207"/>
          <ac:spMkLst>
            <pc:docMk/>
            <pc:sldMk cId="2616746854" sldId="480"/>
            <ac:spMk id="5" creationId="{00000000-0000-0000-0000-000000000000}"/>
          </ac:spMkLst>
        </pc:spChg>
        <pc:spChg chg="mod">
          <ac:chgData name="Димитър Минчев" userId="6da192e4-d32c-454b-8615-bbadf07b6639" providerId="ADAL" clId="{A6AD5908-63ED-4A09-B8A1-3A74B015268E}" dt="2023-02-21T22:35:12.288" v="190" actId="14100"/>
          <ac:spMkLst>
            <pc:docMk/>
            <pc:sldMk cId="2616746854" sldId="480"/>
            <ac:spMk id="6" creationId="{00000000-0000-0000-0000-000000000000}"/>
          </ac:spMkLst>
        </pc:spChg>
        <pc:spChg chg="mod">
          <ac:chgData name="Димитър Минчев" userId="6da192e4-d32c-454b-8615-bbadf07b6639" providerId="ADAL" clId="{A6AD5908-63ED-4A09-B8A1-3A74B015268E}" dt="2023-02-21T22:35:16.409" v="191" actId="1076"/>
          <ac:spMkLst>
            <pc:docMk/>
            <pc:sldMk cId="2616746854" sldId="480"/>
            <ac:spMk id="7" creationId="{00000000-0000-0000-0000-000000000000}"/>
          </ac:spMkLst>
        </pc:spChg>
        <pc:spChg chg="del mod">
          <ac:chgData name="Димитър Минчев" userId="6da192e4-d32c-454b-8615-bbadf07b6639" providerId="ADAL" clId="{A6AD5908-63ED-4A09-B8A1-3A74B015268E}" dt="2023-02-21T22:36:22.733" v="205" actId="478"/>
          <ac:spMkLst>
            <pc:docMk/>
            <pc:sldMk cId="2616746854" sldId="480"/>
            <ac:spMk id="9" creationId="{E1B206F1-6A9E-4270-8E0B-40BE431412DC}"/>
          </ac:spMkLst>
        </pc:spChg>
        <pc:spChg chg="add mod">
          <ac:chgData name="Димитър Минчев" userId="6da192e4-d32c-454b-8615-bbadf07b6639" providerId="ADAL" clId="{A6AD5908-63ED-4A09-B8A1-3A74B015268E}" dt="2023-02-21T22:34:33.966" v="177" actId="20577"/>
          <ac:spMkLst>
            <pc:docMk/>
            <pc:sldMk cId="2616746854" sldId="480"/>
            <ac:spMk id="10" creationId="{24B158CF-D8CA-1C05-E967-4FBB920FD5DF}"/>
          </ac:spMkLst>
        </pc:spChg>
        <pc:picChg chg="mod">
          <ac:chgData name="Димитър Минчев" userId="6da192e4-d32c-454b-8615-bbadf07b6639" providerId="ADAL" clId="{A6AD5908-63ED-4A09-B8A1-3A74B015268E}" dt="2023-02-21T22:36:08.800" v="202" actId="1076"/>
          <ac:picMkLst>
            <pc:docMk/>
            <pc:sldMk cId="2616746854" sldId="480"/>
            <ac:picMk id="8" creationId="{00000000-0000-0000-0000-000000000000}"/>
          </ac:picMkLst>
        </pc:picChg>
      </pc:sldChg>
      <pc:sldChg chg="delSp modSp add mod modAnim">
        <pc:chgData name="Димитър Минчев" userId="6da192e4-d32c-454b-8615-bbadf07b6639" providerId="ADAL" clId="{A6AD5908-63ED-4A09-B8A1-3A74B015268E}" dt="2023-02-21T22:38:36.818" v="305" actId="478"/>
        <pc:sldMkLst>
          <pc:docMk/>
          <pc:sldMk cId="3472279762" sldId="481"/>
        </pc:sldMkLst>
        <pc:spChg chg="mod">
          <ac:chgData name="Димитър Минчев" userId="6da192e4-d32c-454b-8615-bbadf07b6639" providerId="ADAL" clId="{A6AD5908-63ED-4A09-B8A1-3A74B015268E}" dt="2023-02-21T22:36:59.597" v="242" actId="1076"/>
          <ac:spMkLst>
            <pc:docMk/>
            <pc:sldMk cId="3472279762" sldId="481"/>
            <ac:spMk id="2" creationId="{00000000-0000-0000-0000-000000000000}"/>
          </ac:spMkLst>
        </pc:spChg>
        <pc:spChg chg="mod">
          <ac:chgData name="Димитър Минчев" userId="6da192e4-d32c-454b-8615-bbadf07b6639" providerId="ADAL" clId="{A6AD5908-63ED-4A09-B8A1-3A74B015268E}" dt="2023-02-21T22:38:01.212" v="293" actId="207"/>
          <ac:spMkLst>
            <pc:docMk/>
            <pc:sldMk cId="3472279762" sldId="481"/>
            <ac:spMk id="5" creationId="{00000000-0000-0000-0000-000000000000}"/>
          </ac:spMkLst>
        </pc:spChg>
        <pc:spChg chg="mod">
          <ac:chgData name="Димитър Минчев" userId="6da192e4-d32c-454b-8615-bbadf07b6639" providerId="ADAL" clId="{A6AD5908-63ED-4A09-B8A1-3A74B015268E}" dt="2023-02-21T22:38:21.417" v="301" actId="14100"/>
          <ac:spMkLst>
            <pc:docMk/>
            <pc:sldMk cId="3472279762" sldId="481"/>
            <ac:spMk id="7" creationId="{00000000-0000-0000-0000-000000000000}"/>
          </ac:spMkLst>
        </pc:spChg>
        <pc:spChg chg="del mod">
          <ac:chgData name="Димитър Минчев" userId="6da192e4-d32c-454b-8615-bbadf07b6639" providerId="ADAL" clId="{A6AD5908-63ED-4A09-B8A1-3A74B015268E}" dt="2023-02-21T22:38:36.818" v="305" actId="478"/>
          <ac:spMkLst>
            <pc:docMk/>
            <pc:sldMk cId="3472279762" sldId="481"/>
            <ac:spMk id="8" creationId="{46B5F76C-23F8-41A6-BF19-44D28E75ABB2}"/>
          </ac:spMkLst>
        </pc:spChg>
        <pc:picChg chg="mod">
          <ac:chgData name="Димитър Минчев" userId="6da192e4-d32c-454b-8615-bbadf07b6639" providerId="ADAL" clId="{A6AD5908-63ED-4A09-B8A1-3A74B015268E}" dt="2023-02-21T22:38:26.659" v="303" actId="1076"/>
          <ac:picMkLst>
            <pc:docMk/>
            <pc:sldMk cId="3472279762" sldId="481"/>
            <ac:picMk id="6" creationId="{00000000-0000-0000-0000-000000000000}"/>
          </ac:picMkLst>
        </pc:picChg>
      </pc:sldChg>
      <pc:sldChg chg="delSp modSp add mod">
        <pc:chgData name="Димитър Минчев" userId="6da192e4-d32c-454b-8615-bbadf07b6639" providerId="ADAL" clId="{A6AD5908-63ED-4A09-B8A1-3A74B015268E}" dt="2023-02-21T22:37:50.814" v="290" actId="478"/>
        <pc:sldMkLst>
          <pc:docMk/>
          <pc:sldMk cId="885439514" sldId="482"/>
        </pc:sldMkLst>
        <pc:spChg chg="mod">
          <ac:chgData name="Димитър Минчев" userId="6da192e4-d32c-454b-8615-bbadf07b6639" providerId="ADAL" clId="{A6AD5908-63ED-4A09-B8A1-3A74B015268E}" dt="2023-02-21T22:37:41.123" v="285" actId="404"/>
          <ac:spMkLst>
            <pc:docMk/>
            <pc:sldMk cId="885439514" sldId="482"/>
            <ac:spMk id="2" creationId="{00000000-0000-0000-0000-000000000000}"/>
          </ac:spMkLst>
        </pc:spChg>
        <pc:spChg chg="mod">
          <ac:chgData name="Димитър Минчев" userId="6da192e4-d32c-454b-8615-bbadf07b6639" providerId="ADAL" clId="{A6AD5908-63ED-4A09-B8A1-3A74B015268E}" dt="2023-02-21T22:37:48.129" v="288" actId="207"/>
          <ac:spMkLst>
            <pc:docMk/>
            <pc:sldMk cId="885439514" sldId="482"/>
            <ac:spMk id="5" creationId="{00000000-0000-0000-0000-000000000000}"/>
          </ac:spMkLst>
        </pc:spChg>
        <pc:spChg chg="del mod">
          <ac:chgData name="Димитър Минчев" userId="6da192e4-d32c-454b-8615-bbadf07b6639" providerId="ADAL" clId="{A6AD5908-63ED-4A09-B8A1-3A74B015268E}" dt="2023-02-21T22:37:50.814" v="290" actId="478"/>
          <ac:spMkLst>
            <pc:docMk/>
            <pc:sldMk cId="885439514" sldId="482"/>
            <ac:spMk id="7" creationId="{FDCAFF8E-5F6C-4686-91F3-813834B33886}"/>
          </ac:spMkLst>
        </pc:spChg>
        <pc:picChg chg="mod">
          <ac:chgData name="Димитър Минчев" userId="6da192e4-d32c-454b-8615-bbadf07b6639" providerId="ADAL" clId="{A6AD5908-63ED-4A09-B8A1-3A74B015268E}" dt="2023-02-21T22:37:49.469" v="289" actId="1076"/>
          <ac:picMkLst>
            <pc:docMk/>
            <pc:sldMk cId="885439514" sldId="482"/>
            <ac:picMk id="6" creationId="{00000000-0000-0000-0000-000000000000}"/>
          </ac:picMkLst>
        </pc:picChg>
      </pc:sldChg>
      <pc:sldChg chg="delSp modSp add mod">
        <pc:chgData name="Димитър Минчев" userId="6da192e4-d32c-454b-8615-bbadf07b6639" providerId="ADAL" clId="{A6AD5908-63ED-4A09-B8A1-3A74B015268E}" dt="2023-02-21T22:39:26.545" v="319" actId="478"/>
        <pc:sldMkLst>
          <pc:docMk/>
          <pc:sldMk cId="1210350599" sldId="483"/>
        </pc:sldMkLst>
        <pc:spChg chg="mod">
          <ac:chgData name="Димитър Минчев" userId="6da192e4-d32c-454b-8615-bbadf07b6639" providerId="ADAL" clId="{A6AD5908-63ED-4A09-B8A1-3A74B015268E}" dt="2023-02-21T22:38:46.962" v="306" actId="2711"/>
          <ac:spMkLst>
            <pc:docMk/>
            <pc:sldMk cId="1210350599" sldId="483"/>
            <ac:spMk id="2" creationId="{00000000-0000-0000-0000-000000000000}"/>
          </ac:spMkLst>
        </pc:spChg>
        <pc:spChg chg="mod">
          <ac:chgData name="Димитър Минчев" userId="6da192e4-d32c-454b-8615-bbadf07b6639" providerId="ADAL" clId="{A6AD5908-63ED-4A09-B8A1-3A74B015268E}" dt="2023-02-21T22:38:59.433" v="309" actId="207"/>
          <ac:spMkLst>
            <pc:docMk/>
            <pc:sldMk cId="1210350599" sldId="483"/>
            <ac:spMk id="3" creationId="{00000000-0000-0000-0000-000000000000}"/>
          </ac:spMkLst>
        </pc:spChg>
        <pc:spChg chg="mod">
          <ac:chgData name="Димитър Минчев" userId="6da192e4-d32c-454b-8615-bbadf07b6639" providerId="ADAL" clId="{A6AD5908-63ED-4A09-B8A1-3A74B015268E}" dt="2023-02-21T22:39:24.360" v="318" actId="14100"/>
          <ac:spMkLst>
            <pc:docMk/>
            <pc:sldMk cId="1210350599" sldId="483"/>
            <ac:spMk id="7" creationId="{00000000-0000-0000-0000-000000000000}"/>
          </ac:spMkLst>
        </pc:spChg>
        <pc:spChg chg="mod">
          <ac:chgData name="Димитър Минчев" userId="6da192e4-d32c-454b-8615-bbadf07b6639" providerId="ADAL" clId="{A6AD5908-63ED-4A09-B8A1-3A74B015268E}" dt="2023-02-21T22:39:24.360" v="318" actId="14100"/>
          <ac:spMkLst>
            <pc:docMk/>
            <pc:sldMk cId="1210350599" sldId="483"/>
            <ac:spMk id="8" creationId="{00000000-0000-0000-0000-000000000000}"/>
          </ac:spMkLst>
        </pc:spChg>
        <pc:spChg chg="mod">
          <ac:chgData name="Димитър Минчев" userId="6da192e4-d32c-454b-8615-bbadf07b6639" providerId="ADAL" clId="{A6AD5908-63ED-4A09-B8A1-3A74B015268E}" dt="2023-02-21T22:39:24.360" v="318" actId="14100"/>
          <ac:spMkLst>
            <pc:docMk/>
            <pc:sldMk cId="1210350599" sldId="483"/>
            <ac:spMk id="9" creationId="{00000000-0000-0000-0000-000000000000}"/>
          </ac:spMkLst>
        </pc:spChg>
        <pc:spChg chg="del mod">
          <ac:chgData name="Димитър Минчев" userId="6da192e4-d32c-454b-8615-bbadf07b6639" providerId="ADAL" clId="{A6AD5908-63ED-4A09-B8A1-3A74B015268E}" dt="2023-02-21T22:39:26.545" v="319" actId="478"/>
          <ac:spMkLst>
            <pc:docMk/>
            <pc:sldMk cId="1210350599" sldId="483"/>
            <ac:spMk id="10" creationId="{19435E9B-4298-45C9-B8D1-473D61F0CF8F}"/>
          </ac:spMkLst>
        </pc:spChg>
      </pc:sldChg>
      <pc:sldChg chg="delSp modSp add mod">
        <pc:chgData name="Димитър Минчев" userId="6da192e4-d32c-454b-8615-bbadf07b6639" providerId="ADAL" clId="{A6AD5908-63ED-4A09-B8A1-3A74B015268E}" dt="2023-02-21T22:40:46.943" v="347" actId="478"/>
        <pc:sldMkLst>
          <pc:docMk/>
          <pc:sldMk cId="3603103234" sldId="484"/>
        </pc:sldMkLst>
        <pc:spChg chg="mod">
          <ac:chgData name="Димитър Минчев" userId="6da192e4-d32c-454b-8615-bbadf07b6639" providerId="ADAL" clId="{A6AD5908-63ED-4A09-B8A1-3A74B015268E}" dt="2023-02-21T22:40:16.058" v="335" actId="113"/>
          <ac:spMkLst>
            <pc:docMk/>
            <pc:sldMk cId="3603103234" sldId="484"/>
            <ac:spMk id="2" creationId="{00000000-0000-0000-0000-000000000000}"/>
          </ac:spMkLst>
        </pc:spChg>
        <pc:spChg chg="mod">
          <ac:chgData name="Димитър Минчев" userId="6da192e4-d32c-454b-8615-bbadf07b6639" providerId="ADAL" clId="{A6AD5908-63ED-4A09-B8A1-3A74B015268E}" dt="2023-02-21T22:40:22.444" v="337" actId="113"/>
          <ac:spMkLst>
            <pc:docMk/>
            <pc:sldMk cId="3603103234" sldId="484"/>
            <ac:spMk id="3" creationId="{00000000-0000-0000-0000-000000000000}"/>
          </ac:spMkLst>
        </pc:spChg>
        <pc:spChg chg="del mod">
          <ac:chgData name="Димитър Минчев" userId="6da192e4-d32c-454b-8615-bbadf07b6639" providerId="ADAL" clId="{A6AD5908-63ED-4A09-B8A1-3A74B015268E}" dt="2023-02-21T22:40:46.943" v="347" actId="478"/>
          <ac:spMkLst>
            <pc:docMk/>
            <pc:sldMk cId="3603103234" sldId="484"/>
            <ac:spMk id="5" creationId="{0C64ED50-2E4D-4FF4-A6B9-4134663D9965}"/>
          </ac:spMkLst>
        </pc:spChg>
      </pc:sldChg>
      <pc:sldChg chg="addSp delSp modSp add mod">
        <pc:chgData name="Димитър Минчев" userId="6da192e4-d32c-454b-8615-bbadf07b6639" providerId="ADAL" clId="{A6AD5908-63ED-4A09-B8A1-3A74B015268E}" dt="2023-02-21T22:40:43.491" v="346" actId="478"/>
        <pc:sldMkLst>
          <pc:docMk/>
          <pc:sldMk cId="3716158922" sldId="485"/>
        </pc:sldMkLst>
        <pc:spChg chg="del">
          <ac:chgData name="Димитър Минчев" userId="6da192e4-d32c-454b-8615-bbadf07b6639" providerId="ADAL" clId="{A6AD5908-63ED-4A09-B8A1-3A74B015268E}" dt="2023-02-21T22:40:29.300" v="338" actId="478"/>
          <ac:spMkLst>
            <pc:docMk/>
            <pc:sldMk cId="3716158922" sldId="485"/>
            <ac:spMk id="2" creationId="{00000000-0000-0000-0000-000000000000}"/>
          </ac:spMkLst>
        </pc:spChg>
        <pc:spChg chg="mod">
          <ac:chgData name="Димитър Минчев" userId="6da192e4-d32c-454b-8615-bbadf07b6639" providerId="ADAL" clId="{A6AD5908-63ED-4A09-B8A1-3A74B015268E}" dt="2023-02-21T22:40:42.023" v="345" actId="207"/>
          <ac:spMkLst>
            <pc:docMk/>
            <pc:sldMk cId="3716158922" sldId="485"/>
            <ac:spMk id="3" creationId="{00000000-0000-0000-0000-000000000000}"/>
          </ac:spMkLst>
        </pc:spChg>
        <pc:spChg chg="del mod">
          <ac:chgData name="Димитър Минчев" userId="6da192e4-d32c-454b-8615-bbadf07b6639" providerId="ADAL" clId="{A6AD5908-63ED-4A09-B8A1-3A74B015268E}" dt="2023-02-21T22:40:43.491" v="346" actId="478"/>
          <ac:spMkLst>
            <pc:docMk/>
            <pc:sldMk cId="3716158922" sldId="485"/>
            <ac:spMk id="5" creationId="{72BC8155-52AE-4B37-8A6E-37674EE0B089}"/>
          </ac:spMkLst>
        </pc:spChg>
        <pc:spChg chg="add del mod">
          <ac:chgData name="Димитър Минчев" userId="6da192e4-d32c-454b-8615-bbadf07b6639" providerId="ADAL" clId="{A6AD5908-63ED-4A09-B8A1-3A74B015268E}" dt="2023-02-21T22:40:30.726" v="339" actId="478"/>
          <ac:spMkLst>
            <pc:docMk/>
            <pc:sldMk cId="3716158922" sldId="485"/>
            <ac:spMk id="6" creationId="{DA2D2C4F-5655-A171-CDF4-84E2CE2858B1}"/>
          </ac:spMkLst>
        </pc:spChg>
        <pc:spChg chg="add mod">
          <ac:chgData name="Димитър Минчев" userId="6da192e4-d32c-454b-8615-bbadf07b6639" providerId="ADAL" clId="{A6AD5908-63ED-4A09-B8A1-3A74B015268E}" dt="2023-02-21T22:40:33.849" v="341" actId="20577"/>
          <ac:spMkLst>
            <pc:docMk/>
            <pc:sldMk cId="3716158922" sldId="485"/>
            <ac:spMk id="7" creationId="{40B7983E-5A22-9A56-8208-84E657DF6ECC}"/>
          </ac:spMkLst>
        </pc:spChg>
      </pc:sldChg>
      <pc:sldChg chg="addSp delSp modSp add mod">
        <pc:chgData name="Димитър Минчев" userId="6da192e4-d32c-454b-8615-bbadf07b6639" providerId="ADAL" clId="{A6AD5908-63ED-4A09-B8A1-3A74B015268E}" dt="2023-02-21T22:41:13.288" v="357" actId="478"/>
        <pc:sldMkLst>
          <pc:docMk/>
          <pc:sldMk cId="4133736496" sldId="486"/>
        </pc:sldMkLst>
        <pc:spChg chg="del">
          <ac:chgData name="Димитър Минчев" userId="6da192e4-d32c-454b-8615-bbadf07b6639" providerId="ADAL" clId="{A6AD5908-63ED-4A09-B8A1-3A74B015268E}" dt="2023-02-21T22:41:02.446" v="351" actId="478"/>
          <ac:spMkLst>
            <pc:docMk/>
            <pc:sldMk cId="4133736496" sldId="486"/>
            <ac:spMk id="2" creationId="{00000000-0000-0000-0000-000000000000}"/>
          </ac:spMkLst>
        </pc:spChg>
        <pc:spChg chg="mod">
          <ac:chgData name="Димитър Минчев" userId="6da192e4-d32c-454b-8615-bbadf07b6639" providerId="ADAL" clId="{A6AD5908-63ED-4A09-B8A1-3A74B015268E}" dt="2023-02-21T22:41:11.731" v="356" actId="207"/>
          <ac:spMkLst>
            <pc:docMk/>
            <pc:sldMk cId="4133736496" sldId="486"/>
            <ac:spMk id="3" creationId="{00000000-0000-0000-0000-000000000000}"/>
          </ac:spMkLst>
        </pc:spChg>
        <pc:spChg chg="del mod">
          <ac:chgData name="Димитър Минчев" userId="6da192e4-d32c-454b-8615-bbadf07b6639" providerId="ADAL" clId="{A6AD5908-63ED-4A09-B8A1-3A74B015268E}" dt="2023-02-21T22:41:13.288" v="357" actId="478"/>
          <ac:spMkLst>
            <pc:docMk/>
            <pc:sldMk cId="4133736496" sldId="486"/>
            <ac:spMk id="5" creationId="{AB70FB48-3379-4B40-BE07-C067E34502E7}"/>
          </ac:spMkLst>
        </pc:spChg>
        <pc:spChg chg="add del mod">
          <ac:chgData name="Димитър Минчев" userId="6da192e4-d32c-454b-8615-bbadf07b6639" providerId="ADAL" clId="{A6AD5908-63ED-4A09-B8A1-3A74B015268E}" dt="2023-02-21T22:41:04.416" v="352" actId="478"/>
          <ac:spMkLst>
            <pc:docMk/>
            <pc:sldMk cId="4133736496" sldId="486"/>
            <ac:spMk id="6" creationId="{FA6F4C16-3813-AEAF-5ED7-414AE3F3DCFC}"/>
          </ac:spMkLst>
        </pc:spChg>
        <pc:spChg chg="add mod">
          <ac:chgData name="Димитър Минчев" userId="6da192e4-d32c-454b-8615-bbadf07b6639" providerId="ADAL" clId="{A6AD5908-63ED-4A09-B8A1-3A74B015268E}" dt="2023-02-21T22:41:07.912" v="354" actId="20577"/>
          <ac:spMkLst>
            <pc:docMk/>
            <pc:sldMk cId="4133736496" sldId="486"/>
            <ac:spMk id="7" creationId="{3335FDBE-A396-39EA-7577-9B92E96B8E9C}"/>
          </ac:spMkLst>
        </pc:spChg>
      </pc:sldChg>
      <pc:sldChg chg="delSp modSp add mod">
        <pc:chgData name="Димитър Минчев" userId="6da192e4-d32c-454b-8615-bbadf07b6639" providerId="ADAL" clId="{A6AD5908-63ED-4A09-B8A1-3A74B015268E}" dt="2023-02-21T22:45:14.960" v="417" actId="20577"/>
        <pc:sldMkLst>
          <pc:docMk/>
          <pc:sldMk cId="3971902256" sldId="488"/>
        </pc:sldMkLst>
        <pc:spChg chg="mod">
          <ac:chgData name="Димитър Минчев" userId="6da192e4-d32c-454b-8615-bbadf07b6639" providerId="ADAL" clId="{A6AD5908-63ED-4A09-B8A1-3A74B015268E}" dt="2023-02-21T22:45:14.960" v="417" actId="20577"/>
          <ac:spMkLst>
            <pc:docMk/>
            <pc:sldMk cId="3971902256" sldId="488"/>
            <ac:spMk id="2" creationId="{00000000-0000-0000-0000-000000000000}"/>
          </ac:spMkLst>
        </pc:spChg>
        <pc:spChg chg="mod">
          <ac:chgData name="Димитър Минчев" userId="6da192e4-d32c-454b-8615-bbadf07b6639" providerId="ADAL" clId="{A6AD5908-63ED-4A09-B8A1-3A74B015268E}" dt="2023-02-21T22:41:38.854" v="360" actId="207"/>
          <ac:spMkLst>
            <pc:docMk/>
            <pc:sldMk cId="3971902256" sldId="488"/>
            <ac:spMk id="3" creationId="{00000000-0000-0000-0000-000000000000}"/>
          </ac:spMkLst>
        </pc:spChg>
        <pc:spChg chg="del mod">
          <ac:chgData name="Димитър Минчев" userId="6da192e4-d32c-454b-8615-bbadf07b6639" providerId="ADAL" clId="{A6AD5908-63ED-4A09-B8A1-3A74B015268E}" dt="2023-02-21T22:41:44.089" v="361" actId="478"/>
          <ac:spMkLst>
            <pc:docMk/>
            <pc:sldMk cId="3971902256" sldId="488"/>
            <ac:spMk id="5" creationId="{2F1864A5-DB61-40DD-B381-13242C7228B4}"/>
          </ac:spMkLst>
        </pc:spChg>
      </pc:sldChg>
      <pc:sldChg chg="addSp delSp modSp add mod modAnim">
        <pc:chgData name="Димитър Минчев" userId="6da192e4-d32c-454b-8615-bbadf07b6639" providerId="ADAL" clId="{A6AD5908-63ED-4A09-B8A1-3A74B015268E}" dt="2023-02-21T22:45:18.331" v="419" actId="6549"/>
        <pc:sldMkLst>
          <pc:docMk/>
          <pc:sldMk cId="460474271" sldId="489"/>
        </pc:sldMkLst>
        <pc:spChg chg="del mod">
          <ac:chgData name="Димитър Минчев" userId="6da192e4-d32c-454b-8615-bbadf07b6639" providerId="ADAL" clId="{A6AD5908-63ED-4A09-B8A1-3A74B015268E}" dt="2023-02-21T22:43:40.525" v="393" actId="478"/>
          <ac:spMkLst>
            <pc:docMk/>
            <pc:sldMk cId="460474271" sldId="489"/>
            <ac:spMk id="2" creationId="{00000000-0000-0000-0000-000000000000}"/>
          </ac:spMkLst>
        </pc:spChg>
        <pc:spChg chg="add del mod">
          <ac:chgData name="Димитър Минчев" userId="6da192e4-d32c-454b-8615-bbadf07b6639" providerId="ADAL" clId="{A6AD5908-63ED-4A09-B8A1-3A74B015268E}" dt="2023-02-21T22:43:42.694" v="394" actId="478"/>
          <ac:spMkLst>
            <pc:docMk/>
            <pc:sldMk cId="460474271" sldId="489"/>
            <ac:spMk id="4" creationId="{830BC99C-7F6B-B126-273E-170ECA92DEA6}"/>
          </ac:spMkLst>
        </pc:spChg>
        <pc:spChg chg="mod">
          <ac:chgData name="Димитър Минчев" userId="6da192e4-d32c-454b-8615-bbadf07b6639" providerId="ADAL" clId="{A6AD5908-63ED-4A09-B8A1-3A74B015268E}" dt="2023-02-21T22:42:46.426" v="378" actId="1076"/>
          <ac:spMkLst>
            <pc:docMk/>
            <pc:sldMk cId="460474271" sldId="489"/>
            <ac:spMk id="5" creationId="{00000000-0000-0000-0000-000000000000}"/>
          </ac:spMkLst>
        </pc:spChg>
        <pc:spChg chg="mod">
          <ac:chgData name="Димитър Минчев" userId="6da192e4-d32c-454b-8615-bbadf07b6639" providerId="ADAL" clId="{A6AD5908-63ED-4A09-B8A1-3A74B015268E}" dt="2023-02-21T22:42:46.426" v="378" actId="1076"/>
          <ac:spMkLst>
            <pc:docMk/>
            <pc:sldMk cId="460474271" sldId="489"/>
            <ac:spMk id="6" creationId="{00000000-0000-0000-0000-000000000000}"/>
          </ac:spMkLst>
        </pc:spChg>
        <pc:spChg chg="mod">
          <ac:chgData name="Димитър Минчев" userId="6da192e4-d32c-454b-8615-bbadf07b6639" providerId="ADAL" clId="{A6AD5908-63ED-4A09-B8A1-3A74B015268E}" dt="2023-02-21T22:42:46.426" v="378" actId="1076"/>
          <ac:spMkLst>
            <pc:docMk/>
            <pc:sldMk cId="460474271" sldId="489"/>
            <ac:spMk id="7" creationId="{00000000-0000-0000-0000-000000000000}"/>
          </ac:spMkLst>
        </pc:spChg>
        <pc:spChg chg="mod">
          <ac:chgData name="Димитър Минчев" userId="6da192e4-d32c-454b-8615-bbadf07b6639" providerId="ADAL" clId="{A6AD5908-63ED-4A09-B8A1-3A74B015268E}" dt="2023-02-21T22:42:46.426" v="378" actId="1076"/>
          <ac:spMkLst>
            <pc:docMk/>
            <pc:sldMk cId="460474271" sldId="489"/>
            <ac:spMk id="8" creationId="{00000000-0000-0000-0000-000000000000}"/>
          </ac:spMkLst>
        </pc:spChg>
        <pc:spChg chg="del mod">
          <ac:chgData name="Димитър Минчев" userId="6da192e4-d32c-454b-8615-bbadf07b6639" providerId="ADAL" clId="{A6AD5908-63ED-4A09-B8A1-3A74B015268E}" dt="2023-02-21T22:42:42.825" v="377" actId="478"/>
          <ac:spMkLst>
            <pc:docMk/>
            <pc:sldMk cId="460474271" sldId="489"/>
            <ac:spMk id="9" creationId="{AAA8E88A-8F21-440E-8998-105834249DC0}"/>
          </ac:spMkLst>
        </pc:spChg>
        <pc:spChg chg="add mod">
          <ac:chgData name="Димитър Минчев" userId="6da192e4-d32c-454b-8615-bbadf07b6639" providerId="ADAL" clId="{A6AD5908-63ED-4A09-B8A1-3A74B015268E}" dt="2023-02-21T22:45:18.331" v="419" actId="6549"/>
          <ac:spMkLst>
            <pc:docMk/>
            <pc:sldMk cId="460474271" sldId="489"/>
            <ac:spMk id="11" creationId="{F8F286DD-E782-BDB4-84B8-6A1F941D0018}"/>
          </ac:spMkLst>
        </pc:spChg>
        <pc:picChg chg="mod">
          <ac:chgData name="Димитър Минчев" userId="6da192e4-d32c-454b-8615-bbadf07b6639" providerId="ADAL" clId="{A6AD5908-63ED-4A09-B8A1-3A74B015268E}" dt="2023-02-21T22:42:46.426" v="378" actId="1076"/>
          <ac:picMkLst>
            <pc:docMk/>
            <pc:sldMk cId="460474271" sldId="489"/>
            <ac:picMk id="10" creationId="{00000000-0000-0000-0000-000000000000}"/>
          </ac:picMkLst>
        </pc:picChg>
      </pc:sldChg>
      <pc:sldChg chg="addSp delSp modSp add mod modAnim">
        <pc:chgData name="Димитър Минчев" userId="6da192e4-d32c-454b-8615-bbadf07b6639" providerId="ADAL" clId="{A6AD5908-63ED-4A09-B8A1-3A74B015268E}" dt="2023-02-21T22:45:22.608" v="420" actId="20577"/>
        <pc:sldMkLst>
          <pc:docMk/>
          <pc:sldMk cId="1913454114" sldId="490"/>
        </pc:sldMkLst>
        <pc:spChg chg="del">
          <ac:chgData name="Димитър Минчев" userId="6da192e4-d32c-454b-8615-bbadf07b6639" providerId="ADAL" clId="{A6AD5908-63ED-4A09-B8A1-3A74B015268E}" dt="2023-02-21T22:43:52.521" v="397" actId="478"/>
          <ac:spMkLst>
            <pc:docMk/>
            <pc:sldMk cId="1913454114" sldId="490"/>
            <ac:spMk id="2" creationId="{00000000-0000-0000-0000-000000000000}"/>
          </ac:spMkLst>
        </pc:spChg>
        <pc:spChg chg="add del mod">
          <ac:chgData name="Димитър Минчев" userId="6da192e4-d32c-454b-8615-bbadf07b6639" providerId="ADAL" clId="{A6AD5908-63ED-4A09-B8A1-3A74B015268E}" dt="2023-02-21T22:43:54.057" v="398" actId="478"/>
          <ac:spMkLst>
            <pc:docMk/>
            <pc:sldMk cId="1913454114" sldId="490"/>
            <ac:spMk id="4" creationId="{ADEB4107-80F7-47E5-E3ED-9B8D77C7BC04}"/>
          </ac:spMkLst>
        </pc:spChg>
        <pc:spChg chg="mod">
          <ac:chgData name="Димитър Минчев" userId="6da192e4-d32c-454b-8615-bbadf07b6639" providerId="ADAL" clId="{A6AD5908-63ED-4A09-B8A1-3A74B015268E}" dt="2023-02-21T22:44:10.349" v="402" actId="2711"/>
          <ac:spMkLst>
            <pc:docMk/>
            <pc:sldMk cId="1913454114" sldId="490"/>
            <ac:spMk id="5" creationId="{00000000-0000-0000-0000-000000000000}"/>
          </ac:spMkLst>
        </pc:spChg>
        <pc:spChg chg="mod">
          <ac:chgData name="Димитър Минчев" userId="6da192e4-d32c-454b-8615-bbadf07b6639" providerId="ADAL" clId="{A6AD5908-63ED-4A09-B8A1-3A74B015268E}" dt="2023-02-21T22:44:58.917" v="414"/>
          <ac:spMkLst>
            <pc:docMk/>
            <pc:sldMk cId="1913454114" sldId="490"/>
            <ac:spMk id="6" creationId="{00000000-0000-0000-0000-000000000000}"/>
          </ac:spMkLst>
        </pc:spChg>
        <pc:spChg chg="mod">
          <ac:chgData name="Димитър Минчев" userId="6da192e4-d32c-454b-8615-bbadf07b6639" providerId="ADAL" clId="{A6AD5908-63ED-4A09-B8A1-3A74B015268E}" dt="2023-02-21T22:44:58.917" v="414"/>
          <ac:spMkLst>
            <pc:docMk/>
            <pc:sldMk cId="1913454114" sldId="490"/>
            <ac:spMk id="7" creationId="{00000000-0000-0000-0000-000000000000}"/>
          </ac:spMkLst>
        </pc:spChg>
        <pc:spChg chg="add mod">
          <ac:chgData name="Димитър Минчев" userId="6da192e4-d32c-454b-8615-bbadf07b6639" providerId="ADAL" clId="{A6AD5908-63ED-4A09-B8A1-3A74B015268E}" dt="2023-02-21T22:45:22.608" v="420" actId="20577"/>
          <ac:spMkLst>
            <pc:docMk/>
            <pc:sldMk cId="1913454114" sldId="490"/>
            <ac:spMk id="8" creationId="{819E4C3D-FAEF-0999-C089-FC68E94F813C}"/>
          </ac:spMkLst>
        </pc:spChg>
        <pc:spChg chg="del mod">
          <ac:chgData name="Димитър Минчев" userId="6da192e4-d32c-454b-8615-bbadf07b6639" providerId="ADAL" clId="{A6AD5908-63ED-4A09-B8A1-3A74B015268E}" dt="2023-02-21T22:44:56.260" v="413" actId="478"/>
          <ac:spMkLst>
            <pc:docMk/>
            <pc:sldMk cId="1913454114" sldId="490"/>
            <ac:spMk id="9" creationId="{37CB01D5-832C-49AD-B2CB-E8FA150FD080}"/>
          </ac:spMkLst>
        </pc:spChg>
        <pc:spChg chg="mod">
          <ac:chgData name="Димитър Минчев" userId="6da192e4-d32c-454b-8615-bbadf07b6639" providerId="ADAL" clId="{A6AD5908-63ED-4A09-B8A1-3A74B015268E}" dt="2023-02-21T22:44:58.917" v="414"/>
          <ac:spMkLst>
            <pc:docMk/>
            <pc:sldMk cId="1913454114" sldId="490"/>
            <ac:spMk id="11" creationId="{00000000-0000-0000-0000-000000000000}"/>
          </ac:spMkLst>
        </pc:spChg>
        <pc:picChg chg="mod">
          <ac:chgData name="Димитър Минчев" userId="6da192e4-d32c-454b-8615-bbadf07b6639" providerId="ADAL" clId="{A6AD5908-63ED-4A09-B8A1-3A74B015268E}" dt="2023-02-21T22:44:43.366" v="411" actId="1076"/>
          <ac:picMkLst>
            <pc:docMk/>
            <pc:sldMk cId="1913454114" sldId="490"/>
            <ac:picMk id="10" creationId="{00000000-0000-0000-0000-000000000000}"/>
          </ac:picMkLst>
        </pc:picChg>
      </pc:sldChg>
      <pc:sldChg chg="addSp delSp modSp add mod">
        <pc:chgData name="Димитър Минчев" userId="6da192e4-d32c-454b-8615-bbadf07b6639" providerId="ADAL" clId="{A6AD5908-63ED-4A09-B8A1-3A74B015268E}" dt="2023-02-21T22:46:15.005" v="436" actId="478"/>
        <pc:sldMkLst>
          <pc:docMk/>
          <pc:sldMk cId="2308538275" sldId="491"/>
        </pc:sldMkLst>
        <pc:spChg chg="del">
          <ac:chgData name="Димитър Минчев" userId="6da192e4-d32c-454b-8615-bbadf07b6639" providerId="ADAL" clId="{A6AD5908-63ED-4A09-B8A1-3A74B015268E}" dt="2023-02-21T22:45:28.913" v="421" actId="478"/>
          <ac:spMkLst>
            <pc:docMk/>
            <pc:sldMk cId="2308538275" sldId="491"/>
            <ac:spMk id="2" creationId="{00000000-0000-0000-0000-000000000000}"/>
          </ac:spMkLst>
        </pc:spChg>
        <pc:spChg chg="add del mod">
          <ac:chgData name="Димитър Минчев" userId="6da192e4-d32c-454b-8615-bbadf07b6639" providerId="ADAL" clId="{A6AD5908-63ED-4A09-B8A1-3A74B015268E}" dt="2023-02-21T22:45:29.846" v="422" actId="478"/>
          <ac:spMkLst>
            <pc:docMk/>
            <pc:sldMk cId="2308538275" sldId="491"/>
            <ac:spMk id="4" creationId="{ECC77BDE-57A7-D8D4-1BED-DD51DA171F4B}"/>
          </ac:spMkLst>
        </pc:spChg>
        <pc:spChg chg="mod">
          <ac:chgData name="Димитър Минчев" userId="6da192e4-d32c-454b-8615-bbadf07b6639" providerId="ADAL" clId="{A6AD5908-63ED-4A09-B8A1-3A74B015268E}" dt="2023-02-21T22:45:48.469" v="427" actId="1076"/>
          <ac:spMkLst>
            <pc:docMk/>
            <pc:sldMk cId="2308538275" sldId="491"/>
            <ac:spMk id="5" creationId="{00000000-0000-0000-0000-000000000000}"/>
          </ac:spMkLst>
        </pc:spChg>
        <pc:spChg chg="mod">
          <ac:chgData name="Димитър Минчев" userId="6da192e4-d32c-454b-8615-bbadf07b6639" providerId="ADAL" clId="{A6AD5908-63ED-4A09-B8A1-3A74B015268E}" dt="2023-02-21T22:46:12.974" v="435" actId="207"/>
          <ac:spMkLst>
            <pc:docMk/>
            <pc:sldMk cId="2308538275" sldId="491"/>
            <ac:spMk id="6" creationId="{00000000-0000-0000-0000-000000000000}"/>
          </ac:spMkLst>
        </pc:spChg>
        <pc:spChg chg="add mod">
          <ac:chgData name="Димитър Минчев" userId="6da192e4-d32c-454b-8615-bbadf07b6639" providerId="ADAL" clId="{A6AD5908-63ED-4A09-B8A1-3A74B015268E}" dt="2023-02-21T22:45:32.466" v="424" actId="20577"/>
          <ac:spMkLst>
            <pc:docMk/>
            <pc:sldMk cId="2308538275" sldId="491"/>
            <ac:spMk id="7" creationId="{356EB86F-9E02-C3EB-4710-83A7CC7B4BC6}"/>
          </ac:spMkLst>
        </pc:spChg>
        <pc:spChg chg="del mod">
          <ac:chgData name="Димитър Минчев" userId="6da192e4-d32c-454b-8615-bbadf07b6639" providerId="ADAL" clId="{A6AD5908-63ED-4A09-B8A1-3A74B015268E}" dt="2023-02-21T22:46:15.005" v="436" actId="478"/>
          <ac:spMkLst>
            <pc:docMk/>
            <pc:sldMk cId="2308538275" sldId="491"/>
            <ac:spMk id="9" creationId="{8A65D895-0238-4707-A0E7-2D32480477B2}"/>
          </ac:spMkLst>
        </pc:spChg>
        <pc:picChg chg="mod">
          <ac:chgData name="Димитър Минчев" userId="6da192e4-d32c-454b-8615-bbadf07b6639" providerId="ADAL" clId="{A6AD5908-63ED-4A09-B8A1-3A74B015268E}" dt="2023-02-21T22:46:00.632" v="431" actId="1076"/>
          <ac:picMkLst>
            <pc:docMk/>
            <pc:sldMk cId="2308538275" sldId="491"/>
            <ac:picMk id="8" creationId="{00000000-0000-0000-0000-000000000000}"/>
          </ac:picMkLst>
        </pc:picChg>
        <pc:picChg chg="del">
          <ac:chgData name="Димитър Минчев" userId="6da192e4-d32c-454b-8615-bbadf07b6639" providerId="ADAL" clId="{A6AD5908-63ED-4A09-B8A1-3A74B015268E}" dt="2023-02-21T22:45:35.677" v="425" actId="478"/>
          <ac:picMkLst>
            <pc:docMk/>
            <pc:sldMk cId="2308538275" sldId="491"/>
            <ac:picMk id="3074" creationId="{00000000-0000-0000-0000-000000000000}"/>
          </ac:picMkLst>
        </pc:picChg>
      </pc:sldChg>
      <pc:sldChg chg="delSp modSp add mod">
        <pc:chgData name="Димитър Минчев" userId="6da192e4-d32c-454b-8615-bbadf07b6639" providerId="ADAL" clId="{A6AD5908-63ED-4A09-B8A1-3A74B015268E}" dt="2023-02-21T22:48:03.763" v="471" actId="1076"/>
        <pc:sldMkLst>
          <pc:docMk/>
          <pc:sldMk cId="1326704567" sldId="492"/>
        </pc:sldMkLst>
        <pc:spChg chg="mod">
          <ac:chgData name="Димитър Минчев" userId="6da192e4-d32c-454b-8615-bbadf07b6639" providerId="ADAL" clId="{A6AD5908-63ED-4A09-B8A1-3A74B015268E}" dt="2023-02-21T22:48:03.763" v="471" actId="1076"/>
          <ac:spMkLst>
            <pc:docMk/>
            <pc:sldMk cId="1326704567" sldId="492"/>
            <ac:spMk id="2" creationId="{00000000-0000-0000-0000-000000000000}"/>
          </ac:spMkLst>
        </pc:spChg>
        <pc:spChg chg="mod">
          <ac:chgData name="Димитър Минчев" userId="6da192e4-d32c-454b-8615-bbadf07b6639" providerId="ADAL" clId="{A6AD5908-63ED-4A09-B8A1-3A74B015268E}" dt="2023-02-21T22:47:21.034" v="457" actId="1076"/>
          <ac:spMkLst>
            <pc:docMk/>
            <pc:sldMk cId="1326704567" sldId="492"/>
            <ac:spMk id="3" creationId="{00000000-0000-0000-0000-000000000000}"/>
          </ac:spMkLst>
        </pc:spChg>
        <pc:spChg chg="mod">
          <ac:chgData name="Димитър Минчев" userId="6da192e4-d32c-454b-8615-bbadf07b6639" providerId="ADAL" clId="{A6AD5908-63ED-4A09-B8A1-3A74B015268E}" dt="2023-02-21T22:47:21.034" v="457" actId="1076"/>
          <ac:spMkLst>
            <pc:docMk/>
            <pc:sldMk cId="1326704567" sldId="492"/>
            <ac:spMk id="5" creationId="{00000000-0000-0000-0000-000000000000}"/>
          </ac:spMkLst>
        </pc:spChg>
        <pc:spChg chg="del mod">
          <ac:chgData name="Димитър Минчев" userId="6da192e4-d32c-454b-8615-bbadf07b6639" providerId="ADAL" clId="{A6AD5908-63ED-4A09-B8A1-3A74B015268E}" dt="2023-02-21T22:46:59.504" v="451" actId="478"/>
          <ac:spMkLst>
            <pc:docMk/>
            <pc:sldMk cId="1326704567" sldId="492"/>
            <ac:spMk id="7" creationId="{4214BD7C-E040-44D7-81C1-015507348036}"/>
          </ac:spMkLst>
        </pc:spChg>
        <pc:picChg chg="mod">
          <ac:chgData name="Димитър Минчев" userId="6da192e4-d32c-454b-8615-bbadf07b6639" providerId="ADAL" clId="{A6AD5908-63ED-4A09-B8A1-3A74B015268E}" dt="2023-02-21T22:47:21.034" v="457" actId="1076"/>
          <ac:picMkLst>
            <pc:docMk/>
            <pc:sldMk cId="1326704567" sldId="492"/>
            <ac:picMk id="8" creationId="{00000000-0000-0000-0000-000000000000}"/>
          </ac:picMkLst>
        </pc:picChg>
      </pc:sldChg>
      <pc:sldChg chg="addSp delSp modSp add mod">
        <pc:chgData name="Димитър Минчев" userId="6da192e4-d32c-454b-8615-bbadf07b6639" providerId="ADAL" clId="{A6AD5908-63ED-4A09-B8A1-3A74B015268E}" dt="2023-02-21T22:49:04.661" v="487" actId="1076"/>
        <pc:sldMkLst>
          <pc:docMk/>
          <pc:sldMk cId="4239212920" sldId="493"/>
        </pc:sldMkLst>
        <pc:spChg chg="del">
          <ac:chgData name="Димитър Минчев" userId="6da192e4-d32c-454b-8615-bbadf07b6639" providerId="ADAL" clId="{A6AD5908-63ED-4A09-B8A1-3A74B015268E}" dt="2023-02-21T22:48:10.720" v="472" actId="478"/>
          <ac:spMkLst>
            <pc:docMk/>
            <pc:sldMk cId="4239212920" sldId="493"/>
            <ac:spMk id="2" creationId="{00000000-0000-0000-0000-000000000000}"/>
          </ac:spMkLst>
        </pc:spChg>
        <pc:spChg chg="mod">
          <ac:chgData name="Димитър Минчев" userId="6da192e4-d32c-454b-8615-bbadf07b6639" providerId="ADAL" clId="{A6AD5908-63ED-4A09-B8A1-3A74B015268E}" dt="2023-02-21T22:49:04.661" v="487" actId="1076"/>
          <ac:spMkLst>
            <pc:docMk/>
            <pc:sldMk cId="4239212920" sldId="493"/>
            <ac:spMk id="3" creationId="{00000000-0000-0000-0000-000000000000}"/>
          </ac:spMkLst>
        </pc:spChg>
        <pc:spChg chg="mod">
          <ac:chgData name="Димитър Минчев" userId="6da192e4-d32c-454b-8615-bbadf07b6639" providerId="ADAL" clId="{A6AD5908-63ED-4A09-B8A1-3A74B015268E}" dt="2023-02-21T22:48:56.655" v="486" actId="207"/>
          <ac:spMkLst>
            <pc:docMk/>
            <pc:sldMk cId="4239212920" sldId="493"/>
            <ac:spMk id="5" creationId="{00000000-0000-0000-0000-000000000000}"/>
          </ac:spMkLst>
        </pc:spChg>
        <pc:spChg chg="add del mod">
          <ac:chgData name="Димитър Минчев" userId="6da192e4-d32c-454b-8615-bbadf07b6639" providerId="ADAL" clId="{A6AD5908-63ED-4A09-B8A1-3A74B015268E}" dt="2023-02-21T22:48:12.676" v="473" actId="478"/>
          <ac:spMkLst>
            <pc:docMk/>
            <pc:sldMk cId="4239212920" sldId="493"/>
            <ac:spMk id="6" creationId="{44D53AC6-3313-7CA3-1B10-0181652B81CB}"/>
          </ac:spMkLst>
        </pc:spChg>
        <pc:spChg chg="del mod">
          <ac:chgData name="Димитър Минчев" userId="6da192e4-d32c-454b-8615-bbadf07b6639" providerId="ADAL" clId="{A6AD5908-63ED-4A09-B8A1-3A74B015268E}" dt="2023-02-21T22:48:42.337" v="481" actId="478"/>
          <ac:spMkLst>
            <pc:docMk/>
            <pc:sldMk cId="4239212920" sldId="493"/>
            <ac:spMk id="8" creationId="{6570A5E5-A34F-4441-BAB3-E687691BA748}"/>
          </ac:spMkLst>
        </pc:spChg>
        <pc:spChg chg="add mod">
          <ac:chgData name="Димитър Минчев" userId="6da192e4-d32c-454b-8615-bbadf07b6639" providerId="ADAL" clId="{A6AD5908-63ED-4A09-B8A1-3A74B015268E}" dt="2023-02-21T22:48:23.726" v="477" actId="2711"/>
          <ac:spMkLst>
            <pc:docMk/>
            <pc:sldMk cId="4239212920" sldId="493"/>
            <ac:spMk id="9" creationId="{141379CE-B30C-C77A-2462-7D4B8E96E5B1}"/>
          </ac:spMkLst>
        </pc:spChg>
        <pc:picChg chg="mod">
          <ac:chgData name="Димитър Минчев" userId="6da192e4-d32c-454b-8615-bbadf07b6639" providerId="ADAL" clId="{A6AD5908-63ED-4A09-B8A1-3A74B015268E}" dt="2023-02-21T22:48:43.800" v="482" actId="1076"/>
          <ac:picMkLst>
            <pc:docMk/>
            <pc:sldMk cId="4239212920" sldId="493"/>
            <ac:picMk id="7" creationId="{00000000-0000-0000-0000-000000000000}"/>
          </ac:picMkLst>
        </pc:picChg>
      </pc:sldChg>
      <pc:sldChg chg="addSp delSp modSp add mod modAnim">
        <pc:chgData name="Димитър Минчев" userId="6da192e4-d32c-454b-8615-bbadf07b6639" providerId="ADAL" clId="{A6AD5908-63ED-4A09-B8A1-3A74B015268E}" dt="2023-02-21T22:50:19.053" v="507"/>
        <pc:sldMkLst>
          <pc:docMk/>
          <pc:sldMk cId="1146091471" sldId="494"/>
        </pc:sldMkLst>
        <pc:spChg chg="del">
          <ac:chgData name="Димитър Минчев" userId="6da192e4-d32c-454b-8615-bbadf07b6639" providerId="ADAL" clId="{A6AD5908-63ED-4A09-B8A1-3A74B015268E}" dt="2023-02-21T22:49:09.511" v="488" actId="478"/>
          <ac:spMkLst>
            <pc:docMk/>
            <pc:sldMk cId="1146091471" sldId="494"/>
            <ac:spMk id="2" creationId="{00000000-0000-0000-0000-000000000000}"/>
          </ac:spMkLst>
        </pc:spChg>
        <pc:spChg chg="mod">
          <ac:chgData name="Димитър Минчев" userId="6da192e4-d32c-454b-8615-bbadf07b6639" providerId="ADAL" clId="{A6AD5908-63ED-4A09-B8A1-3A74B015268E}" dt="2023-02-21T22:49:30.451" v="495" actId="1076"/>
          <ac:spMkLst>
            <pc:docMk/>
            <pc:sldMk cId="1146091471" sldId="494"/>
            <ac:spMk id="3" creationId="{00000000-0000-0000-0000-000000000000}"/>
          </ac:spMkLst>
        </pc:spChg>
        <pc:spChg chg="mod">
          <ac:chgData name="Димитър Минчев" userId="6da192e4-d32c-454b-8615-bbadf07b6639" providerId="ADAL" clId="{A6AD5908-63ED-4A09-B8A1-3A74B015268E}" dt="2023-02-21T22:50:04.145" v="503" actId="207"/>
          <ac:spMkLst>
            <pc:docMk/>
            <pc:sldMk cId="1146091471" sldId="494"/>
            <ac:spMk id="5" creationId="{00000000-0000-0000-0000-000000000000}"/>
          </ac:spMkLst>
        </pc:spChg>
        <pc:spChg chg="add del mod">
          <ac:chgData name="Димитър Минчев" userId="6da192e4-d32c-454b-8615-bbadf07b6639" providerId="ADAL" clId="{A6AD5908-63ED-4A09-B8A1-3A74B015268E}" dt="2023-02-21T22:49:11.505" v="489" actId="478"/>
          <ac:spMkLst>
            <pc:docMk/>
            <pc:sldMk cId="1146091471" sldId="494"/>
            <ac:spMk id="6" creationId="{9734AF17-4CAC-CB79-5581-012B71C95085}"/>
          </ac:spMkLst>
        </pc:spChg>
        <pc:spChg chg="mod">
          <ac:chgData name="Димитър Минчев" userId="6da192e4-d32c-454b-8615-bbadf07b6639" providerId="ADAL" clId="{A6AD5908-63ED-4A09-B8A1-3A74B015268E}" dt="2023-02-21T22:50:07.722" v="504" actId="1076"/>
          <ac:spMkLst>
            <pc:docMk/>
            <pc:sldMk cId="1146091471" sldId="494"/>
            <ac:spMk id="7" creationId="{00000000-0000-0000-0000-000000000000}"/>
          </ac:spMkLst>
        </pc:spChg>
        <pc:spChg chg="del mod">
          <ac:chgData name="Димитър Минчев" userId="6da192e4-d32c-454b-8615-bbadf07b6639" providerId="ADAL" clId="{A6AD5908-63ED-4A09-B8A1-3A74B015268E}" dt="2023-02-21T22:50:15.119" v="506" actId="478"/>
          <ac:spMkLst>
            <pc:docMk/>
            <pc:sldMk cId="1146091471" sldId="494"/>
            <ac:spMk id="9" creationId="{A5A3672D-9893-440E-A501-D429B27E1A6E}"/>
          </ac:spMkLst>
        </pc:spChg>
        <pc:spChg chg="add mod">
          <ac:chgData name="Димитър Минчев" userId="6da192e4-d32c-454b-8615-bbadf07b6639" providerId="ADAL" clId="{A6AD5908-63ED-4A09-B8A1-3A74B015268E}" dt="2023-02-21T22:49:19.934" v="492" actId="20577"/>
          <ac:spMkLst>
            <pc:docMk/>
            <pc:sldMk cId="1146091471" sldId="494"/>
            <ac:spMk id="10" creationId="{52C9437F-3895-36EC-4760-1F4CC2F88750}"/>
          </ac:spMkLst>
        </pc:spChg>
        <pc:picChg chg="mod">
          <ac:chgData name="Димитър Минчев" userId="6da192e4-d32c-454b-8615-bbadf07b6639" providerId="ADAL" clId="{A6AD5908-63ED-4A09-B8A1-3A74B015268E}" dt="2023-02-21T22:50:13.560" v="505" actId="1076"/>
          <ac:picMkLst>
            <pc:docMk/>
            <pc:sldMk cId="1146091471" sldId="494"/>
            <ac:picMk id="8" creationId="{00000000-0000-0000-0000-000000000000}"/>
          </ac:picMkLst>
        </pc:picChg>
      </pc:sldChg>
      <pc:sldChg chg="addSp delSp modSp add mod">
        <pc:chgData name="Димитър Минчев" userId="6da192e4-d32c-454b-8615-bbadf07b6639" providerId="ADAL" clId="{A6AD5908-63ED-4A09-B8A1-3A74B015268E}" dt="2023-02-21T22:51:53.047" v="533" actId="478"/>
        <pc:sldMkLst>
          <pc:docMk/>
          <pc:sldMk cId="229400757" sldId="495"/>
        </pc:sldMkLst>
        <pc:spChg chg="del">
          <ac:chgData name="Димитър Минчев" userId="6da192e4-d32c-454b-8615-bbadf07b6639" providerId="ADAL" clId="{A6AD5908-63ED-4A09-B8A1-3A74B015268E}" dt="2023-02-21T22:50:25.975" v="508" actId="478"/>
          <ac:spMkLst>
            <pc:docMk/>
            <pc:sldMk cId="229400757" sldId="495"/>
            <ac:spMk id="2" creationId="{00000000-0000-0000-0000-000000000000}"/>
          </ac:spMkLst>
        </pc:spChg>
        <pc:spChg chg="mod">
          <ac:chgData name="Димитър Минчев" userId="6da192e4-d32c-454b-8615-bbadf07b6639" providerId="ADAL" clId="{A6AD5908-63ED-4A09-B8A1-3A74B015268E}" dt="2023-02-21T22:51:20.227" v="520" actId="313"/>
          <ac:spMkLst>
            <pc:docMk/>
            <pc:sldMk cId="229400757" sldId="495"/>
            <ac:spMk id="3" creationId="{00000000-0000-0000-0000-000000000000}"/>
          </ac:spMkLst>
        </pc:spChg>
        <pc:spChg chg="mod">
          <ac:chgData name="Димитър Минчев" userId="6da192e4-d32c-454b-8615-bbadf07b6639" providerId="ADAL" clId="{A6AD5908-63ED-4A09-B8A1-3A74B015268E}" dt="2023-02-21T22:51:51.292" v="532" actId="207"/>
          <ac:spMkLst>
            <pc:docMk/>
            <pc:sldMk cId="229400757" sldId="495"/>
            <ac:spMk id="5" creationId="{00000000-0000-0000-0000-000000000000}"/>
          </ac:spMkLst>
        </pc:spChg>
        <pc:spChg chg="add del mod">
          <ac:chgData name="Димитър Минчев" userId="6da192e4-d32c-454b-8615-bbadf07b6639" providerId="ADAL" clId="{A6AD5908-63ED-4A09-B8A1-3A74B015268E}" dt="2023-02-21T22:50:28.230" v="509" actId="478"/>
          <ac:spMkLst>
            <pc:docMk/>
            <pc:sldMk cId="229400757" sldId="495"/>
            <ac:spMk id="6" creationId="{B525D176-B403-9CFC-0A13-A63EB124245B}"/>
          </ac:spMkLst>
        </pc:spChg>
        <pc:spChg chg="add mod">
          <ac:chgData name="Димитър Минчев" userId="6da192e4-d32c-454b-8615-bbadf07b6639" providerId="ADAL" clId="{A6AD5908-63ED-4A09-B8A1-3A74B015268E}" dt="2023-02-21T22:50:31.632" v="511" actId="20577"/>
          <ac:spMkLst>
            <pc:docMk/>
            <pc:sldMk cId="229400757" sldId="495"/>
            <ac:spMk id="8" creationId="{F2DE165C-0417-7C62-5C30-F4AE84A198E9}"/>
          </ac:spMkLst>
        </pc:spChg>
        <pc:spChg chg="del mod">
          <ac:chgData name="Димитър Минчев" userId="6da192e4-d32c-454b-8615-bbadf07b6639" providerId="ADAL" clId="{A6AD5908-63ED-4A09-B8A1-3A74B015268E}" dt="2023-02-21T22:51:53.047" v="533" actId="478"/>
          <ac:spMkLst>
            <pc:docMk/>
            <pc:sldMk cId="229400757" sldId="495"/>
            <ac:spMk id="9" creationId="{32216E0F-FE56-4980-87AB-C1D1EA1FA48F}"/>
          </ac:spMkLst>
        </pc:spChg>
        <pc:picChg chg="mod">
          <ac:chgData name="Димитър Минчев" userId="6da192e4-d32c-454b-8615-bbadf07b6639" providerId="ADAL" clId="{A6AD5908-63ED-4A09-B8A1-3A74B015268E}" dt="2023-02-21T22:51:24.765" v="522" actId="1076"/>
          <ac:picMkLst>
            <pc:docMk/>
            <pc:sldMk cId="229400757" sldId="495"/>
            <ac:picMk id="7" creationId="{00000000-0000-0000-0000-000000000000}"/>
          </ac:picMkLst>
        </pc:picChg>
        <pc:picChg chg="mod">
          <ac:chgData name="Димитър Минчев" userId="6da192e4-d32c-454b-8615-bbadf07b6639" providerId="ADAL" clId="{A6AD5908-63ED-4A09-B8A1-3A74B015268E}" dt="2023-02-21T22:51:38.022" v="528" actId="1076"/>
          <ac:picMkLst>
            <pc:docMk/>
            <pc:sldMk cId="229400757" sldId="495"/>
            <ac:picMk id="10" creationId="{00000000-0000-0000-0000-000000000000}"/>
          </ac:picMkLst>
        </pc:picChg>
        <pc:picChg chg="mod">
          <ac:chgData name="Димитър Минчев" userId="6da192e4-d32c-454b-8615-bbadf07b6639" providerId="ADAL" clId="{A6AD5908-63ED-4A09-B8A1-3A74B015268E}" dt="2023-02-21T22:51:32.947" v="525" actId="1076"/>
          <ac:picMkLst>
            <pc:docMk/>
            <pc:sldMk cId="229400757" sldId="495"/>
            <ac:picMk id="2050" creationId="{00000000-0000-0000-0000-000000000000}"/>
          </ac:picMkLst>
        </pc:picChg>
      </pc:sldChg>
      <pc:sldChg chg="addSp delSp modSp add mod">
        <pc:chgData name="Димитър Минчев" userId="6da192e4-d32c-454b-8615-bbadf07b6639" providerId="ADAL" clId="{A6AD5908-63ED-4A09-B8A1-3A74B015268E}" dt="2023-02-21T22:52:39.643" v="552" actId="478"/>
        <pc:sldMkLst>
          <pc:docMk/>
          <pc:sldMk cId="3352527677" sldId="496"/>
        </pc:sldMkLst>
        <pc:spChg chg="del">
          <ac:chgData name="Димитър Минчев" userId="6da192e4-d32c-454b-8615-bbadf07b6639" providerId="ADAL" clId="{A6AD5908-63ED-4A09-B8A1-3A74B015268E}" dt="2023-02-21T22:51:57.775" v="534" actId="478"/>
          <ac:spMkLst>
            <pc:docMk/>
            <pc:sldMk cId="3352527677" sldId="496"/>
            <ac:spMk id="2" creationId="{00000000-0000-0000-0000-000000000000}"/>
          </ac:spMkLst>
        </pc:spChg>
        <pc:spChg chg="add del mod">
          <ac:chgData name="Димитър Минчев" userId="6da192e4-d32c-454b-8615-bbadf07b6639" providerId="ADAL" clId="{A6AD5908-63ED-4A09-B8A1-3A74B015268E}" dt="2023-02-21T22:51:59.207" v="535" actId="478"/>
          <ac:spMkLst>
            <pc:docMk/>
            <pc:sldMk cId="3352527677" sldId="496"/>
            <ac:spMk id="4" creationId="{AE30C270-445E-FB44-2CBC-2C2E5B5E473E}"/>
          </ac:spMkLst>
        </pc:spChg>
        <pc:spChg chg="mod">
          <ac:chgData name="Димитър Минчев" userId="6da192e4-d32c-454b-8615-bbadf07b6639" providerId="ADAL" clId="{A6AD5908-63ED-4A09-B8A1-3A74B015268E}" dt="2023-02-21T22:52:34.082" v="551" actId="113"/>
          <ac:spMkLst>
            <pc:docMk/>
            <pc:sldMk cId="3352527677" sldId="496"/>
            <ac:spMk id="5" creationId="{00000000-0000-0000-0000-000000000000}"/>
          </ac:spMkLst>
        </pc:spChg>
        <pc:spChg chg="del mod">
          <ac:chgData name="Димитър Минчев" userId="6da192e4-d32c-454b-8615-bbadf07b6639" providerId="ADAL" clId="{A6AD5908-63ED-4A09-B8A1-3A74B015268E}" dt="2023-02-21T22:52:39.643" v="552" actId="478"/>
          <ac:spMkLst>
            <pc:docMk/>
            <pc:sldMk cId="3352527677" sldId="496"/>
            <ac:spMk id="6" creationId="{42E15B88-CBA2-43FB-9A4B-E150F81553BF}"/>
          </ac:spMkLst>
        </pc:spChg>
        <pc:spChg chg="add mod">
          <ac:chgData name="Димитър Минчев" userId="6da192e4-d32c-454b-8615-bbadf07b6639" providerId="ADAL" clId="{A6AD5908-63ED-4A09-B8A1-3A74B015268E}" dt="2023-02-21T22:52:03.897" v="537" actId="20577"/>
          <ac:spMkLst>
            <pc:docMk/>
            <pc:sldMk cId="3352527677" sldId="496"/>
            <ac:spMk id="7" creationId="{E272C452-706A-B66E-1A70-FF7769EB2F78}"/>
          </ac:spMkLst>
        </pc:spChg>
      </pc:sldChg>
      <pc:sldChg chg="delSp modSp add mod">
        <pc:chgData name="Димитър Минчев" userId="6da192e4-d32c-454b-8615-bbadf07b6639" providerId="ADAL" clId="{A6AD5908-63ED-4A09-B8A1-3A74B015268E}" dt="2023-02-21T22:53:02.335" v="561" actId="478"/>
        <pc:sldMkLst>
          <pc:docMk/>
          <pc:sldMk cId="3295239242" sldId="497"/>
        </pc:sldMkLst>
        <pc:spChg chg="mod">
          <ac:chgData name="Димитър Минчев" userId="6da192e4-d32c-454b-8615-bbadf07b6639" providerId="ADAL" clId="{A6AD5908-63ED-4A09-B8A1-3A74B015268E}" dt="2023-02-21T22:52:58.850" v="560" actId="404"/>
          <ac:spMkLst>
            <pc:docMk/>
            <pc:sldMk cId="3295239242" sldId="497"/>
            <ac:spMk id="2" creationId="{00000000-0000-0000-0000-000000000000}"/>
          </ac:spMkLst>
        </pc:spChg>
        <pc:spChg chg="del mod">
          <ac:chgData name="Димитър Минчев" userId="6da192e4-d32c-454b-8615-bbadf07b6639" providerId="ADAL" clId="{A6AD5908-63ED-4A09-B8A1-3A74B015268E}" dt="2023-02-21T22:53:02.335" v="561" actId="478"/>
          <ac:spMkLst>
            <pc:docMk/>
            <pc:sldMk cId="3295239242" sldId="497"/>
            <ac:spMk id="5" creationId="{A971509D-3343-4D61-9287-98EBF1905140}"/>
          </ac:spMkLst>
        </pc:spChg>
        <pc:spChg chg="mod">
          <ac:chgData name="Димитър Минчев" userId="6da192e4-d32c-454b-8615-bbadf07b6639" providerId="ADAL" clId="{A6AD5908-63ED-4A09-B8A1-3A74B015268E}" dt="2023-02-21T22:52:55.305" v="557" actId="27636"/>
          <ac:spMkLst>
            <pc:docMk/>
            <pc:sldMk cId="3295239242" sldId="497"/>
            <ac:spMk id="7" creationId="{00000000-0000-0000-0000-000000000000}"/>
          </ac:spMkLst>
        </pc:spChg>
      </pc:sldChg>
      <pc:sldChg chg="delSp modSp add mod">
        <pc:chgData name="Димитър Минчев" userId="6da192e4-d32c-454b-8615-bbadf07b6639" providerId="ADAL" clId="{A6AD5908-63ED-4A09-B8A1-3A74B015268E}" dt="2023-02-21T22:55:30.962" v="606" actId="20577"/>
        <pc:sldMkLst>
          <pc:docMk/>
          <pc:sldMk cId="183861375" sldId="499"/>
        </pc:sldMkLst>
        <pc:spChg chg="mod">
          <ac:chgData name="Димитър Минчев" userId="6da192e4-d32c-454b-8615-bbadf07b6639" providerId="ADAL" clId="{A6AD5908-63ED-4A09-B8A1-3A74B015268E}" dt="2023-02-21T22:55:30.962" v="606" actId="20577"/>
          <ac:spMkLst>
            <pc:docMk/>
            <pc:sldMk cId="183861375" sldId="499"/>
            <ac:spMk id="2" creationId="{00000000-0000-0000-0000-000000000000}"/>
          </ac:spMkLst>
        </pc:spChg>
        <pc:spChg chg="mod">
          <ac:chgData name="Димитър Минчев" userId="6da192e4-d32c-454b-8615-bbadf07b6639" providerId="ADAL" clId="{A6AD5908-63ED-4A09-B8A1-3A74B015268E}" dt="2023-02-21T22:54:09.833" v="583" actId="2711"/>
          <ac:spMkLst>
            <pc:docMk/>
            <pc:sldMk cId="183861375" sldId="499"/>
            <ac:spMk id="3" creationId="{00000000-0000-0000-0000-000000000000}"/>
          </ac:spMkLst>
        </pc:spChg>
        <pc:spChg chg="mod">
          <ac:chgData name="Димитър Минчев" userId="6da192e4-d32c-454b-8615-bbadf07b6639" providerId="ADAL" clId="{A6AD5908-63ED-4A09-B8A1-3A74B015268E}" dt="2023-02-21T22:55:21.084" v="603" actId="207"/>
          <ac:spMkLst>
            <pc:docMk/>
            <pc:sldMk cId="183861375" sldId="499"/>
            <ac:spMk id="5" creationId="{00000000-0000-0000-0000-000000000000}"/>
          </ac:spMkLst>
        </pc:spChg>
        <pc:spChg chg="del mod">
          <ac:chgData name="Димитър Минчев" userId="6da192e4-d32c-454b-8615-bbadf07b6639" providerId="ADAL" clId="{A6AD5908-63ED-4A09-B8A1-3A74B015268E}" dt="2023-02-21T22:54:13.274" v="584" actId="478"/>
          <ac:spMkLst>
            <pc:docMk/>
            <pc:sldMk cId="183861375" sldId="499"/>
            <ac:spMk id="6" creationId="{BE391166-9418-4068-A166-77B428B34866}"/>
          </ac:spMkLst>
        </pc:spChg>
      </pc:sldChg>
      <pc:sldChg chg="delSp modSp add mod">
        <pc:chgData name="Димитър Минчев" userId="6da192e4-d32c-454b-8615-bbadf07b6639" providerId="ADAL" clId="{A6AD5908-63ED-4A09-B8A1-3A74B015268E}" dt="2023-02-21T22:58:44.762" v="647" actId="14100"/>
        <pc:sldMkLst>
          <pc:docMk/>
          <pc:sldMk cId="3625446922" sldId="500"/>
        </pc:sldMkLst>
        <pc:spChg chg="mod">
          <ac:chgData name="Димитър Минчев" userId="6da192e4-d32c-454b-8615-bbadf07b6639" providerId="ADAL" clId="{A6AD5908-63ED-4A09-B8A1-3A74B015268E}" dt="2023-02-21T22:56:51.356" v="623" actId="20577"/>
          <ac:spMkLst>
            <pc:docMk/>
            <pc:sldMk cId="3625446922" sldId="500"/>
            <ac:spMk id="2" creationId="{00000000-0000-0000-0000-000000000000}"/>
          </ac:spMkLst>
        </pc:spChg>
        <pc:spChg chg="mod">
          <ac:chgData name="Димитър Минчев" userId="6da192e4-d32c-454b-8615-bbadf07b6639" providerId="ADAL" clId="{A6AD5908-63ED-4A09-B8A1-3A74B015268E}" dt="2023-02-21T22:58:39.608" v="645" actId="27636"/>
          <ac:spMkLst>
            <pc:docMk/>
            <pc:sldMk cId="3625446922" sldId="500"/>
            <ac:spMk id="3" creationId="{00000000-0000-0000-0000-000000000000}"/>
          </ac:spMkLst>
        </pc:spChg>
        <pc:spChg chg="mod">
          <ac:chgData name="Димитър Минчев" userId="6da192e4-d32c-454b-8615-bbadf07b6639" providerId="ADAL" clId="{A6AD5908-63ED-4A09-B8A1-3A74B015268E}" dt="2023-02-21T22:58:44.762" v="647" actId="14100"/>
          <ac:spMkLst>
            <pc:docMk/>
            <pc:sldMk cId="3625446922" sldId="500"/>
            <ac:spMk id="5" creationId="{00000000-0000-0000-0000-000000000000}"/>
          </ac:spMkLst>
        </pc:spChg>
        <pc:spChg chg="del mod">
          <ac:chgData name="Димитър Минчев" userId="6da192e4-d32c-454b-8615-bbadf07b6639" providerId="ADAL" clId="{A6AD5908-63ED-4A09-B8A1-3A74B015268E}" dt="2023-02-21T22:54:54.753" v="595" actId="478"/>
          <ac:spMkLst>
            <pc:docMk/>
            <pc:sldMk cId="3625446922" sldId="500"/>
            <ac:spMk id="6" creationId="{74F7783A-733D-4DA7-A548-D68C324DD927}"/>
          </ac:spMkLst>
        </pc:spChg>
      </pc:sldChg>
      <pc:sldChg chg="addSp delSp modSp add mod">
        <pc:chgData name="Димитър Минчев" userId="6da192e4-d32c-454b-8615-bbadf07b6639" providerId="ADAL" clId="{A6AD5908-63ED-4A09-B8A1-3A74B015268E}" dt="2023-02-21T22:58:31.096" v="643" actId="1076"/>
        <pc:sldMkLst>
          <pc:docMk/>
          <pc:sldMk cId="908494051" sldId="501"/>
        </pc:sldMkLst>
        <pc:spChg chg="del">
          <ac:chgData name="Димитър Минчев" userId="6da192e4-d32c-454b-8615-bbadf07b6639" providerId="ADAL" clId="{A6AD5908-63ED-4A09-B8A1-3A74B015268E}" dt="2023-02-21T22:56:57.199" v="624" actId="478"/>
          <ac:spMkLst>
            <pc:docMk/>
            <pc:sldMk cId="908494051" sldId="501"/>
            <ac:spMk id="2" creationId="{00000000-0000-0000-0000-000000000000}"/>
          </ac:spMkLst>
        </pc:spChg>
        <pc:spChg chg="mod">
          <ac:chgData name="Димитър Минчев" userId="6da192e4-d32c-454b-8615-bbadf07b6639" providerId="ADAL" clId="{A6AD5908-63ED-4A09-B8A1-3A74B015268E}" dt="2023-02-21T22:58:31.096" v="643" actId="1076"/>
          <ac:spMkLst>
            <pc:docMk/>
            <pc:sldMk cId="908494051" sldId="501"/>
            <ac:spMk id="3" creationId="{00000000-0000-0000-0000-000000000000}"/>
          </ac:spMkLst>
        </pc:spChg>
        <pc:spChg chg="mod">
          <ac:chgData name="Димитър Минчев" userId="6da192e4-d32c-454b-8615-bbadf07b6639" providerId="ADAL" clId="{A6AD5908-63ED-4A09-B8A1-3A74B015268E}" dt="2023-02-21T22:58:31.096" v="643" actId="1076"/>
          <ac:spMkLst>
            <pc:docMk/>
            <pc:sldMk cId="908494051" sldId="501"/>
            <ac:spMk id="5" creationId="{00000000-0000-0000-0000-000000000000}"/>
          </ac:spMkLst>
        </pc:spChg>
        <pc:spChg chg="add del mod">
          <ac:chgData name="Димитър Минчев" userId="6da192e4-d32c-454b-8615-bbadf07b6639" providerId="ADAL" clId="{A6AD5908-63ED-4A09-B8A1-3A74B015268E}" dt="2023-02-21T22:56:59.720" v="625" actId="478"/>
          <ac:spMkLst>
            <pc:docMk/>
            <pc:sldMk cId="908494051" sldId="501"/>
            <ac:spMk id="6" creationId="{032AE444-EE34-EF00-188F-F28BB1D24066}"/>
          </ac:spMkLst>
        </pc:spChg>
        <pc:spChg chg="mod">
          <ac:chgData name="Димитър Минчев" userId="6da192e4-d32c-454b-8615-bbadf07b6639" providerId="ADAL" clId="{A6AD5908-63ED-4A09-B8A1-3A74B015268E}" dt="2023-02-21T22:58:31.096" v="643" actId="1076"/>
          <ac:spMkLst>
            <pc:docMk/>
            <pc:sldMk cId="908494051" sldId="501"/>
            <ac:spMk id="7" creationId="{00000000-0000-0000-0000-000000000000}"/>
          </ac:spMkLst>
        </pc:spChg>
        <pc:spChg chg="del mod">
          <ac:chgData name="Димитър Минчев" userId="6da192e4-d32c-454b-8615-bbadf07b6639" providerId="ADAL" clId="{A6AD5908-63ED-4A09-B8A1-3A74B015268E}" dt="2023-02-21T22:58:21.713" v="641" actId="478"/>
          <ac:spMkLst>
            <pc:docMk/>
            <pc:sldMk cId="908494051" sldId="501"/>
            <ac:spMk id="8" creationId="{27928B52-68F4-42F4-B27B-B66956F18E43}"/>
          </ac:spMkLst>
        </pc:spChg>
        <pc:spChg chg="mod">
          <ac:chgData name="Димитър Минчев" userId="6da192e4-d32c-454b-8615-bbadf07b6639" providerId="ADAL" clId="{A6AD5908-63ED-4A09-B8A1-3A74B015268E}" dt="2023-02-21T22:58:31.096" v="643" actId="1076"/>
          <ac:spMkLst>
            <pc:docMk/>
            <pc:sldMk cId="908494051" sldId="501"/>
            <ac:spMk id="9" creationId="{00000000-0000-0000-0000-000000000000}"/>
          </ac:spMkLst>
        </pc:spChg>
        <pc:spChg chg="add mod">
          <ac:chgData name="Димитър Минчев" userId="6da192e4-d32c-454b-8615-bbadf07b6639" providerId="ADAL" clId="{A6AD5908-63ED-4A09-B8A1-3A74B015268E}" dt="2023-02-21T22:57:08.686" v="630" actId="14100"/>
          <ac:spMkLst>
            <pc:docMk/>
            <pc:sldMk cId="908494051" sldId="501"/>
            <ac:spMk id="10" creationId="{747B87F7-4A6B-02A6-5A03-15A0F80311A5}"/>
          </ac:spMkLst>
        </pc:spChg>
      </pc:sldChg>
      <pc:sldChg chg="delSp modSp add mod">
        <pc:chgData name="Димитър Минчев" userId="6da192e4-d32c-454b-8615-bbadf07b6639" providerId="ADAL" clId="{A6AD5908-63ED-4A09-B8A1-3A74B015268E}" dt="2023-02-21T22:56:45.085" v="622" actId="478"/>
        <pc:sldMkLst>
          <pc:docMk/>
          <pc:sldMk cId="889535830" sldId="502"/>
        </pc:sldMkLst>
        <pc:spChg chg="mod">
          <ac:chgData name="Димитър Минчев" userId="6da192e4-d32c-454b-8615-bbadf07b6639" providerId="ADAL" clId="{A6AD5908-63ED-4A09-B8A1-3A74B015268E}" dt="2023-02-21T22:56:22.087" v="618" actId="1076"/>
          <ac:spMkLst>
            <pc:docMk/>
            <pc:sldMk cId="889535830" sldId="502"/>
            <ac:spMk id="2" creationId="{00000000-0000-0000-0000-000000000000}"/>
          </ac:spMkLst>
        </pc:spChg>
        <pc:spChg chg="mod">
          <ac:chgData name="Димитър Минчев" userId="6da192e4-d32c-454b-8615-bbadf07b6639" providerId="ADAL" clId="{A6AD5908-63ED-4A09-B8A1-3A74B015268E}" dt="2023-02-21T22:56:37.068" v="621" actId="207"/>
          <ac:spMkLst>
            <pc:docMk/>
            <pc:sldMk cId="889535830" sldId="502"/>
            <ac:spMk id="5" creationId="{00000000-0000-0000-0000-000000000000}"/>
          </ac:spMkLst>
        </pc:spChg>
        <pc:spChg chg="del mod">
          <ac:chgData name="Димитър Минчев" userId="6da192e4-d32c-454b-8615-bbadf07b6639" providerId="ADAL" clId="{A6AD5908-63ED-4A09-B8A1-3A74B015268E}" dt="2023-02-21T22:56:45.085" v="622" actId="478"/>
          <ac:spMkLst>
            <pc:docMk/>
            <pc:sldMk cId="889535830" sldId="502"/>
            <ac:spMk id="6" creationId="{C26DFE99-8984-4621-9F8A-36294122FB02}"/>
          </ac:spMkLst>
        </pc:spChg>
      </pc:sldChg>
      <pc:sldChg chg="delSp modSp add mod">
        <pc:chgData name="Димитър Минчев" userId="6da192e4-d32c-454b-8615-bbadf07b6639" providerId="ADAL" clId="{A6AD5908-63ED-4A09-B8A1-3A74B015268E}" dt="2023-02-21T22:55:57.871" v="611" actId="478"/>
        <pc:sldMkLst>
          <pc:docMk/>
          <pc:sldMk cId="1622805293" sldId="503"/>
        </pc:sldMkLst>
        <pc:spChg chg="mod">
          <ac:chgData name="Димитър Минчев" userId="6da192e4-d32c-454b-8615-bbadf07b6639" providerId="ADAL" clId="{A6AD5908-63ED-4A09-B8A1-3A74B015268E}" dt="2023-02-21T22:55:52.622" v="610" actId="2711"/>
          <ac:spMkLst>
            <pc:docMk/>
            <pc:sldMk cId="1622805293" sldId="503"/>
            <ac:spMk id="2" creationId="{00000000-0000-0000-0000-000000000000}"/>
          </ac:spMkLst>
        </pc:spChg>
        <pc:spChg chg="mod">
          <ac:chgData name="Димитър Минчев" userId="6da192e4-d32c-454b-8615-bbadf07b6639" providerId="ADAL" clId="{A6AD5908-63ED-4A09-B8A1-3A74B015268E}" dt="2023-02-21T22:55:52.622" v="610" actId="2711"/>
          <ac:spMkLst>
            <pc:docMk/>
            <pc:sldMk cId="1622805293" sldId="503"/>
            <ac:spMk id="3" creationId="{00000000-0000-0000-0000-000000000000}"/>
          </ac:spMkLst>
        </pc:spChg>
        <pc:spChg chg="del mod">
          <ac:chgData name="Димитър Минчев" userId="6da192e4-d32c-454b-8615-bbadf07b6639" providerId="ADAL" clId="{A6AD5908-63ED-4A09-B8A1-3A74B015268E}" dt="2023-02-21T22:55:57.871" v="611" actId="478"/>
          <ac:spMkLst>
            <pc:docMk/>
            <pc:sldMk cId="1622805293" sldId="503"/>
            <ac:spMk id="5" creationId="{8D7DEE36-46BB-4515-A2F1-AE9CBAB0B2DD}"/>
          </ac:spMkLst>
        </pc:spChg>
      </pc:sldChg>
      <pc:sldChg chg="delSp modSp add mod">
        <pc:chgData name="Димитър Минчев" userId="6da192e4-d32c-454b-8615-bbadf07b6639" providerId="ADAL" clId="{A6AD5908-63ED-4A09-B8A1-3A74B015268E}" dt="2023-02-21T22:53:39.456" v="571" actId="113"/>
        <pc:sldMkLst>
          <pc:docMk/>
          <pc:sldMk cId="976010837" sldId="510"/>
        </pc:sldMkLst>
        <pc:spChg chg="mod">
          <ac:chgData name="Димитър Минчев" userId="6da192e4-d32c-454b-8615-bbadf07b6639" providerId="ADAL" clId="{A6AD5908-63ED-4A09-B8A1-3A74B015268E}" dt="2023-02-21T22:53:27.402" v="566" actId="1076"/>
          <ac:spMkLst>
            <pc:docMk/>
            <pc:sldMk cId="976010837" sldId="510"/>
            <ac:spMk id="2" creationId="{00000000-0000-0000-0000-000000000000}"/>
          </ac:spMkLst>
        </pc:spChg>
        <pc:spChg chg="del mod">
          <ac:chgData name="Димитър Минчев" userId="6da192e4-d32c-454b-8615-bbadf07b6639" providerId="ADAL" clId="{A6AD5908-63ED-4A09-B8A1-3A74B015268E}" dt="2023-02-21T22:53:32.764" v="568" actId="478"/>
          <ac:spMkLst>
            <pc:docMk/>
            <pc:sldMk cId="976010837" sldId="510"/>
            <ac:spMk id="5" creationId="{00E63B15-204C-49BD-8D30-C3B36362CA6F}"/>
          </ac:spMkLst>
        </pc:spChg>
        <pc:spChg chg="mod">
          <ac:chgData name="Димитър Минчев" userId="6da192e4-d32c-454b-8615-bbadf07b6639" providerId="ADAL" clId="{A6AD5908-63ED-4A09-B8A1-3A74B015268E}" dt="2023-02-21T22:53:39.456" v="571" actId="113"/>
          <ac:spMkLst>
            <pc:docMk/>
            <pc:sldMk cId="976010837" sldId="510"/>
            <ac:spMk id="7" creationId="{00000000-0000-0000-0000-000000000000}"/>
          </ac:spMkLst>
        </pc:spChg>
      </pc:sldChg>
      <pc:sldChg chg="delSp modSp add mod">
        <pc:chgData name="Димитър Минчев" userId="6da192e4-d32c-454b-8615-bbadf07b6639" providerId="ADAL" clId="{A6AD5908-63ED-4A09-B8A1-3A74B015268E}" dt="2023-02-21T22:56:06.484" v="614" actId="2711"/>
        <pc:sldMkLst>
          <pc:docMk/>
          <pc:sldMk cId="56553584" sldId="514"/>
        </pc:sldMkLst>
        <pc:spChg chg="mod">
          <ac:chgData name="Димитър Минчев" userId="6da192e4-d32c-454b-8615-bbadf07b6639" providerId="ADAL" clId="{A6AD5908-63ED-4A09-B8A1-3A74B015268E}" dt="2023-02-21T22:56:06.484" v="614" actId="2711"/>
          <ac:spMkLst>
            <pc:docMk/>
            <pc:sldMk cId="56553584" sldId="514"/>
            <ac:spMk id="2" creationId="{00000000-0000-0000-0000-000000000000}"/>
          </ac:spMkLst>
        </pc:spChg>
        <pc:spChg chg="mod">
          <ac:chgData name="Димитър Минчев" userId="6da192e4-d32c-454b-8615-bbadf07b6639" providerId="ADAL" clId="{A6AD5908-63ED-4A09-B8A1-3A74B015268E}" dt="2023-02-21T22:56:06.484" v="614" actId="2711"/>
          <ac:spMkLst>
            <pc:docMk/>
            <pc:sldMk cId="56553584" sldId="514"/>
            <ac:spMk id="3" creationId="{00000000-0000-0000-0000-000000000000}"/>
          </ac:spMkLst>
        </pc:spChg>
        <pc:spChg chg="del mod">
          <ac:chgData name="Димитър Минчев" userId="6da192e4-d32c-454b-8615-bbadf07b6639" providerId="ADAL" clId="{A6AD5908-63ED-4A09-B8A1-3A74B015268E}" dt="2023-02-21T22:56:02.592" v="613" actId="478"/>
          <ac:spMkLst>
            <pc:docMk/>
            <pc:sldMk cId="56553584" sldId="514"/>
            <ac:spMk id="7" creationId="{CC94C31B-9581-4C54-AE02-4A7A70DBF45C}"/>
          </ac:spMkLst>
        </pc:spChg>
        <pc:picChg chg="del">
          <ac:chgData name="Димитър Минчев" userId="6da192e4-d32c-454b-8615-bbadf07b6639" providerId="ADAL" clId="{A6AD5908-63ED-4A09-B8A1-3A74B015268E}" dt="2023-02-21T22:56:01.566" v="612" actId="478"/>
          <ac:picMkLst>
            <pc:docMk/>
            <pc:sldMk cId="56553584" sldId="514"/>
            <ac:picMk id="6" creationId="{00000000-0000-0000-0000-000000000000}"/>
          </ac:picMkLst>
        </pc:picChg>
      </pc:sldChg>
      <pc:sldChg chg="modSp mod">
        <pc:chgData name="Димитър Минчев" userId="6da192e4-d32c-454b-8615-bbadf07b6639" providerId="ADAL" clId="{A6AD5908-63ED-4A09-B8A1-3A74B015268E}" dt="2023-02-21T22:29:31.006" v="3"/>
        <pc:sldMkLst>
          <pc:docMk/>
          <pc:sldMk cId="2385751420" sldId="571"/>
        </pc:sldMkLst>
        <pc:spChg chg="mod">
          <ac:chgData name="Димитър Минчев" userId="6da192e4-d32c-454b-8615-bbadf07b6639" providerId="ADAL" clId="{A6AD5908-63ED-4A09-B8A1-3A74B015268E}" dt="2023-02-21T22:29:31.006" v="3"/>
          <ac:spMkLst>
            <pc:docMk/>
            <pc:sldMk cId="2385751420" sldId="571"/>
            <ac:spMk id="8" creationId="{00000000-0000-0000-0000-000000000000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A0D3FF-81AC-477B-919E-75762E6B2153}" type="datetimeFigureOut">
              <a:rPr lang="bg-BG" smtClean="0"/>
              <a:t>21.2.2023 г.</a:t>
            </a:fld>
            <a:endParaRPr lang="bg-B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bg-B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8142EC-5991-4235-A99B-961F17902D60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8379402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Relationship Id="rId3" Type="http://schemas.openxmlformats.org/officeDocument/2006/relationships/hyperlink" Target="https://softuni.foundation/" TargetMode="External"/><Relationship Id="rId4" Type="http://schemas.openxmlformats.org/officeDocument/2006/relationships/hyperlink" Target="http://creativecommons.org/licenses/by-nc-sa/4.0/" TargetMode="Externa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Relationship Id="rId3" Type="http://schemas.openxmlformats.org/officeDocument/2006/relationships/hyperlink" Target="https://softuni.foundation/" TargetMode="External"/><Relationship Id="rId4" Type="http://schemas.openxmlformats.org/officeDocument/2006/relationships/hyperlink" Target="http://creativecommons.org/licenses/by-nc-sa/4.0/" TargetMode="Externa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Relationship Id="rId3" Type="http://schemas.openxmlformats.org/officeDocument/2006/relationships/hyperlink" Target="https://softuni.foundation/" TargetMode="External"/><Relationship Id="rId4" Type="http://schemas.openxmlformats.org/officeDocument/2006/relationships/hyperlink" Target="http://creativecommons.org/licenses/by-nc-sa/4.0/" TargetMode="Externa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Relationship Id="rId3" Type="http://schemas.openxmlformats.org/officeDocument/2006/relationships/hyperlink" Target="https://softuni.foundation/" TargetMode="External"/><Relationship Id="rId4" Type="http://schemas.openxmlformats.org/officeDocument/2006/relationships/hyperlink" Target="http://creativecommons.org/licenses/by-nc-sa/4.0/" TargetMode="Externa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Relationship Id="rId3" Type="http://schemas.openxmlformats.org/officeDocument/2006/relationships/hyperlink" Target="https://softuni.foundation/" TargetMode="External"/><Relationship Id="rId4" Type="http://schemas.openxmlformats.org/officeDocument/2006/relationships/hyperlink" Target="http://creativecommons.org/licenses/by-nc-sa/4.0/" TargetMode="Externa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Relationship Id="rId3" Type="http://schemas.openxmlformats.org/officeDocument/2006/relationships/hyperlink" Target="https://softuni.foundation/" TargetMode="External"/><Relationship Id="rId4" Type="http://schemas.openxmlformats.org/officeDocument/2006/relationships/hyperlink" Target="http://creativecommons.org/licenses/by-nc-sa/4.0/" TargetMode="Externa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4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4544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ПРЕГЛЕД НА СЪДЪРЖАНИЕТО (1 мин.)</a:t>
            </a:r>
            <a:endParaRPr lang="bg-BG"/>
          </a:p>
          <a:p>
            <a:r>
              <a:rPr sz="1300"/>
              <a:t>Не четете точките наред - само посочете с ръка и кажете:</a:t>
            </a:r>
          </a:p>
          <a:p>
            <a:r>
              <a:rPr sz="1300"/>
              <a:t>"Ще минем от теорията (какво е добра документация) към практиката (XML тагове в C#)."</a:t>
            </a:r>
          </a:p>
          <a:p>
            <a:r>
              <a:rPr sz="1300"/>
              <a:t>Акцент: "Ключовата идея е самоописателен код - ще разберете каква е разликата след малко."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3CB8708A-8556-42FD-AFB9-1485951BC6C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747999"/>
            <a:ext cx="6308999" cy="3944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/>
            </a:lvl1pPr>
          </a:lstStyle>
          <a:p>
            <a:r>
              <a:rPr lang="en-US" dirty="0"/>
              <a:t>Created by the </a:t>
            </a:r>
            <a:r>
              <a:rPr lang="en-US" b="1" dirty="0"/>
              <a:t>Software University Foundation</a:t>
            </a:r>
            <a:r>
              <a:rPr lang="en-US" dirty="0"/>
              <a:t> – </a:t>
            </a:r>
            <a:r>
              <a:rPr lang="en-US" u="sng" dirty="0">
                <a:hlinkClick r:id="rId3"/>
              </a:rPr>
              <a:t>https://softuni.foundation</a:t>
            </a:r>
            <a:endParaRPr lang="en-US" dirty="0"/>
          </a:p>
          <a:p>
            <a:r>
              <a:rPr lang="en-US" dirty="0"/>
              <a:t>This work is licensed under the </a:t>
            </a:r>
            <a:r>
              <a:rPr lang="en-US" u="sng" noProof="1">
                <a:hlinkClick r:id="rId4"/>
              </a:rPr>
              <a:t>Creative Commons Attribution-NonCommercial-ShareAlike</a:t>
            </a:r>
            <a:r>
              <a:rPr lang="en-US" noProof="1"/>
              <a:t> </a:t>
            </a:r>
            <a:r>
              <a:rPr lang="en-US" dirty="0"/>
              <a:t>license.</a:t>
            </a:r>
          </a:p>
        </p:txBody>
      </p:sp>
    </p:spTree>
    <p:extLst>
      <p:ext uri="{BB962C8B-B14F-4D97-AF65-F5344CB8AC3E}">
        <p14:creationId xmlns:p14="http://schemas.microsoft.com/office/powerpoint/2010/main" val="42727812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sz="1300"/>
              <a:t>СТИЛ НА ПРОГРАМИРАНЕ КАТО ДОКУМЕНТАЦИЯ (3 мин.)</a:t>
            </a:r>
            <a:endParaRPr lang="en-US" dirty="0"/>
          </a:p>
          <a:p>
            <a:r>
              <a:rPr sz="1300"/>
              <a:t>Кажете: "Преди да напишем и един коментар, трябва да имаме добър стил."</a:t>
            </a:r>
          </a:p>
          <a:p>
            <a:r>
              <a:rPr sz="1300"/>
              <a:t>Минете точките като въпроси:</a:t>
            </a:r>
          </a:p>
          <a:p>
            <a:r>
              <a:rPr sz="1300"/>
              <a:t>  "Каква е разликата между 'a' и 'studentAge' като имена?"</a:t>
            </a:r>
          </a:p>
          <a:p>
            <a:r>
              <a:rPr sz="1300"/>
              <a:t>  "Защо 'възможно най-малка сложност' помага за разбирането?"</a:t>
            </a:r>
          </a:p>
          <a:p>
            <a:r>
              <a:rPr sz="1300"/>
              <a:t>Акцент: "Стилът е ПЪРВАТА линия на документация. Коментарите са втората."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B4F6EA-423E-42DF-9292-215E7D886C4E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5" name="Footer Placeholder">
            <a:extLst>
              <a:ext uri="{FF2B5EF4-FFF2-40B4-BE49-F238E27FC236}">
                <a16:creationId xmlns:a16="http://schemas.microsoft.com/office/drawing/2014/main" id="{BEB8E37B-DBD8-4B60-8015-41368B33A87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747999"/>
            <a:ext cx="6308999" cy="3944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/>
            </a:lvl1pPr>
          </a:lstStyle>
          <a:p>
            <a:r>
              <a:rPr lang="en-US" dirty="0"/>
              <a:t>Created by the </a:t>
            </a:r>
            <a:r>
              <a:rPr lang="en-US" b="1" dirty="0"/>
              <a:t>Software University Foundation</a:t>
            </a:r>
            <a:r>
              <a:rPr lang="en-US" dirty="0"/>
              <a:t> – </a:t>
            </a:r>
            <a:r>
              <a:rPr lang="en-US" u="sng" dirty="0">
                <a:hlinkClick r:id="rId3"/>
              </a:rPr>
              <a:t>https://softuni.foundation</a:t>
            </a:r>
            <a:endParaRPr lang="en-US" dirty="0"/>
          </a:p>
          <a:p>
            <a:r>
              <a:rPr lang="en-US" dirty="0"/>
              <a:t>This work is licensed under the </a:t>
            </a:r>
            <a:r>
              <a:rPr lang="en-US" u="sng" noProof="1">
                <a:hlinkClick r:id="rId4"/>
              </a:rPr>
              <a:t>Creative Commons Attribution-NonCommercial-ShareAlike</a:t>
            </a:r>
            <a:r>
              <a:rPr lang="en-US" noProof="1"/>
              <a:t> </a:t>
            </a:r>
            <a:r>
              <a:rPr lang="en-US" dirty="0"/>
              <a:t>license.</a:t>
            </a:r>
          </a:p>
        </p:txBody>
      </p:sp>
    </p:spTree>
    <p:extLst>
      <p:ext uri="{BB962C8B-B14F-4D97-AF65-F5344CB8AC3E}">
        <p14:creationId xmlns:p14="http://schemas.microsoft.com/office/powerpoint/2010/main" val="14289999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sz="1300"/>
              <a:t>КОМЕНТАРИ, ПОВТАРЯЩИ КОДА (2 мин.)</a:t>
            </a:r>
            <a:endParaRPr lang="en-US" dirty="0"/>
          </a:p>
          <a:p>
            <a:r>
              <a:rPr sz="1300"/>
              <a:t>Покажете примера и попитайте: "Изтрийте коментарите мислено - губим ли информация?"</a:t>
            </a:r>
          </a:p>
          <a:p>
            <a:r>
              <a:rPr sz="1300"/>
              <a:t>Посочете: "// increment i - очевидно, вижда се от i++."</a:t>
            </a:r>
          </a:p>
          <a:p>
            <a:r>
              <a:rPr sz="1300"/>
              <a:t>Кажете: "Тези коментари само шумят. Четецът чете ДВОЙНО количество текст без полза."</a:t>
            </a:r>
          </a:p>
          <a:p>
            <a:r>
              <a:rPr sz="1300"/>
              <a:t>Задайте: "Кой е написал такъв коментар? Сега знаете да не го правите."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B4F6EA-423E-42DF-9292-215E7D886C4E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5" name="Footer Placeholder">
            <a:extLst>
              <a:ext uri="{FF2B5EF4-FFF2-40B4-BE49-F238E27FC236}">
                <a16:creationId xmlns:a16="http://schemas.microsoft.com/office/drawing/2014/main" id="{2244F689-5421-4668-9422-24B49D18BCB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747999"/>
            <a:ext cx="6308999" cy="3944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/>
            </a:lvl1pPr>
          </a:lstStyle>
          <a:p>
            <a:r>
              <a:rPr lang="en-US" dirty="0"/>
              <a:t>Created by the </a:t>
            </a:r>
            <a:r>
              <a:rPr lang="en-US" b="1" dirty="0"/>
              <a:t>Software University Foundation</a:t>
            </a:r>
            <a:r>
              <a:rPr lang="en-US" dirty="0"/>
              <a:t> – </a:t>
            </a:r>
            <a:r>
              <a:rPr lang="en-US" u="sng" dirty="0">
                <a:hlinkClick r:id="rId3"/>
              </a:rPr>
              <a:t>https://softuni.foundation</a:t>
            </a:r>
            <a:endParaRPr lang="en-US" dirty="0"/>
          </a:p>
          <a:p>
            <a:r>
              <a:rPr lang="en-US" dirty="0"/>
              <a:t>This work is licensed under the </a:t>
            </a:r>
            <a:r>
              <a:rPr lang="en-US" u="sng" noProof="1">
                <a:hlinkClick r:id="rId4"/>
              </a:rPr>
              <a:t>Creative Commons Attribution-NonCommercial-ShareAlike</a:t>
            </a:r>
            <a:r>
              <a:rPr lang="en-US" noProof="1"/>
              <a:t> </a:t>
            </a:r>
            <a:r>
              <a:rPr lang="en-US" dirty="0"/>
              <a:t>license.</a:t>
            </a:r>
          </a:p>
        </p:txBody>
      </p:sp>
    </p:spTree>
    <p:extLst>
      <p:ext uri="{BB962C8B-B14F-4D97-AF65-F5344CB8AC3E}">
        <p14:creationId xmlns:p14="http://schemas.microsoft.com/office/powerpoint/2010/main" val="362720538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sz="1300"/>
              <a:t>НЕ КОМЕНТИРАЙ ЛОШ КОД - ПРЕНАПИШИ ГО (3 мин.)</a:t>
            </a:r>
            <a:endParaRPr lang="en-US" dirty="0"/>
          </a:p>
          <a:p>
            <a:r>
              <a:rPr sz="1300"/>
              <a:t>Прочетете правилото: "Не коментирайте лош код, пренапишете го!"</a:t>
            </a:r>
          </a:p>
          <a:p>
            <a:r>
              <a:rPr sz="1300"/>
              <a:t>Покажете примера с Newton-Raphson. Задайте: "Разбирате ли какво прави?"</a:t>
            </a:r>
          </a:p>
          <a:p>
            <a:r>
              <a:rPr sz="1300"/>
              <a:t>Обяснете: "Дори и с коментари сложният код е трудно разбираем."</a:t>
            </a:r>
          </a:p>
          <a:p>
            <a:r>
              <a:rPr sz="1300"/>
              <a:t>Ключово: "Вместо да добавяте коментар, помислете: мога ли да преименувам, да извлека метод, да опростя?"</a:t>
            </a:r>
          </a:p>
          <a:p>
            <a:r>
              <a:rPr sz="1300"/>
              <a:t>Преход: "Нека видим кои аспекти са ключови при ефективното коментиране."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B4F6EA-423E-42DF-9292-215E7D886C4E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5" name="Footer Placeholder">
            <a:extLst>
              <a:ext uri="{FF2B5EF4-FFF2-40B4-BE49-F238E27FC236}">
                <a16:creationId xmlns:a16="http://schemas.microsoft.com/office/drawing/2014/main" id="{62B8F433-2298-490D-92F5-61A97402EB69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747999"/>
            <a:ext cx="6308999" cy="3944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/>
            </a:lvl1pPr>
          </a:lstStyle>
          <a:p>
            <a:r>
              <a:rPr lang="en-US" dirty="0"/>
              <a:t>Created by the </a:t>
            </a:r>
            <a:r>
              <a:rPr lang="en-US" b="1" dirty="0"/>
              <a:t>Software University Foundation</a:t>
            </a:r>
            <a:r>
              <a:rPr lang="en-US" dirty="0"/>
              <a:t> – </a:t>
            </a:r>
            <a:r>
              <a:rPr lang="en-US" u="sng" dirty="0">
                <a:hlinkClick r:id="rId3"/>
              </a:rPr>
              <a:t>https://softuni.foundation</a:t>
            </a:r>
            <a:endParaRPr lang="en-US" dirty="0"/>
          </a:p>
          <a:p>
            <a:r>
              <a:rPr lang="en-US" dirty="0"/>
              <a:t>This work is licensed under the </a:t>
            </a:r>
            <a:r>
              <a:rPr lang="en-US" u="sng" noProof="1">
                <a:hlinkClick r:id="rId4"/>
              </a:rPr>
              <a:t>Creative Commons Attribution-NonCommercial-ShareAlike</a:t>
            </a:r>
            <a:r>
              <a:rPr lang="en-US" noProof="1"/>
              <a:t> </a:t>
            </a:r>
            <a:r>
              <a:rPr lang="en-US" dirty="0"/>
              <a:t>license.</a:t>
            </a:r>
          </a:p>
        </p:txBody>
      </p:sp>
    </p:spTree>
    <p:extLst>
      <p:ext uri="{BB962C8B-B14F-4D97-AF65-F5344CB8AC3E}">
        <p14:creationId xmlns:p14="http://schemas.microsoft.com/office/powerpoint/2010/main" val="54409642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ДОКУМЕНТАЦИЯ НА НИВО КЛАС И ФАЙЛ (3 мин.)</a:t>
            </a:r>
            <a:endParaRPr lang="bg-BG" dirty="0"/>
          </a:p>
          <a:p>
            <a:r>
              <a:rPr sz="1300"/>
              <a:t>Обяснете: "Това е документацията, която виждате при Code Completion в IDE."</a:t>
            </a:r>
          </a:p>
          <a:p>
            <a:r>
              <a:rPr sz="1300"/>
              <a:t>Акцент: "НЕ документирайте детайли по изпълнението в публичния интерфейс - само какво прави, не как."</a:t>
            </a:r>
          </a:p>
          <a:p>
            <a:r>
              <a:rPr sz="1300"/>
              <a:t>Пример: публичен метод GetAge() -&gt; summary: 'Връща възрастта на студента в години.'</a:t>
            </a:r>
          </a:p>
          <a:p>
            <a:r>
              <a:rPr sz="1300"/>
              <a:t>Задайте: "Защо е важно да именуваме файла според съдържанието?"</a:t>
            </a:r>
          </a:p>
          <a:p>
            <a:r>
              <a:rPr sz="1300"/>
              <a:t>Отговор: при голям проект с хиляди файлове - ориентацията е ключова.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3EBA5BD7-F043-4D1B-AA17-CD412FC534DE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6" name="Footer Placeholder">
            <a:extLst>
              <a:ext uri="{FF2B5EF4-FFF2-40B4-BE49-F238E27FC236}">
                <a16:creationId xmlns:a16="http://schemas.microsoft.com/office/drawing/2014/main" id="{3A4B2BA5-0E50-47A9-8BBE-36823B0D57C2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747999"/>
            <a:ext cx="6308999" cy="3944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/>
            </a:lvl1pPr>
          </a:lstStyle>
          <a:p>
            <a:r>
              <a:rPr lang="en-US" dirty="0"/>
              <a:t>Created by the </a:t>
            </a:r>
            <a:r>
              <a:rPr lang="en-US" b="1" dirty="0"/>
              <a:t>Software University Foundation</a:t>
            </a:r>
            <a:r>
              <a:rPr lang="en-US" dirty="0"/>
              <a:t> – </a:t>
            </a:r>
            <a:r>
              <a:rPr lang="en-US" u="sng" dirty="0">
                <a:hlinkClick r:id="rId3"/>
              </a:rPr>
              <a:t>https://softuni.foundation</a:t>
            </a:r>
            <a:endParaRPr lang="en-US" dirty="0"/>
          </a:p>
          <a:p>
            <a:r>
              <a:rPr lang="en-US" dirty="0"/>
              <a:t>This work is licensed under the </a:t>
            </a:r>
            <a:r>
              <a:rPr lang="en-US" u="sng" noProof="1">
                <a:hlinkClick r:id="rId4"/>
              </a:rPr>
              <a:t>Creative Commons Attribution-NonCommercial-ShareAlike</a:t>
            </a:r>
            <a:r>
              <a:rPr lang="en-US" noProof="1"/>
              <a:t> </a:t>
            </a:r>
            <a:r>
              <a:rPr lang="en-US" dirty="0"/>
              <a:t>license.</a:t>
            </a:r>
          </a:p>
        </p:txBody>
      </p:sp>
    </p:spTree>
    <p:extLst>
      <p:ext uri="{BB962C8B-B14F-4D97-AF65-F5344CB8AC3E}">
        <p14:creationId xmlns:p14="http://schemas.microsoft.com/office/powerpoint/2010/main" val="115552587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ОПРАВДАНИЯ ЗА ЛИПСА НА ДОКУМЕНТАЦИЯ (3 мин.)</a:t>
            </a:r>
            <a:endParaRPr lang="bg-BG" dirty="0"/>
          </a:p>
          <a:p>
            <a:r>
              <a:rPr sz="1300"/>
              <a:t>Четете всяко оправдание и ИЗЧАКАЙТЕ учениците да дадат контрааргумент сами:</a:t>
            </a:r>
          </a:p>
          <a:p>
            <a:r>
              <a:rPr sz="1300"/>
              <a:t>  "Нямам Zeit." -&gt; Контра: по-късно дешифрирането отнема повече.</a:t>
            </a:r>
          </a:p>
          <a:p>
            <a:r>
              <a:rPr sz="1300"/>
              <a:t>  "По-късно ще напиша." -&gt; Контра: никой не се връща да пише коментари.</a:t>
            </a:r>
          </a:p>
          <a:p>
            <a:r>
              <a:rPr sz="1300"/>
              <a:t>  "Кодът ми е самоописателен." -&gt; Контра: дори добрият код може да се нуждае от ЗАЩО.</a:t>
            </a:r>
          </a:p>
          <a:p>
            <a:r>
              <a:rPr sz="1300"/>
              <a:t>Завършете с хумор: "Представете се след 6 месеца пред собствения си код без коментари."</a:t>
            </a:r>
          </a:p>
          <a:p>
            <a:r>
              <a:rPr sz="1300"/>
              <a:t>Преход: "Нека видим как C# ни помага с XML документацията."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3EBA5BD7-F043-4D1B-AA17-CD412FC534DE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6" name="Footer Placeholder">
            <a:extLst>
              <a:ext uri="{FF2B5EF4-FFF2-40B4-BE49-F238E27FC236}">
                <a16:creationId xmlns:a16="http://schemas.microsoft.com/office/drawing/2014/main" id="{F0F18CFF-6140-4951-8CCB-20A566C6A3B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747999"/>
            <a:ext cx="6308999" cy="3944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/>
            </a:lvl1pPr>
          </a:lstStyle>
          <a:p>
            <a:r>
              <a:rPr lang="en-US" dirty="0"/>
              <a:t>Created by the </a:t>
            </a:r>
            <a:r>
              <a:rPr lang="en-US" b="1" dirty="0"/>
              <a:t>Software University Foundation</a:t>
            </a:r>
            <a:r>
              <a:rPr lang="en-US" dirty="0"/>
              <a:t> – </a:t>
            </a:r>
            <a:r>
              <a:rPr lang="en-US" u="sng" dirty="0">
                <a:hlinkClick r:id="rId3"/>
              </a:rPr>
              <a:t>https://softuni.foundation</a:t>
            </a:r>
            <a:endParaRPr lang="en-US" dirty="0"/>
          </a:p>
          <a:p>
            <a:r>
              <a:rPr lang="en-US" dirty="0"/>
              <a:t>This work is licensed under the </a:t>
            </a:r>
            <a:r>
              <a:rPr lang="en-US" u="sng" noProof="1">
                <a:hlinkClick r:id="rId4"/>
              </a:rPr>
              <a:t>Creative Commons Attribution-NonCommercial-ShareAlike</a:t>
            </a:r>
            <a:r>
              <a:rPr lang="en-US" noProof="1"/>
              <a:t> </a:t>
            </a:r>
            <a:r>
              <a:rPr lang="en-US" dirty="0"/>
              <a:t>license.</a:t>
            </a:r>
          </a:p>
        </p:txBody>
      </p:sp>
    </p:spTree>
    <p:extLst>
      <p:ext uri="{BB962C8B-B14F-4D97-AF65-F5344CB8AC3E}">
        <p14:creationId xmlns:p14="http://schemas.microsoft.com/office/powerpoint/2010/main" val="206608162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300"/>
              <a:t>ВСТЪПЛЕНИЕ (1-2 мин.)</a:t>
            </a:r>
          </a:p>
          <a:p>
            <a:r>
              <a:rPr sz="1300"/>
              <a:t>Кажете: "Днес ще говорим за нещо, което изглежда лесно, но повечето програмисти го правят зле - коментарите и документацията."</a:t>
            </a:r>
          </a:p>
          <a:p>
            <a:r>
              <a:rPr sz="1300"/>
              <a:t>Въпрос за загряване: "Кой от вас е чел чужд код и не е разбрал какво прави?" - изчакайте реакция.</a:t>
            </a:r>
          </a:p>
          <a:p>
            <a:r>
              <a:rPr sz="1300"/>
              <a:t>Целта е да провокирате интерес ПРЕДИ да покажете съдържанието.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300"/>
              <a:t>ВИДОВЕ ДОКУМЕНТАЦИЯ (3 мин.)</a:t>
            </a:r>
          </a:p>
          <a:p>
            <a:r>
              <a:rPr sz="1300"/>
              <a:t>Обяснете разликата с конкретен пример:</a:t>
            </a:r>
          </a:p>
          <a:p>
            <a:r>
              <a:rPr sz="1300"/>
              <a:t>  - Външна документация -&gt; README, ТЗ, архитектурна диаграма</a:t>
            </a:r>
          </a:p>
          <a:p>
            <a:r>
              <a:rPr sz="1300"/>
              <a:t>  - Вътрешна документация -&gt; коментар над метод, XML summary</a:t>
            </a:r>
          </a:p>
          <a:p>
            <a:r>
              <a:rPr sz="1300"/>
              <a:t>Въпрос: "Дайте пример за документ, който НЕ е в кода." (отговори: ТЗ, диаграми, ръководство)</a:t>
            </a:r>
          </a:p>
          <a:p>
            <a:r>
              <a:rPr sz="1300"/>
              <a:t>Подчертайте: "Вътрешната документация е тази, за която е отговорен ПРОГРАМИСТЪТ."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300"/>
              <a:t>ЛОШ КОД С ОЧЕВИДНИ КОМЕНТАРИ - Ч.1 (2 мин.)</a:t>
            </a:r>
          </a:p>
          <a:p>
            <a:r>
              <a:rPr sz="1300"/>
              <a:t>Покажете кода и ИЗЧАКАЙТЕ учениците да го прочетат мълчаливо (15-20 сек.).</a:t>
            </a:r>
          </a:p>
          <a:p>
            <a:r>
              <a:rPr sz="1300"/>
              <a:t>После попитайте: "Какво правят тези коментари? Казват ли нещо ново?"</a:t>
            </a:r>
          </a:p>
          <a:p>
            <a:r>
              <a:rPr sz="1300"/>
              <a:t>Насочете: "Ако изтрием всички коментари, ще разберем ли кода по-зле?"</a:t>
            </a:r>
          </a:p>
          <a:p>
            <a:r>
              <a:rPr sz="1300"/>
              <a:t>Оставете ги да отговорят: НЕ - защото коментарите само повтарят кода.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300"/>
              <a:t>ЛОШ КОД С ОЧЕВИДНИ КОМЕНТАРИ - Ч.2 (2 мин.)</a:t>
            </a:r>
          </a:p>
          <a:p>
            <a:r>
              <a:rPr sz="1300"/>
              <a:t>Продължете анализа на кода от предишния слайд.</a:t>
            </a:r>
          </a:p>
          <a:p>
            <a:r>
              <a:rPr sz="1300"/>
              <a:t>Подчертайте конкретен лош коментар - например: "// check if number is prime" - очевидно, вижда се от кода!</a:t>
            </a:r>
          </a:p>
          <a:p>
            <a:r>
              <a:rPr sz="1300"/>
              <a:t>Задайте: "Какво би трябвало да напишете вместо това?" -&gt; насочете към: нищо, или обяснение на алгоритъма.</a:t>
            </a:r>
          </a:p>
          <a:p>
            <a:r>
              <a:rPr sz="1300"/>
              <a:t>Завършете: "Лошите коментари са по-вредни от липсата на коментари - подвеждат!"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300"/>
              <a:t>САМООПИСАТЕЛЕН КОД - Ч.1 (3 мин.)</a:t>
            </a:r>
          </a:p>
          <a:p>
            <a:r>
              <a:rPr sz="1300"/>
              <a:t>Кажете: "Сега ще видим СЪЩИЯ алгоритъм, но написан по-добре."</a:t>
            </a:r>
          </a:p>
          <a:p>
            <a:r>
              <a:rPr sz="1300"/>
              <a:t>Покажете слайда и попитайте: "Без да четете коментарите - разбирате ли какво прави кодът?"</a:t>
            </a:r>
          </a:p>
          <a:p>
            <a:r>
              <a:rPr sz="1300"/>
              <a:t>Акцент: "Добрите имена са по-ценни от 10 коментара."</a:t>
            </a:r>
          </a:p>
          <a:p>
            <a:r>
              <a:rPr sz="1300"/>
              <a:t>Попитайте: "Кои са промените спрямо предишния пример?" - изчакайте учениците да ги открият сами.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300"/>
              <a:t>САМООПИСАТЕЛЕН КОД - Ч.2 (2 мин.)</a:t>
            </a:r>
          </a:p>
          <a:p>
            <a:r>
              <a:rPr sz="1300"/>
              <a:t>Прочетете ключовото твърдение на глас: "Добрият код не се нуждае от коментари. Той е самоописателен."</a:t>
            </a:r>
          </a:p>
          <a:p>
            <a:r>
              <a:rPr sz="1300"/>
              <a:t>Предизвикайте дискусия: "Съгласни ли сте? Кога ВСЕ ПАК трябват коментари?"</a:t>
            </a:r>
          </a:p>
          <a:p>
            <a:r>
              <a:rPr sz="1300"/>
              <a:t>Очаквани отговори: сложни алгоритми, нестандартни решения, workaround-и.</a:t>
            </a:r>
          </a:p>
          <a:p>
            <a:r>
              <a:rPr sz="1300"/>
              <a:t>Кажете: "Коментарите трябват за ЗАЩО, не за КАК."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300"/>
              <a:t>ПРИМЕР ЗА ЛОШ СТИЛ (2 мин.)</a:t>
            </a:r>
          </a:p>
          <a:p>
            <a:r>
              <a:rPr sz="1300"/>
              <a:t>Покажете слайда и попитайте: "Само от имената - можете ли да разберете какво прави методът?"</a:t>
            </a:r>
          </a:p>
          <a:p>
            <a:r>
              <a:rPr sz="1300"/>
              <a:t>Посочете конкретно: 'i', 'j', 'meetsCriteria' - неинформативни.</a:t>
            </a:r>
          </a:p>
          <a:p>
            <a:r>
              <a:rPr sz="1300"/>
              <a:t>Въпрос: "Ако сте го написали преди 6 месеца, бихте ли го разбрали сега?"</a:t>
            </a:r>
          </a:p>
          <a:p>
            <a:r>
              <a:rPr sz="1300"/>
              <a:t>НЕ разкривайте отговора - преминете към следващия слайд за сравнение.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300"/>
              <a:t>ПРИМЕР ЗА ДОБЪР СТИЛ (2 мин.)</a:t>
            </a:r>
          </a:p>
          <a:p>
            <a:r>
              <a:rPr sz="1300"/>
              <a:t>Поставете слайд 9 и 10 един до друг - превключвайте между тях.</a:t>
            </a:r>
          </a:p>
          <a:p>
            <a:r>
              <a:rPr sz="1300"/>
              <a:t>Попитайте: "Кои са разликите?"</a:t>
            </a:r>
          </a:p>
          <a:p>
            <a:r>
              <a:rPr sz="1300"/>
              <a:t>Изброете заедно: 'primeCandidate', 'factor', 'factorableNumber' - самоописателни имена.</a:t>
            </a:r>
          </a:p>
          <a:p>
            <a:r>
              <a:rPr sz="1300"/>
              <a:t>Акцент: "Без нито един коментар - кодът се разбира веднага."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300"/>
              <a:t>ОСНОВНИ ПРИНЦИПИ НА САМООПИСАТЕЛНИЯ КОД (3 мин.)</a:t>
            </a:r>
          </a:p>
          <a:p>
            <a:r>
              <a:rPr sz="1300"/>
              <a:t>Прочетете двете ключови цитата с пауза след всеки:</a:t>
            </a:r>
          </a:p>
          <a:p>
            <a:r>
              <a:rPr sz="1300"/>
              <a:t>  "Най-добрата документация е самият код." - пауза - "Съгласни ли сте?"</a:t>
            </a:r>
          </a:p>
          <a:p>
            <a:r>
              <a:rPr sz="1300"/>
              <a:t>  "Не документирайте лош код, пренапишете го!" - пауза - "Кога сте срещали лош код с много коментари?"</a:t>
            </a:r>
          </a:p>
          <a:p>
            <a:r>
              <a:rPr sz="1300"/>
              <a:t>Обяснете: "Принципът не е да НЕ пишете коментари, а да напишете кода така, че коментарите да обясняват ЗАЩО, не КАК."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300"/>
              <a:t>КОНТРОЛЕН СПИСЪК - КЛАСОВЕ (3 мин.)</a:t>
            </a:r>
          </a:p>
          <a:p>
            <a:r>
              <a:rPr sz="1300"/>
              <a:t>Не четете всяка точка - задайте ги като въпроси:</a:t>
            </a:r>
          </a:p>
          <a:p>
            <a:r>
              <a:rPr sz="1300"/>
              <a:t>  "Как проверявате дали интерфейсът на класа е завършена абстракция?"</a:t>
            </a:r>
          </a:p>
          <a:p>
            <a:r>
              <a:rPr sz="1300"/>
              <a:t>  "Може ли да третирате класа като черна кутия - важно е или не?"</a:t>
            </a:r>
          </a:p>
          <a:p>
            <a:r>
              <a:rPr sz="1300"/>
              <a:t>Дайте пример: "Клас DatabaseHelper с метод Connect() - интуитивен ли е?"</a:t>
            </a:r>
          </a:p>
          <a:p>
            <a:r>
              <a:rPr sz="1300"/>
              <a:t>Кажете: "Тази листа ще ви помага при code review."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300"/>
              <a:t>КОНТРОЛЕН СПИСЪК - МЕТОДИ И ИМЕНА (2 мин.)</a:t>
            </a:r>
          </a:p>
          <a:p>
            <a:r>
              <a:rPr sz="1300"/>
              <a:t>Акцент: "Извършва ли всеки метод ЕДНА-ЕДИНСТВЕНА добре дефинирана задача?"</a:t>
            </a:r>
          </a:p>
          <a:p>
            <a:r>
              <a:rPr sz="1300"/>
              <a:t>Контрапример: метод LoadDataAndSaveToDbAndSendEmail() - какъв е проблемът?</a:t>
            </a:r>
          </a:p>
          <a:p>
            <a:r>
              <a:rPr sz="1300"/>
              <a:t>Обяснете: "Single Responsibility Principle - ще го срещнете в ООП."</a:t>
            </a:r>
          </a:p>
          <a:p>
            <a:r>
              <a:rPr sz="1300"/>
              <a:t>Въпрос: "Кога последно сте виждали метод, чието име НЕ описва какво прави?"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300"/>
              <a:t>КОНТРОЛЕН СПИСЪК - ИМЕНА И СТРУКТУРА (2 мин.)</a:t>
            </a:r>
          </a:p>
          <a:p>
            <a:r>
              <a:rPr sz="1300"/>
              <a:t>Бърз преглед - не задавайте въпроси, просто коментирайте:</a:t>
            </a:r>
          </a:p>
          <a:p>
            <a:r>
              <a:rPr sz="1300"/>
              <a:t>  "Конвенции: C# - PascalCase за класове, camelCase за локални."</a:t>
            </a:r>
          </a:p>
          <a:p>
            <a:r>
              <a:rPr sz="1300"/>
              <a:t>  "Ако трябва речник за обяснение на типа - нещо не е наред."</a:t>
            </a:r>
          </a:p>
          <a:p>
            <a:r>
              <a:rPr sz="1300"/>
              <a:t>Завършете: "Запомнете тази листа - ще ви е нужна при преработка на код."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300"/>
              <a:t>ЕФЕКТИВНИ КОМЕНТАРИ - ВЪВЕДЕНИЕ (2 мин.)</a:t>
            </a:r>
          </a:p>
          <a:p>
            <a:r>
              <a:rPr sz="1300"/>
              <a:t>Прочетете определението: "Ефективните коментари не повтарят кода. Обясняват го на по-високо ниво."</a:t>
            </a:r>
          </a:p>
          <a:p>
            <a:r>
              <a:rPr sz="1300"/>
              <a:t>Дайте аналогия: "Картата не е самото място - коментарът не е самият код."</a:t>
            </a:r>
          </a:p>
          <a:p>
            <a:r>
              <a:rPr sz="1300"/>
              <a:t>Задайте: "Можете ли да дадете пример за коментар на 'по-високо ниво'?"</a:t>
            </a:r>
          </a:p>
          <a:p>
            <a:r>
              <a:rPr sz="1300"/>
              <a:t>Очакван отговор: описание на алгоритъм, бизнес логика, защо е избран даден подход.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300"/>
              <a:t>ПОДВЕЖДАЩИ КОМЕНТАРИ (3 мин.)</a:t>
            </a:r>
          </a:p>
          <a:p>
            <a:r>
              <a:rPr sz="1300"/>
              <a:t>Покажете примера с коментара, описващ грешно какво изчислява кодът.</a:t>
            </a:r>
          </a:p>
          <a:p>
            <a:r>
              <a:rPr sz="1300"/>
              <a:t>Задайте въпроса от слайда: "Можете ли да познаете коя сума е равна на i-тото число на Фибоначи?"</a:t>
            </a:r>
          </a:p>
          <a:p>
            <a:r>
              <a:rPr sz="1300"/>
              <a:t>Изчакайте отговори - ако никой не може: "Точно! Подвеждащият коментар е по-лош от никакъв."</a:t>
            </a:r>
          </a:p>
          <a:p>
            <a:r>
              <a:rPr sz="1300"/>
              <a:t>Акцент: "Коментар, който лъже, е програмна ГРЕШКА - може да изведе разработчика в грешна посока."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300"/>
              <a:t>КЛЮЧОВ АСПЕКТ 1 - СТИЛ, УДОБЕН ЗА ПРОМЕНИ (3 мин.)</a:t>
            </a:r>
          </a:p>
          <a:p>
            <a:r>
              <a:rPr sz="1300"/>
              <a:t>Покажете примера с таблица от коментари в стар стил.</a:t>
            </a:r>
          </a:p>
          <a:p>
            <a:r>
              <a:rPr sz="1300"/>
              <a:t>Задайте: "Какво се случва с тази таблица, ако добавим нова променлива?"</a:t>
            </a:r>
          </a:p>
          <a:p>
            <a:r>
              <a:rPr sz="1300"/>
              <a:t>Отговор: трябва да преформатираме ВСИЧКО - много работа за нищо.</a:t>
            </a:r>
          </a:p>
          <a:p>
            <a:r>
              <a:rPr sz="1300"/>
              <a:t>Препоръка: "Използвайте прост inline коментар: int factor; // current divisor"</a:t>
            </a:r>
          </a:p>
          <a:p>
            <a:r>
              <a:rPr sz="1300"/>
              <a:t>Акцент: "Коментарите трябва да се поддържат лесно - иначе бързо остаряват."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300"/>
              <a:t>КЛЮЧОВ АСПЕКТ 2 - КОМЕНТИРАЙ ЦЕЛТА, НЕ ДЕТАЙЛИТЕ (3 мин.)</a:t>
            </a:r>
          </a:p>
          <a:p>
            <a:r>
              <a:rPr sz="1300"/>
              <a:t>Покажете примера. Задайте: "Какво НЕ ни казва кодът без коментар?"</a:t>
            </a:r>
          </a:p>
          <a:p>
            <a:r>
              <a:rPr sz="1300"/>
              <a:t>Отговор: ЗАЩО търсим 'command-word terminator' - бизнес причината.</a:t>
            </a:r>
          </a:p>
          <a:p>
            <a:r>
              <a:rPr sz="1300"/>
              <a:t>Обяснете: "i &lt; strlen(cmd) е ясно КАК. Коментарът трябва да каже ЗАЩО."</a:t>
            </a:r>
          </a:p>
          <a:p>
            <a:r>
              <a:rPr sz="1300"/>
              <a:t>Дайте пример: "Ако имате timeout = 30000; - добавете: // 30 секунди, изискване от клиента"</a:t>
            </a:r>
          </a:p>
          <a:p>
            <a:r>
              <a:rPr sz="1300"/>
              <a:t>Акцент: "Коментирайте НАМЕРЕНИЕТО, не изпълнението."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300"/>
              <a:t>КЛЮЧОВ АСПЕКТ 3 - ПО-ДОБЪР КОД = ПО-МАЛКО КОМЕНТАРИ (2 мин.)</a:t>
            </a:r>
          </a:p>
          <a:p>
            <a:r>
              <a:rPr sz="1300"/>
              <a:t>Покажете двата варианта. Задайте: "Кой е по-лесен за четене?"</a:t>
            </a:r>
          </a:p>
          <a:p>
            <a:r>
              <a:rPr sz="1300"/>
              <a:t>Отговор: вторият - защото има по-добри имена и не се нуждае от коментар.</a:t>
            </a:r>
          </a:p>
          <a:p>
            <a:r>
              <a:rPr sz="1300"/>
              <a:t>Акцент: "Всеки коментар, от който можете да се освободите чрез по-добро именуване - освободете се."</a:t>
            </a:r>
          </a:p>
          <a:p>
            <a:r>
              <a:rPr sz="1300"/>
              <a:t>Практика: "Когато пишете коментар, запитайте се: мога ли да преименувам вместо това?"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300"/>
              <a:t>КЛЮЧОВ АСПЕКТ 4 - АБЗАЦНИ КОМЕНТАРИ (2 мин.)</a:t>
            </a:r>
          </a:p>
          <a:p>
            <a:r>
              <a:rPr sz="1300"/>
              <a:t>Задайте: "Коментарите над блок код - какво трябва да казват?"</a:t>
            </a:r>
          </a:p>
          <a:p>
            <a:r>
              <a:rPr sz="1300"/>
              <a:t>Отговор: ЗАЩО, не КАК - вече го знаем от предишния аспект.</a:t>
            </a:r>
          </a:p>
          <a:p>
            <a:r>
              <a:rPr sz="1300"/>
              <a:t>Ново: "Подготвят читателя за следващия блок - като заглавие на параграф."</a:t>
            </a:r>
          </a:p>
          <a:p>
            <a:r>
              <a:rPr sz="1300"/>
              <a:t>Практика: "Избягвайте съкращения - пишете numberOfStudents, не numSt."</a:t>
            </a:r>
          </a:p>
          <a:p>
            <a:r>
              <a:rPr sz="1300"/>
              <a:t>Бързо: тези правила важат и при code review - ще ги ползвате в екипна работа.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300"/>
              <a:t>КЛЮЧОВ АСПЕКТ 5 - WORKAROUND-И И ИНСТРУМЕНТИ (3 мин.)</a:t>
            </a:r>
          </a:p>
          <a:p>
            <a:r>
              <a:rPr sz="1300"/>
              <a:t>Задайте: "Кога ТРЯБВА да коментирате, дори кодът да е ясен?"</a:t>
            </a:r>
          </a:p>
          <a:p>
            <a:r>
              <a:rPr sz="1300"/>
              <a:t>Отговор: при заобиколни решения - Bug #3712, при недокументирани функции.</a:t>
            </a:r>
          </a:p>
          <a:p>
            <a:r>
              <a:rPr sz="1300"/>
              <a:t>Обяснете: "Без такъв коментар следващият разработчик ще 'оправи' кода и ще счупи нещо."</a:t>
            </a:r>
          </a:p>
          <a:p>
            <a:r>
              <a:rPr sz="1300"/>
              <a:t>Ключово: "Не коментирайте СЛОЖЕН код - ПРЕНАПИШЕТЕ го. Последователно правило."</a:t>
            </a:r>
          </a:p>
          <a:p>
            <a:r>
              <a:rPr sz="1300"/>
              <a:t>Преход: "Нека видим как се документира на по-високо ниво - класове и файлове."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300"/>
              <a:t>XML ДОКУМЕНТАЦИЯ В C# - ВЪВЕДЕНИЕ (3 мин.)</a:t>
            </a:r>
          </a:p>
          <a:p>
            <a:r>
              <a:rPr sz="1300"/>
              <a:t>Демонстрирайте в IDE (ако е налично): напишете '///' над метод -&gt; VS автоматично генерира шаблон.</a:t>
            </a:r>
          </a:p>
          <a:p>
            <a:r>
              <a:rPr sz="1300"/>
              <a:t>Ако нямате IDE: покажете примера от слайда и посочете структурата.</a:t>
            </a:r>
          </a:p>
          <a:p>
            <a:r>
              <a:rPr sz="1300"/>
              <a:t>Акцент: "XML doc коментарите НЕ са в компилирания код - генерира се отделен .xml файл."</a:t>
            </a:r>
          </a:p>
          <a:p>
            <a:r>
              <a:rPr sz="1300"/>
              <a:t>Задайте: "Как мислите - кой ползва този .xml файл?" -&gt; Отговор: IntelliSense в IDE, Sandcastle.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300"/>
              <a:t>XML ТАГОВЕ - Ч.1 (3 мин.)</a:t>
            </a:r>
          </a:p>
          <a:p>
            <a:r>
              <a:rPr sz="1300"/>
              <a:t>Минете таговете с примери:</a:t>
            </a:r>
          </a:p>
          <a:p>
            <a:r>
              <a:rPr sz="1300"/>
              <a:t>  &lt;summary&gt; - задължителен, кратко описание</a:t>
            </a:r>
          </a:p>
          <a:p>
            <a:r>
              <a:rPr sz="1300"/>
              <a:t>  &lt;param name='x'&gt; - за всеки параметър</a:t>
            </a:r>
          </a:p>
          <a:p>
            <a:r>
              <a:rPr sz="1300"/>
              <a:t>  &lt;returns&gt; - какво връща методът</a:t>
            </a:r>
          </a:p>
          <a:p>
            <a:r>
              <a:rPr sz="1300"/>
              <a:t>  &lt;remarks&gt; - допълнителни бележки</a:t>
            </a:r>
          </a:p>
          <a:p>
            <a:r>
              <a:rPr sz="1300"/>
              <a:t>Практика: "В Visual Studio: напишете '///' и Tab - IDE попълва параметрите автоматично."</a:t>
            </a:r>
          </a:p>
          <a:p>
            <a:r>
              <a:rPr sz="1300"/>
              <a:t>Задайте: "Какъв таг ще ползвате, за да опишете параметъра n на рекурсивен метод?"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300"/>
              <a:t>XML ТАГОВЕ - Ч.2 (2 мин.)</a:t>
            </a:r>
          </a:p>
          <a:p>
            <a:r>
              <a:rPr sz="1300"/>
              <a:t>Обяснете накратко:</a:t>
            </a:r>
          </a:p>
          <a:p>
            <a:r>
              <a:rPr sz="1300"/>
              <a:t>  &lt;c&gt; и &lt;code&gt; - форматиране на код в документацията</a:t>
            </a:r>
          </a:p>
          <a:p>
            <a:r>
              <a:rPr sz="1300"/>
              <a:t>  &lt;see cref='ClassName'&gt; - кликаем линк в IDE</a:t>
            </a:r>
          </a:p>
          <a:p>
            <a:r>
              <a:rPr sz="1300"/>
              <a:t>  &lt;exception cref='Ex'&gt; - какви изключения може да хвърли методът</a:t>
            </a:r>
          </a:p>
          <a:p>
            <a:r>
              <a:rPr sz="1300"/>
              <a:t>Акцент: "&lt;exception&gt; е особено важен - потребителите на метода трябва да знаят какво да очакват."</a:t>
            </a:r>
          </a:p>
          <a:p>
            <a:r>
              <a:rPr sz="1300"/>
              <a:t>Посочете линка към MSDN за пълния списък с тагове.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300"/>
              <a:t>ПРИМЕР ЗА XML ДОКУМЕНТАЦИЯ (3 мин.)</a:t>
            </a:r>
          </a:p>
          <a:p>
            <a:r>
              <a:rPr sz="1300"/>
              <a:t>Разгледайте примера заедно с класа:</a:t>
            </a:r>
          </a:p>
          <a:p>
            <a:r>
              <a:rPr sz="1300"/>
              <a:t>  Посочете &lt;summary&gt;, &lt;example&gt;, &lt;code&gt;, &lt;see cref&gt; в кода.</a:t>
            </a:r>
          </a:p>
          <a:p>
            <a:r>
              <a:rPr sz="1300"/>
              <a:t>Задача: "Ако трябва да документирате метод Divide(int a, int b) - какви тагове ще ползвате?"</a:t>
            </a:r>
          </a:p>
          <a:p>
            <a:r>
              <a:rPr sz="1300"/>
              <a:t>Очакван отговор: &lt;summary&gt;, &lt;param name='a'&gt;, &lt;param name='b'&gt;, &lt;returns&gt;, &lt;exception cref='DivideByZeroException'&gt;.</a:t>
            </a:r>
          </a:p>
          <a:p>
            <a:r>
              <a:rPr sz="1300"/>
              <a:t>Кажете: "Нека го напишем заедно." - напишете на дъска или в 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300"/>
              <a:t>КОМПИЛИРАНЕ И ИНСТРУМЕНТИ ЗА ДОКУМЕНТАЦИЯ (2 мин.)</a:t>
            </a:r>
          </a:p>
          <a:p>
            <a:r>
              <a:rPr sz="1300"/>
              <a:t>Обяснете кратко:</a:t>
            </a:r>
          </a:p>
          <a:p>
            <a:r>
              <a:rPr sz="1300"/>
              <a:t>  Visual Studio: Project Properties -&gt; Build -&gt; XML documentation file</a:t>
            </a:r>
          </a:p>
          <a:p>
            <a:r>
              <a:rPr sz="1300"/>
              <a:t>  Sandcastle / DocFX: генерират HTML/CHM/PDF от xml файла</a:t>
            </a:r>
          </a:p>
          <a:p>
            <a:r>
              <a:rPr sz="1300"/>
              <a:t>Дайте контекст: "Когато работите в екип, документацията се генерира автоматично при build."</a:t>
            </a:r>
          </a:p>
          <a:p>
            <a:r>
              <a:rPr sz="1300"/>
              <a:t>Не навлизайте в детайли - само покажете идеята. Конкретните инструменти са за бъдещи уроци.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300"/>
              <a:t>ОБОБЩЕНИЕ (3 мин.)</a:t>
            </a:r>
          </a:p>
          <a:p>
            <a:r>
              <a:rPr sz="1300"/>
              <a:t>Задайте тези въпроси за преговор - изчакайте отговори:</a:t>
            </a:r>
          </a:p>
          <a:p>
            <a:r>
              <a:rPr sz="1300"/>
              <a:t>  "Каква е разликата между лош коментар и добър?"</a:t>
            </a:r>
          </a:p>
          <a:p>
            <a:r>
              <a:rPr sz="1300"/>
              <a:t>  "Кога ТРЯБВА да добавите коментар дори кодът да е ясен?"</a:t>
            </a:r>
          </a:p>
          <a:p>
            <a:r>
              <a:rPr sz="1300"/>
              <a:t>  "Какво е XML документация и как се използва?"</a:t>
            </a:r>
          </a:p>
          <a:p>
            <a:r>
              <a:rPr sz="1300"/>
              <a:t>Ключово послание: "Пишете кода така, че да не се нуждае от обяснение - а когато трябва - обяснете ЗАЩО, не КАК."</a:t>
            </a:r>
          </a:p>
          <a:p>
            <a:r>
              <a:rPr sz="1300"/>
              <a:t>Ако има упражнения: обявете ги сега.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300"/>
              <a:t>КРАЙ НА ПРЕЗЕНТАЦИЯТА</a:t>
            </a:r>
          </a:p>
          <a:p>
            <a:r>
              <a:rPr sz="1300"/>
              <a:t>Приключете с: "Материалите са достъпни в системата. На следващия час - упражнения."</a:t>
            </a:r>
          </a:p>
          <a:p>
            <a:r>
              <a:rPr sz="1300"/>
              <a:t>Ако са останали въпроси - отговорете сега или насочете към упражненията.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21.2.2023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1714363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21.2.2023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0344373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21.2.2023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0405435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21.2.2023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3297588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21.2.2023 г.</a:t>
            </a:fld>
            <a:endParaRPr lang="bg-BG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9611489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21.2.2023 г.</a:t>
            </a:fld>
            <a:endParaRPr lang="bg-B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9860217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21.2.2023 г.</a:t>
            </a:fld>
            <a:endParaRPr lang="bg-BG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2638390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21.2.2023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2237087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21.2.2023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6970530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21.2.2023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5280070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21.2.2023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26980328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069AEA-C8BE-4DD6-B9AB-21EA40DF5D87}" type="datetimeFigureOut">
              <a:rPr lang="bg-BG" smtClean="0"/>
              <a:t>21.2.2023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0525428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hyperlink" Target="https://www.mon.bg/" TargetMode="External"/><Relationship Id="rId5" Type="http://schemas.openxmlformats.org/officeDocument/2006/relationships/notesSlide" Target="../notesSlides/notesSlide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microsoft.com/office/2007/relationships/hdphoto" Target="../media/hdphoto1.wdp"/><Relationship Id="rId5" Type="http://schemas.openxmlformats.org/officeDocument/2006/relationships/image" Target="../media/image3.png"/><Relationship Id="rId6" Type="http://schemas.openxmlformats.org/officeDocument/2006/relationships/notesSlide" Target="../notesSlides/notesSlide2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://msdn.microsoft.com/en-us/library/5ast78ax.aspx" TargetMode="External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github.com/EWSoftware/SHFB/" TargetMode="External"/><Relationship Id="rId3" Type="http://schemas.openxmlformats.org/officeDocument/2006/relationships/hyperlink" Target="http://www.ewoodruff.us/shfbdocs/" TargetMode="External"/><Relationship Id="rId4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hyperlink" Target="https://www.mon.bg/" TargetMode="External"/><Relationship Id="rId5" Type="http://schemas.openxmlformats.org/officeDocument/2006/relationships/hyperlink" Target="https://creativecommons.org/licenses/by-nc-sa/4.0" TargetMode="External"/><Relationship Id="rId6" Type="http://schemas.openxmlformats.org/officeDocument/2006/relationships/image" Target="../media/image6.png"/><Relationship Id="rId7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1A11B2B-6DC7-2642-A5E2-7E3177B718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924336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ru-RU" dirty="0">
                <a:latin typeface="Comfortaa" pitchFamily="2" charset="0"/>
              </a:rPr>
              <a:t>Документиране и коментиране на кода</a:t>
            </a:r>
            <a:endParaRPr lang="bg-BG" dirty="0">
              <a:latin typeface="Comfortaa" pitchFamily="2" charset="0"/>
            </a:endParaRP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FD72CEAD-2598-2D6F-7FF9-AF95330D8A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404011"/>
            <a:ext cx="9144000" cy="1655762"/>
          </a:xfrm>
        </p:spPr>
        <p:txBody>
          <a:bodyPr/>
          <a:lstStyle/>
          <a:p>
            <a:r>
              <a:rPr lang="ru-RU" dirty="0">
                <a:latin typeface="Comfortaa" pitchFamily="2" charset="0"/>
              </a:rPr>
              <a:t>Коментари в програмата и</a:t>
            </a:r>
            <a:br>
              <a:rPr lang="ru-RU" dirty="0">
                <a:latin typeface="Comfortaa" pitchFamily="2" charset="0"/>
              </a:rPr>
            </a:br>
            <a:r>
              <a:rPr lang="ru-RU" dirty="0">
                <a:latin typeface="Comfortaa" pitchFamily="2" charset="0"/>
              </a:rPr>
              <a:t>самоописателен код</a:t>
            </a:r>
          </a:p>
          <a:p>
            <a:endParaRPr lang="bg-BG" dirty="0">
              <a:latin typeface="Comfortaa" pitchFamily="2" charset="0"/>
            </a:endParaRPr>
          </a:p>
        </p:txBody>
      </p:sp>
      <p:pic>
        <p:nvPicPr>
          <p:cNvPr id="6" name="Picture 3" descr="Icon&#10;&#10;Description automatically generated with medium confidence">
            <a:extLst>
              <a:ext uri="{FF2B5EF4-FFF2-40B4-BE49-F238E27FC236}">
                <a16:creationId xmlns:a16="http://schemas.microsoft.com/office/drawing/2014/main" id="{09547CF4-B25A-F864-DA65-5C7F1F83C4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352" y="83713"/>
            <a:ext cx="1575455" cy="157545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>
            <a:extLst>
              <a:ext uri="{FF2B5EF4-FFF2-40B4-BE49-F238E27FC236}">
                <a16:creationId xmlns:a16="http://schemas.microsoft.com/office/drawing/2014/main" id="{A303128A-0EF3-84BD-F9ED-2E6316CD08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4792" y="83713"/>
            <a:ext cx="1699472" cy="14146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4EB993A-D432-5177-9922-4D00100F74D8}"/>
              </a:ext>
            </a:extLst>
          </p:cNvPr>
          <p:cNvSpPr txBox="1"/>
          <p:nvPr/>
        </p:nvSpPr>
        <p:spPr>
          <a:xfrm>
            <a:off x="1734047" y="365284"/>
            <a:ext cx="472944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bg-B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Национална програма </a:t>
            </a:r>
            <a:endParaRPr lang="bg-BG" dirty="0">
              <a:solidFill>
                <a:schemeClr val="tx1"/>
              </a:solidFill>
              <a:effectLst/>
              <a:latin typeface="Comfortaa" pitchFamily="2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"</a:t>
            </a:r>
            <a:r>
              <a:rPr lang="bg-B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Обучение за ИТ умения и кариера</a:t>
            </a:r>
            <a:r>
              <a:rPr lang="en-US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"</a:t>
            </a:r>
            <a:endParaRPr lang="bg-BG" dirty="0">
              <a:solidFill>
                <a:schemeClr val="tx1"/>
              </a:solidFill>
              <a:effectLst/>
              <a:latin typeface="Comfortaa" pitchFamily="2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  <a:tabLst>
                <a:tab pos="2865755" algn="ctr"/>
                <a:tab pos="5731510" algn="r"/>
              </a:tabLst>
            </a:pPr>
            <a:r>
              <a:rPr lang="bg-BG" u="sng" dirty="0"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https://it-kariera.mon.bg</a:t>
            </a:r>
            <a:endParaRPr lang="bg-BG" dirty="0">
              <a:solidFill>
                <a:schemeClr val="tx1"/>
              </a:solidFill>
              <a:effectLst/>
              <a:latin typeface="Comfortaa" pitchFamily="2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22BFFF-21D1-37C4-D08A-94EDDBB11DD9}"/>
              </a:ext>
            </a:extLst>
          </p:cNvPr>
          <p:cNvSpPr txBox="1"/>
          <p:nvPr/>
        </p:nvSpPr>
        <p:spPr>
          <a:xfrm>
            <a:off x="6373448" y="365284"/>
            <a:ext cx="401710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bg-B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Министерството на образованието и науката</a:t>
            </a:r>
            <a:endParaRPr lang="bg-BG" dirty="0">
              <a:solidFill>
                <a:schemeClr val="tx1"/>
              </a:solidFill>
              <a:effectLst/>
              <a:latin typeface="Comfortaa" pitchFamily="2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marR="0" algn="r">
              <a:spcBef>
                <a:spcPts val="0"/>
              </a:spcBef>
              <a:spcAft>
                <a:spcPts val="0"/>
              </a:spcAft>
              <a:tabLst>
                <a:tab pos="2865755" algn="ctr"/>
                <a:tab pos="5731510" algn="r"/>
              </a:tabLst>
            </a:pPr>
            <a:r>
              <a:rPr lang="en-US" u="sn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</a:t>
            </a:r>
            <a:r>
              <a:rPr lang="bg-BG" u="sn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.</a:t>
            </a:r>
            <a:r>
              <a:rPr lang="en-US" u="sn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mon.bg</a:t>
            </a:r>
            <a:endParaRPr lang="bg-BG" dirty="0">
              <a:latin typeface="Comforta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69597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418" name="Rectangle 2"/>
          <p:cNvSpPr>
            <a:spLocks noGrp="1" noChangeArrowheads="1"/>
          </p:cNvSpPr>
          <p:nvPr>
            <p:ph type="title"/>
          </p:nvPr>
        </p:nvSpPr>
        <p:spPr>
          <a:xfrm>
            <a:off x="957959" y="733260"/>
            <a:ext cx="10515600" cy="1325563"/>
          </a:xfrm>
        </p:spPr>
        <p:txBody>
          <a:bodyPr>
            <a:normAutofit/>
          </a:bodyPr>
          <a:lstStyle/>
          <a:p>
            <a:r>
              <a:rPr lang="bg-BG" b="1" dirty="0">
                <a:latin typeface="Comfortaa" pitchFamily="2" charset="0"/>
              </a:rPr>
              <a:t>Съдържание</a:t>
            </a:r>
          </a:p>
        </p:txBody>
      </p:sp>
      <p:sp>
        <p:nvSpPr>
          <p:cNvPr id="8" name="Rectangle 3"/>
          <p:cNvSpPr>
            <a:spLocks noGrp="1" noChangeArrowheads="1"/>
          </p:cNvSpPr>
          <p:nvPr>
            <p:ph idx="4294967295"/>
          </p:nvPr>
        </p:nvSpPr>
        <p:spPr>
          <a:xfrm>
            <a:off x="957959" y="2058823"/>
            <a:ext cx="10515600" cy="4217743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500"/>
              </a:spcBef>
            </a:pPr>
            <a:r>
              <a:rPr lang="ru-RU" sz="3200" dirty="0">
                <a:latin typeface="Comfortaa" pitchFamily="2" charset="0"/>
              </a:rPr>
              <a:t>Концепция за самоописателен код</a:t>
            </a:r>
          </a:p>
          <a:p>
            <a:pPr>
              <a:lnSpc>
                <a:spcPct val="100000"/>
              </a:lnSpc>
              <a:spcBef>
                <a:spcPts val="500"/>
              </a:spcBef>
            </a:pPr>
            <a:r>
              <a:rPr lang="ru-RU" sz="3200" dirty="0">
                <a:latin typeface="Comfortaa" pitchFamily="2" charset="0"/>
              </a:rPr>
              <a:t>Лошо написани коментари</a:t>
            </a:r>
          </a:p>
          <a:p>
            <a:pPr>
              <a:lnSpc>
                <a:spcPct val="100000"/>
              </a:lnSpc>
              <a:spcBef>
                <a:spcPts val="500"/>
              </a:spcBef>
            </a:pPr>
            <a:r>
              <a:rPr lang="ru-RU" sz="3200" dirty="0">
                <a:latin typeface="Comfortaa" pitchFamily="2" charset="0"/>
              </a:rPr>
              <a:t>Добър стил на програмиране</a:t>
            </a:r>
          </a:p>
          <a:p>
            <a:pPr>
              <a:lnSpc>
                <a:spcPct val="100000"/>
              </a:lnSpc>
              <a:spcBef>
                <a:spcPts val="500"/>
              </a:spcBef>
            </a:pPr>
            <a:r>
              <a:rPr lang="ru-RU" sz="3200" dirty="0">
                <a:latin typeface="Comfortaa" pitchFamily="2" charset="0"/>
              </a:rPr>
              <a:t>Да коментираш или не?</a:t>
            </a:r>
          </a:p>
          <a:p>
            <a:pPr>
              <a:lnSpc>
                <a:spcPct val="100000"/>
              </a:lnSpc>
              <a:spcBef>
                <a:spcPts val="500"/>
              </a:spcBef>
            </a:pPr>
            <a:r>
              <a:rPr lang="ru-RU" sz="3200" dirty="0">
                <a:latin typeface="Comfortaa" pitchFamily="2" charset="0"/>
              </a:rPr>
              <a:t>Ключови аспекти на коментирането</a:t>
            </a:r>
          </a:p>
          <a:p>
            <a:pPr>
              <a:lnSpc>
                <a:spcPct val="100000"/>
              </a:lnSpc>
              <a:spcBef>
                <a:spcPts val="500"/>
              </a:spcBef>
            </a:pPr>
            <a:r>
              <a:rPr lang="ru-RU" sz="3200" dirty="0">
                <a:latin typeface="Comfortaa" pitchFamily="2" charset="0"/>
              </a:rPr>
              <a:t>Препоръчителни практики</a:t>
            </a:r>
          </a:p>
          <a:p>
            <a:pPr>
              <a:lnSpc>
                <a:spcPct val="100000"/>
              </a:lnSpc>
              <a:spcBef>
                <a:spcPts val="500"/>
              </a:spcBef>
            </a:pPr>
            <a:r>
              <a:rPr lang="ru-RU" sz="3200" dirty="0">
                <a:latin typeface="Comfortaa" pitchFamily="2" charset="0"/>
              </a:rPr>
              <a:t>C# XML документация</a:t>
            </a:r>
          </a:p>
        </p:txBody>
      </p:sp>
    </p:spTree>
    <p:extLst>
      <p:ext uri="{BB962C8B-B14F-4D97-AF65-F5344CB8AC3E}">
        <p14:creationId xmlns:p14="http://schemas.microsoft.com/office/powerpoint/2010/main" val="23857514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bg-BG" dirty="0">
                <a:latin typeface="Comfortaa" pitchFamily="2" charset="0"/>
              </a:rPr>
              <a:t>Състои се от </a:t>
            </a:r>
            <a:r>
              <a:rPr lang="bg-BG" dirty="0">
                <a:solidFill>
                  <a:schemeClr val="tx2">
                    <a:lumMod val="75000"/>
                  </a:schemeClr>
                </a:solidFill>
                <a:latin typeface="Comfortaa" pitchFamily="2" charset="0"/>
              </a:rPr>
              <a:t>документи </a:t>
            </a:r>
            <a:r>
              <a:rPr lang="bg-BG" dirty="0">
                <a:latin typeface="Comfortaa" pitchFamily="2" charset="0"/>
              </a:rPr>
              <a:t>и </a:t>
            </a:r>
            <a:r>
              <a:rPr lang="bg-BG" dirty="0">
                <a:solidFill>
                  <a:schemeClr val="tx2">
                    <a:lumMod val="75000"/>
                  </a:schemeClr>
                </a:solidFill>
                <a:latin typeface="Comfortaa" pitchFamily="2" charset="0"/>
              </a:rPr>
              <a:t>информация</a:t>
            </a:r>
            <a:endParaRPr lang="en-US" dirty="0">
              <a:solidFill>
                <a:schemeClr val="tx2">
                  <a:lumMod val="75000"/>
                </a:schemeClr>
              </a:solidFill>
              <a:latin typeface="Comfortaa" pitchFamily="2" charset="0"/>
            </a:endParaRPr>
          </a:p>
          <a:p>
            <a:pPr lvl="1"/>
            <a:r>
              <a:rPr lang="bg-BG" dirty="0">
                <a:latin typeface="Comfortaa" pitchFamily="2" charset="0"/>
              </a:rPr>
              <a:t>Както в програмния код, така и извън него</a:t>
            </a:r>
            <a:endParaRPr lang="en-US" dirty="0">
              <a:latin typeface="Comfortaa" pitchFamily="2" charset="0"/>
            </a:endParaRPr>
          </a:p>
          <a:p>
            <a:r>
              <a:rPr lang="bg-BG" dirty="0">
                <a:solidFill>
                  <a:schemeClr val="tx2">
                    <a:lumMod val="75000"/>
                  </a:schemeClr>
                </a:solidFill>
                <a:latin typeface="Comfortaa" pitchFamily="2" charset="0"/>
              </a:rPr>
              <a:t>Външна</a:t>
            </a:r>
            <a:r>
              <a:rPr lang="en-US" dirty="0">
                <a:solidFill>
                  <a:schemeClr val="accent5">
                    <a:lumMod val="20000"/>
                    <a:lumOff val="80000"/>
                  </a:schemeClr>
                </a:solidFill>
                <a:latin typeface="Comfortaa" pitchFamily="2" charset="0"/>
              </a:rPr>
              <a:t> </a:t>
            </a:r>
            <a:r>
              <a:rPr lang="bg-BG" dirty="0">
                <a:latin typeface="Comfortaa" pitchFamily="2" charset="0"/>
              </a:rPr>
              <a:t>документация</a:t>
            </a:r>
            <a:endParaRPr lang="en-US" dirty="0">
              <a:latin typeface="Comfortaa" pitchFamily="2" charset="0"/>
            </a:endParaRPr>
          </a:p>
          <a:p>
            <a:pPr lvl="1"/>
            <a:r>
              <a:rPr lang="bg-BG" dirty="0">
                <a:latin typeface="Comfortaa" pitchFamily="2" charset="0"/>
              </a:rPr>
              <a:t>На по-високо ниво от кода</a:t>
            </a:r>
            <a:endParaRPr lang="en-US" dirty="0">
              <a:latin typeface="Comfortaa" pitchFamily="2" charset="0"/>
            </a:endParaRPr>
          </a:p>
          <a:p>
            <a:pPr lvl="1"/>
            <a:r>
              <a:rPr lang="bg-BG" dirty="0">
                <a:latin typeface="Comfortaa" pitchFamily="2" charset="0"/>
              </a:rPr>
              <a:t>Описания на проблема, изисквания</a:t>
            </a:r>
            <a:r>
              <a:rPr lang="en-US" dirty="0">
                <a:latin typeface="Comfortaa" pitchFamily="2" charset="0"/>
              </a:rPr>
              <a:t>, </a:t>
            </a:r>
            <a:r>
              <a:rPr lang="bg-BG" dirty="0">
                <a:latin typeface="Comfortaa" pitchFamily="2" charset="0"/>
              </a:rPr>
              <a:t>проектиране, дизайн</a:t>
            </a:r>
            <a:r>
              <a:rPr lang="en-US" dirty="0">
                <a:latin typeface="Comfortaa" pitchFamily="2" charset="0"/>
              </a:rPr>
              <a:t>, </a:t>
            </a:r>
            <a:r>
              <a:rPr lang="bg-BG" dirty="0">
                <a:latin typeface="Comfortaa" pitchFamily="2" charset="0"/>
              </a:rPr>
              <a:t>планове за проекта</a:t>
            </a:r>
            <a:r>
              <a:rPr lang="en-US" dirty="0">
                <a:latin typeface="Comfortaa" pitchFamily="2" charset="0"/>
              </a:rPr>
              <a:t>, </a:t>
            </a:r>
            <a:r>
              <a:rPr lang="bg-BG" dirty="0">
                <a:latin typeface="Comfortaa" pitchFamily="2" charset="0"/>
              </a:rPr>
              <a:t>планове за тестване и </a:t>
            </a:r>
            <a:r>
              <a:rPr lang="bg-BG" dirty="0" err="1">
                <a:latin typeface="Comfortaa" pitchFamily="2" charset="0"/>
              </a:rPr>
              <a:t>т.н</a:t>
            </a:r>
            <a:r>
              <a:rPr lang="en-US" dirty="0">
                <a:latin typeface="Comfortaa" pitchFamily="2" charset="0"/>
              </a:rPr>
              <a:t>.</a:t>
            </a:r>
          </a:p>
          <a:p>
            <a:r>
              <a:rPr lang="bg-BG" dirty="0">
                <a:solidFill>
                  <a:schemeClr val="tx2">
                    <a:lumMod val="75000"/>
                  </a:schemeClr>
                </a:solidFill>
                <a:latin typeface="Comfortaa" pitchFamily="2" charset="0"/>
              </a:rPr>
              <a:t>Вътрешна</a:t>
            </a:r>
            <a:r>
              <a:rPr lang="en-US" dirty="0">
                <a:solidFill>
                  <a:schemeClr val="accent5">
                    <a:lumMod val="20000"/>
                    <a:lumOff val="80000"/>
                  </a:schemeClr>
                </a:solidFill>
                <a:latin typeface="Comfortaa" pitchFamily="2" charset="0"/>
              </a:rPr>
              <a:t> </a:t>
            </a:r>
            <a:r>
              <a:rPr lang="bg-BG" dirty="0">
                <a:latin typeface="Comfortaa" pitchFamily="2" charset="0"/>
              </a:rPr>
              <a:t>документация</a:t>
            </a:r>
            <a:endParaRPr lang="en-US" dirty="0">
              <a:latin typeface="Comfortaa" pitchFamily="2" charset="0"/>
            </a:endParaRPr>
          </a:p>
          <a:p>
            <a:pPr lvl="1"/>
            <a:r>
              <a:rPr lang="bg-BG" dirty="0">
                <a:latin typeface="Comfortaa" pitchFamily="2" charset="0"/>
              </a:rPr>
              <a:t>На по-ниско ниво </a:t>
            </a:r>
            <a:r>
              <a:rPr lang="en-US" dirty="0">
                <a:latin typeface="Comfortaa" pitchFamily="2" charset="0"/>
              </a:rPr>
              <a:t>– </a:t>
            </a:r>
            <a:r>
              <a:rPr lang="bg-BG" dirty="0">
                <a:latin typeface="Comfortaa" pitchFamily="2" charset="0"/>
              </a:rPr>
              <a:t>обяснява клас, метод </a:t>
            </a:r>
            <a:br>
              <a:rPr lang="bg-BG" dirty="0">
                <a:latin typeface="Comfortaa" pitchFamily="2" charset="0"/>
              </a:rPr>
            </a:br>
            <a:r>
              <a:rPr lang="bg-BG" dirty="0">
                <a:latin typeface="Comfortaa" pitchFamily="2" charset="0"/>
              </a:rPr>
              <a:t>или част от кода</a:t>
            </a:r>
            <a:endParaRPr lang="en-US" dirty="0">
              <a:latin typeface="Comfortaa" pitchFamily="2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sz="3800" dirty="0">
                <a:latin typeface="Comfortaa" pitchFamily="2" charset="0"/>
              </a:rPr>
              <a:t>Какво е проектна документация</a:t>
            </a:r>
            <a:r>
              <a:rPr lang="en-US" sz="3800" dirty="0">
                <a:latin typeface="Comfortaa" pitchFamily="2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2161691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bg-BG" dirty="0">
                <a:latin typeface="Comfortaa" pitchFamily="2" charset="0"/>
              </a:rPr>
              <a:t>Основен помощник при документацията на ниво код</a:t>
            </a:r>
            <a:endParaRPr lang="en-US" dirty="0">
              <a:latin typeface="Comfortaa" pitchFamily="2" charset="0"/>
            </a:endParaRPr>
          </a:p>
          <a:p>
            <a:pPr lvl="1"/>
            <a:r>
              <a:rPr lang="bg-BG" dirty="0">
                <a:latin typeface="Comfortaa" pitchFamily="2" charset="0"/>
              </a:rPr>
              <a:t>Структура на програмата</a:t>
            </a:r>
            <a:endParaRPr lang="en-US" dirty="0">
              <a:latin typeface="Comfortaa" pitchFamily="2" charset="0"/>
            </a:endParaRPr>
          </a:p>
          <a:p>
            <a:pPr lvl="1"/>
            <a:r>
              <a:rPr lang="bg-BG" dirty="0">
                <a:latin typeface="Comfortaa" pitchFamily="2" charset="0"/>
              </a:rPr>
              <a:t>Ясен, лесен за четене и разбиране код</a:t>
            </a:r>
            <a:endParaRPr lang="en-US" dirty="0">
              <a:latin typeface="Comfortaa" pitchFamily="2" charset="0"/>
            </a:endParaRPr>
          </a:p>
          <a:p>
            <a:pPr lvl="1"/>
            <a:r>
              <a:rPr lang="bg-BG" dirty="0">
                <a:latin typeface="Comfortaa" pitchFamily="2" charset="0"/>
              </a:rPr>
              <a:t>Добър стил на именуване</a:t>
            </a:r>
            <a:endParaRPr lang="en-US" dirty="0">
              <a:latin typeface="Comfortaa" pitchFamily="2" charset="0"/>
            </a:endParaRPr>
          </a:p>
          <a:p>
            <a:pPr lvl="1"/>
            <a:r>
              <a:rPr lang="bg-BG" dirty="0">
                <a:latin typeface="Comfortaa" pitchFamily="2" charset="0"/>
              </a:rPr>
              <a:t>Изчистено оформление и формат</a:t>
            </a:r>
            <a:endParaRPr lang="en-US" dirty="0">
              <a:latin typeface="Comfortaa" pitchFamily="2" charset="0"/>
            </a:endParaRPr>
          </a:p>
          <a:p>
            <a:pPr lvl="1"/>
            <a:r>
              <a:rPr lang="bg-BG" dirty="0">
                <a:latin typeface="Comfortaa" pitchFamily="2" charset="0"/>
              </a:rPr>
              <a:t>Разбираеми абстракции</a:t>
            </a:r>
            <a:endParaRPr lang="en-US" dirty="0">
              <a:latin typeface="Comfortaa" pitchFamily="2" charset="0"/>
            </a:endParaRPr>
          </a:p>
          <a:p>
            <a:pPr lvl="1"/>
            <a:r>
              <a:rPr lang="bg-BG" dirty="0">
                <a:latin typeface="Comfortaa" pitchFamily="2" charset="0"/>
              </a:rPr>
              <a:t>Възможно най-малка сложност</a:t>
            </a:r>
            <a:endParaRPr lang="en-US" dirty="0">
              <a:latin typeface="Comfortaa" pitchFamily="2" charset="0"/>
            </a:endParaRPr>
          </a:p>
          <a:p>
            <a:pPr lvl="1"/>
            <a:r>
              <a:rPr lang="bg-BG" dirty="0">
                <a:latin typeface="Comfortaa" pitchFamily="2" charset="0"/>
              </a:rPr>
              <a:t>Слаба зависимост и силна специализация</a:t>
            </a:r>
            <a:endParaRPr lang="en-US" dirty="0">
              <a:latin typeface="Comfortaa" pitchFamily="2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>
                <a:latin typeface="Comfortaa" pitchFamily="2" charset="0"/>
              </a:rPr>
              <a:t>Стил на програмиране</a:t>
            </a:r>
            <a:endParaRPr lang="en-US" dirty="0">
              <a:latin typeface="Comforta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372535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9453" y="103868"/>
            <a:ext cx="11173089" cy="893223"/>
          </a:xfrm>
        </p:spPr>
        <p:txBody>
          <a:bodyPr>
            <a:normAutofit/>
          </a:bodyPr>
          <a:lstStyle/>
          <a:p>
            <a:r>
              <a:rPr lang="bg-BG" sz="4000" dirty="0">
                <a:latin typeface="Comfortaa" pitchFamily="2" charset="0"/>
              </a:rPr>
              <a:t>Промер за лоши коментари </a:t>
            </a:r>
            <a:r>
              <a:rPr lang="en-US" sz="4000" dirty="0">
                <a:latin typeface="Comfortaa" pitchFamily="2" charset="0"/>
              </a:rPr>
              <a:t>[1/2]</a:t>
            </a:r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509456" y="997091"/>
            <a:ext cx="11173090" cy="5632311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public static List&lt;int&gt; FindPrimes(int start, int end)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{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</a:t>
            </a:r>
            <a:r>
              <a:rPr lang="en-US" b="1" noProof="1">
                <a:solidFill>
                  <a:srgbClr val="00B0F0"/>
                </a:solidFill>
                <a:latin typeface="Consolas" pitchFamily="49" charset="0"/>
                <a:cs typeface="Consolas" pitchFamily="49" charset="0"/>
              </a:rPr>
              <a:t>// Create new list of integers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List&lt;int&gt; primesList = new List&lt;int&gt;();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</a:t>
            </a:r>
            <a:r>
              <a:rPr lang="en-US" b="1" noProof="1">
                <a:solidFill>
                  <a:srgbClr val="00B0F0"/>
                </a:solidFill>
                <a:latin typeface="Consolas" pitchFamily="49" charset="0"/>
                <a:cs typeface="Consolas" pitchFamily="49" charset="0"/>
              </a:rPr>
              <a:t>// Perform a loop from start to end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for (int num = start; num &lt;= end; num++)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{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rgbClr val="00B0F0"/>
                </a:solidFill>
                <a:latin typeface="Consolas" pitchFamily="49" charset="0"/>
                <a:cs typeface="Consolas" pitchFamily="49" charset="0"/>
              </a:rPr>
              <a:t>        // Declare boolean variable, initially true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    bool prime = true;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    </a:t>
            </a:r>
            <a:r>
              <a:rPr lang="en-US" b="1" noProof="1">
                <a:solidFill>
                  <a:srgbClr val="00B0F0"/>
                </a:solidFill>
                <a:latin typeface="Consolas" pitchFamily="49" charset="0"/>
                <a:cs typeface="Consolas" pitchFamily="49" charset="0"/>
              </a:rPr>
              <a:t>// Perform loop from 2 to sqrt(num)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    for (int div = 2; div &lt;= Math.Sqrt(num); div++)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    {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        </a:t>
            </a:r>
            <a:r>
              <a:rPr lang="en-US" b="1" noProof="1">
                <a:solidFill>
                  <a:srgbClr val="00B0F0"/>
                </a:solidFill>
                <a:latin typeface="Consolas" pitchFamily="49" charset="0"/>
                <a:cs typeface="Consolas" pitchFamily="49" charset="0"/>
              </a:rPr>
              <a:t>// Check if div divides num with no remainder 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        if (num % div == 0)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        {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rgbClr val="00B0F0"/>
                </a:solidFill>
                <a:latin typeface="Consolas" pitchFamily="49" charset="0"/>
                <a:cs typeface="Consolas" pitchFamily="49" charset="0"/>
              </a:rPr>
              <a:t>                // We found a divider -&gt; the number is not prime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            prime = false;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rgbClr val="00B0F0"/>
                </a:solidFill>
                <a:latin typeface="Consolas" pitchFamily="49" charset="0"/>
                <a:cs typeface="Consolas" pitchFamily="49" charset="0"/>
              </a:rPr>
              <a:t>                // Exit from the loop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            break;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        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08952" y="6210507"/>
            <a:ext cx="430758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bg-BG" sz="1600" i="1" dirty="0">
                <a:solidFill>
                  <a:schemeClr val="bg1"/>
                </a:solidFill>
                <a:latin typeface="Comfortaa" pitchFamily="2" charset="0"/>
              </a:rPr>
              <a:t>продължава на следващият слайд ...</a:t>
            </a:r>
            <a:endParaRPr lang="en-US" sz="1600" i="1" dirty="0">
              <a:solidFill>
                <a:schemeClr val="bg1"/>
              </a:solidFill>
              <a:latin typeface="Comfortaa" pitchFamily="2" charset="0"/>
            </a:endParaRPr>
          </a:p>
        </p:txBody>
      </p:sp>
      <p:pic>
        <p:nvPicPr>
          <p:cNvPr id="8" name="Picture 7" descr="approve, block, cancel, delete, reject icon"/>
          <p:cNvPicPr>
            <a:picLocks noChangeAspect="1" noChangeArrowheads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962490" y="3071751"/>
            <a:ext cx="1333637" cy="1295400"/>
          </a:xfrm>
          <a:prstGeom prst="rect">
            <a:avLst/>
          </a:prstGeom>
          <a:noFill/>
          <a:effectLst>
            <a:outerShdw blurRad="101600" sx="102000" sy="102000" algn="ctr" rotWithShape="0">
              <a:srgbClr val="FF3300">
                <a:alpha val="69804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522051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609601" y="1750239"/>
            <a:ext cx="10766795" cy="4021614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      </a:t>
            </a:r>
            <a:r>
              <a:rPr lang="en-US" b="1" noProof="1">
                <a:solidFill>
                  <a:srgbClr val="00B0F0"/>
                </a:solidFill>
                <a:latin typeface="Consolas" pitchFamily="49" charset="0"/>
                <a:cs typeface="Consolas" pitchFamily="49" charset="0"/>
              </a:rPr>
              <a:t>// Continue with the next loop value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    }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endParaRPr lang="en-US" b="1" noProof="1">
              <a:solidFill>
                <a:schemeClr val="bg1"/>
              </a:solidFill>
              <a:latin typeface="Consolas" pitchFamily="49" charset="0"/>
              <a:cs typeface="Consolas" pitchFamily="49" charset="0"/>
            </a:endParaRP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    </a:t>
            </a:r>
            <a:r>
              <a:rPr lang="en-US" b="1" noProof="1">
                <a:solidFill>
                  <a:srgbClr val="00B0F0"/>
                </a:solidFill>
                <a:latin typeface="Consolas" pitchFamily="49" charset="0"/>
                <a:cs typeface="Consolas" pitchFamily="49" charset="0"/>
              </a:rPr>
              <a:t>// Check if the number is prime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    if (prime)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    {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        </a:t>
            </a:r>
            <a:r>
              <a:rPr lang="en-US" b="1" noProof="1">
                <a:solidFill>
                  <a:srgbClr val="00B0F0"/>
                </a:solidFill>
                <a:latin typeface="Consolas" pitchFamily="49" charset="0"/>
                <a:cs typeface="Consolas" pitchFamily="49" charset="0"/>
              </a:rPr>
              <a:t>// Add the number to the list of primes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        primesList.Add(num);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    }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}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endParaRPr lang="en-US" b="1" noProof="1">
              <a:solidFill>
                <a:schemeClr val="bg1"/>
              </a:solidFill>
              <a:latin typeface="Consolas" pitchFamily="49" charset="0"/>
              <a:cs typeface="Consolas" pitchFamily="49" charset="0"/>
            </a:endParaRP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</a:t>
            </a:r>
            <a:r>
              <a:rPr lang="en-US" b="1" noProof="1">
                <a:solidFill>
                  <a:srgbClr val="00B0F0"/>
                </a:solidFill>
                <a:latin typeface="Consolas" pitchFamily="49" charset="0"/>
                <a:cs typeface="Consolas" pitchFamily="49" charset="0"/>
              </a:rPr>
              <a:t>// Return the list of primes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return primesList;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}</a:t>
            </a:r>
          </a:p>
        </p:txBody>
      </p:sp>
      <p:pic>
        <p:nvPicPr>
          <p:cNvPr id="6" name="Picture 5" descr="approve, block, cancel, delete, reject icon"/>
          <p:cNvPicPr>
            <a:picLocks noChangeAspect="1" noChangeArrowheads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788680" y="3254447"/>
            <a:ext cx="1333637" cy="1295400"/>
          </a:xfrm>
          <a:prstGeom prst="rect">
            <a:avLst/>
          </a:prstGeom>
          <a:noFill/>
          <a:effectLst>
            <a:outerShdw blurRad="101600" sx="102000" sy="102000" algn="ctr" rotWithShape="0">
              <a:srgbClr val="FF3300">
                <a:alpha val="69804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DC1C72D5-5232-E951-1443-64CC98F161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9453" y="103868"/>
            <a:ext cx="11173089" cy="893223"/>
          </a:xfrm>
        </p:spPr>
        <p:txBody>
          <a:bodyPr>
            <a:normAutofit/>
          </a:bodyPr>
          <a:lstStyle/>
          <a:p>
            <a:r>
              <a:rPr lang="bg-BG" sz="4000" dirty="0">
                <a:latin typeface="Comfortaa" pitchFamily="2" charset="0"/>
              </a:rPr>
              <a:t>Промер за лоши коментари </a:t>
            </a:r>
            <a:r>
              <a:rPr lang="en-US" sz="4000" dirty="0">
                <a:latin typeface="Comfortaa" pitchFamily="2" charset="0"/>
              </a:rPr>
              <a:t>[2/2]</a:t>
            </a:r>
          </a:p>
        </p:txBody>
      </p:sp>
    </p:spTree>
    <p:extLst>
      <p:ext uri="{BB962C8B-B14F-4D97-AF65-F5344CB8AC3E}">
        <p14:creationId xmlns:p14="http://schemas.microsoft.com/office/powerpoint/2010/main" val="19032554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2601" y="299441"/>
            <a:ext cx="10766794" cy="971219"/>
          </a:xfrm>
        </p:spPr>
        <p:txBody>
          <a:bodyPr>
            <a:normAutofit fontScale="90000"/>
          </a:bodyPr>
          <a:lstStyle/>
          <a:p>
            <a:r>
              <a:rPr lang="bg-BG" dirty="0">
                <a:latin typeface="Comfortaa" pitchFamily="2" charset="0"/>
              </a:rPr>
              <a:t>Пример за самоописателен код </a:t>
            </a:r>
            <a:r>
              <a:rPr lang="en-US" dirty="0">
                <a:latin typeface="Comfortaa" pitchFamily="2" charset="0"/>
              </a:rPr>
              <a:t>[1/2]</a:t>
            </a:r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712604" y="1316321"/>
            <a:ext cx="10766795" cy="4832092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eaLnBrk="0" hangingPunct="0">
              <a:lnSpc>
                <a:spcPct val="11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public static List&lt;int&gt; FindPrimes(int start, int end)</a:t>
            </a:r>
          </a:p>
          <a:p>
            <a:pPr eaLnBrk="0" hangingPunct="0">
              <a:lnSpc>
                <a:spcPct val="11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{</a:t>
            </a:r>
          </a:p>
          <a:p>
            <a:pPr eaLnBrk="0" hangingPunct="0">
              <a:lnSpc>
                <a:spcPct val="11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List&lt;int&gt; primesList = new List&lt;int&gt;();</a:t>
            </a:r>
          </a:p>
          <a:p>
            <a:pPr eaLnBrk="0" hangingPunct="0">
              <a:lnSpc>
                <a:spcPct val="11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for (int num = start; num &lt;= end; num++)</a:t>
            </a:r>
          </a:p>
          <a:p>
            <a:pPr eaLnBrk="0" hangingPunct="0">
              <a:lnSpc>
                <a:spcPct val="11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{</a:t>
            </a:r>
          </a:p>
          <a:p>
            <a:pPr eaLnBrk="0" hangingPunct="0">
              <a:lnSpc>
                <a:spcPct val="11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    bool isPrime = IsPrime(num);</a:t>
            </a:r>
          </a:p>
          <a:p>
            <a:pPr eaLnBrk="0" hangingPunct="0">
              <a:lnSpc>
                <a:spcPct val="11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    if (isPrime)</a:t>
            </a:r>
          </a:p>
          <a:p>
            <a:pPr eaLnBrk="0" hangingPunct="0">
              <a:lnSpc>
                <a:spcPct val="11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    {</a:t>
            </a:r>
          </a:p>
          <a:p>
            <a:pPr eaLnBrk="0" hangingPunct="0">
              <a:lnSpc>
                <a:spcPct val="11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        primesList.Add(num);</a:t>
            </a:r>
          </a:p>
          <a:p>
            <a:pPr eaLnBrk="0" hangingPunct="0">
              <a:lnSpc>
                <a:spcPct val="11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    }</a:t>
            </a:r>
          </a:p>
          <a:p>
            <a:pPr eaLnBrk="0" hangingPunct="0">
              <a:lnSpc>
                <a:spcPct val="11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}</a:t>
            </a:r>
          </a:p>
          <a:p>
            <a:pPr eaLnBrk="0" hangingPunct="0">
              <a:lnSpc>
                <a:spcPct val="11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endParaRPr lang="en-US" sz="2000" b="1" noProof="1">
              <a:solidFill>
                <a:schemeClr val="bg1"/>
              </a:solidFill>
              <a:latin typeface="Consolas" pitchFamily="49" charset="0"/>
              <a:cs typeface="Consolas" pitchFamily="49" charset="0"/>
            </a:endParaRPr>
          </a:p>
          <a:p>
            <a:pPr eaLnBrk="0" hangingPunct="0">
              <a:lnSpc>
                <a:spcPct val="11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return primesList;</a:t>
            </a:r>
          </a:p>
          <a:p>
            <a:pPr eaLnBrk="0" hangingPunct="0">
              <a:lnSpc>
                <a:spcPct val="11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}</a:t>
            </a:r>
          </a:p>
        </p:txBody>
      </p:sp>
      <p:sp>
        <p:nvSpPr>
          <p:cNvPr id="7" name="AutoShape 7"/>
          <p:cNvSpPr>
            <a:spLocks noChangeArrowheads="1"/>
          </p:cNvSpPr>
          <p:nvPr/>
        </p:nvSpPr>
        <p:spPr bwMode="auto">
          <a:xfrm>
            <a:off x="7336969" y="3918915"/>
            <a:ext cx="4500749" cy="1273328"/>
          </a:xfrm>
          <a:prstGeom prst="wedgeRoundRectCallout">
            <a:avLst>
              <a:gd name="adj1" fmla="val -60488"/>
              <a:gd name="adj2" fmla="val 11453"/>
              <a:gd name="adj3" fmla="val 16667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 eaLnBrk="0" hangingPunct="0">
              <a:lnSpc>
                <a:spcPts val="28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bg-BG" sz="2200" b="1" noProof="1">
                <a:solidFill>
                  <a:schemeClr val="bg1"/>
                </a:solidFill>
                <a:latin typeface="Comfortaa" pitchFamily="2" charset="0"/>
                <a:cs typeface="Consolas" pitchFamily="49" charset="0"/>
              </a:rPr>
              <a:t>Добрият код не се нуждае от коментари</a:t>
            </a:r>
            <a:r>
              <a:rPr lang="en-US" sz="2200" b="1" noProof="1">
                <a:solidFill>
                  <a:schemeClr val="bg1"/>
                </a:solidFill>
                <a:latin typeface="Comfortaa" pitchFamily="2" charset="0"/>
                <a:cs typeface="Consolas" pitchFamily="49" charset="0"/>
              </a:rPr>
              <a:t>. </a:t>
            </a:r>
          </a:p>
          <a:p>
            <a:pPr algn="ctr" eaLnBrk="0" hangingPunct="0">
              <a:lnSpc>
                <a:spcPts val="28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bg-BG" sz="2200" b="1" noProof="1">
                <a:solidFill>
                  <a:schemeClr val="bg1"/>
                </a:solidFill>
                <a:latin typeface="Comfortaa" pitchFamily="2" charset="0"/>
                <a:cs typeface="Consolas" pitchFamily="49" charset="0"/>
              </a:rPr>
              <a:t>Той е самоописателен</a:t>
            </a:r>
            <a:endParaRPr lang="en-US" sz="2200" b="1" noProof="1">
              <a:solidFill>
                <a:schemeClr val="bg1"/>
              </a:solidFill>
              <a:latin typeface="Comfortaa" pitchFamily="2" charset="0"/>
              <a:cs typeface="Consolas" pitchFamily="49" charset="0"/>
            </a:endParaRPr>
          </a:p>
        </p:txBody>
      </p:sp>
      <p:pic>
        <p:nvPicPr>
          <p:cNvPr id="9" name="Picture 2" descr="haken, installed, ok, package, richtig, right, tick, updated icon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07434" y="1944110"/>
            <a:ext cx="1552622" cy="1481040"/>
          </a:xfrm>
          <a:prstGeom prst="rect">
            <a:avLst/>
          </a:prstGeom>
          <a:noFill/>
          <a:effectLst>
            <a:outerShdw blurRad="101600" sx="102000" sy="102000" algn="ctr" rotWithShape="0">
              <a:schemeClr val="tx2">
                <a:lumMod val="60000"/>
                <a:lumOff val="40000"/>
                <a:alpha val="70000"/>
              </a:scheme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2755F9B-A68A-43A7-9247-2C2E17F47F99}"/>
              </a:ext>
            </a:extLst>
          </p:cNvPr>
          <p:cNvSpPr txBox="1"/>
          <p:nvPr/>
        </p:nvSpPr>
        <p:spPr>
          <a:xfrm>
            <a:off x="7171806" y="5743082"/>
            <a:ext cx="430758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bg-BG" sz="1600" i="1" dirty="0">
                <a:solidFill>
                  <a:schemeClr val="bg1"/>
                </a:solidFill>
                <a:latin typeface="Comfortaa" pitchFamily="2" charset="0"/>
              </a:rPr>
              <a:t>продължава на следващият слайд ...</a:t>
            </a:r>
            <a:endParaRPr lang="en-US" sz="1600" i="1" dirty="0">
              <a:solidFill>
                <a:schemeClr val="bg1"/>
              </a:solidFill>
              <a:latin typeface="Comforta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609715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712604" y="1295401"/>
            <a:ext cx="10766795" cy="5234766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eaLnBrk="0" hangingPunct="0">
              <a:lnSpc>
                <a:spcPct val="11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private static bool IsPrime(int num)</a:t>
            </a:r>
          </a:p>
          <a:p>
            <a:pPr eaLnBrk="0" hangingPunct="0">
              <a:lnSpc>
                <a:spcPct val="11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{</a:t>
            </a:r>
          </a:p>
          <a:p>
            <a:pPr eaLnBrk="0" hangingPunct="0">
              <a:lnSpc>
                <a:spcPct val="11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bool isPrime = true;</a:t>
            </a:r>
          </a:p>
          <a:p>
            <a:pPr eaLnBrk="0" hangingPunct="0">
              <a:lnSpc>
                <a:spcPct val="11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int maxDivider = (int) Math.Sqrt(num);</a:t>
            </a:r>
          </a:p>
          <a:p>
            <a:pPr eaLnBrk="0" hangingPunct="0">
              <a:lnSpc>
                <a:spcPct val="11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for (int div = 2; div &lt;= maxDivider; div++)</a:t>
            </a:r>
          </a:p>
          <a:p>
            <a:pPr eaLnBrk="0" hangingPunct="0">
              <a:lnSpc>
                <a:spcPct val="11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{</a:t>
            </a:r>
          </a:p>
          <a:p>
            <a:pPr eaLnBrk="0" hangingPunct="0">
              <a:lnSpc>
                <a:spcPct val="11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    if (num % div == 0)</a:t>
            </a:r>
          </a:p>
          <a:p>
            <a:pPr eaLnBrk="0" hangingPunct="0">
              <a:lnSpc>
                <a:spcPct val="11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    {</a:t>
            </a:r>
          </a:p>
          <a:p>
            <a:pPr eaLnBrk="0" hangingPunct="0">
              <a:lnSpc>
                <a:spcPct val="11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        </a:t>
            </a:r>
            <a:r>
              <a:rPr lang="en-US" sz="2000" b="1" noProof="1">
                <a:solidFill>
                  <a:srgbClr val="00B0F0"/>
                </a:solidFill>
                <a:latin typeface="Consolas" pitchFamily="49" charset="0"/>
                <a:cs typeface="Consolas" pitchFamily="49" charset="0"/>
              </a:rPr>
              <a:t>// We found a divider -&gt; the number is not prime</a:t>
            </a:r>
          </a:p>
          <a:p>
            <a:pPr eaLnBrk="0" hangingPunct="0">
              <a:lnSpc>
                <a:spcPct val="11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        isPrime = false;</a:t>
            </a:r>
          </a:p>
          <a:p>
            <a:pPr eaLnBrk="0" hangingPunct="0">
              <a:lnSpc>
                <a:spcPct val="11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        break;</a:t>
            </a:r>
          </a:p>
          <a:p>
            <a:pPr eaLnBrk="0" hangingPunct="0">
              <a:lnSpc>
                <a:spcPct val="11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    }</a:t>
            </a:r>
          </a:p>
          <a:p>
            <a:pPr eaLnBrk="0" hangingPunct="0">
              <a:lnSpc>
                <a:spcPct val="11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}</a:t>
            </a:r>
          </a:p>
          <a:p>
            <a:pPr eaLnBrk="0" hangingPunct="0">
              <a:lnSpc>
                <a:spcPct val="110000"/>
              </a:lnSpc>
              <a:spcBef>
                <a:spcPts val="1000"/>
              </a:spcBef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return isPrime;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}</a:t>
            </a:r>
          </a:p>
        </p:txBody>
      </p:sp>
      <p:sp>
        <p:nvSpPr>
          <p:cNvPr id="6" name="AutoShape 7"/>
          <p:cNvSpPr>
            <a:spLocks noChangeArrowheads="1"/>
          </p:cNvSpPr>
          <p:nvPr/>
        </p:nvSpPr>
        <p:spPr bwMode="auto">
          <a:xfrm>
            <a:off x="7420099" y="1408095"/>
            <a:ext cx="4419600" cy="1266092"/>
          </a:xfrm>
          <a:prstGeom prst="wedgeRoundRectCallout">
            <a:avLst>
              <a:gd name="adj1" fmla="val -79925"/>
              <a:gd name="adj2" fmla="val -42301"/>
              <a:gd name="adj3" fmla="val 16667"/>
            </a:avLst>
          </a:prstGeom>
          <a:solidFill>
            <a:srgbClr val="00B0F0"/>
          </a:solidFill>
          <a:ln w="6350">
            <a:noFill/>
          </a:ln>
        </p:spPr>
        <p:txBody>
          <a:bodyPr wrap="square">
            <a:spAutoFit/>
          </a:bodyPr>
          <a:lstStyle/>
          <a:p>
            <a:pPr algn="ctr" eaLnBrk="0" hangingPunct="0">
              <a:lnSpc>
                <a:spcPts val="28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bg-BG" sz="2000" b="1" noProof="1">
                <a:solidFill>
                  <a:srgbClr val="F7FFE7"/>
                </a:solidFill>
                <a:latin typeface="Comfortaa" pitchFamily="2" charset="0"/>
                <a:cs typeface="Consolas" pitchFamily="49" charset="0"/>
              </a:rPr>
              <a:t>Добре написаните методи имат уместни имена и са лесни за четене и разбиране</a:t>
            </a:r>
            <a:endParaRPr lang="en-US" sz="2000" b="1" noProof="1">
              <a:solidFill>
                <a:srgbClr val="F7FFE7"/>
              </a:solidFill>
              <a:latin typeface="Comfortaa" pitchFamily="2" charset="0"/>
              <a:cs typeface="Consolas" pitchFamily="49" charset="0"/>
            </a:endParaRPr>
          </a:p>
        </p:txBody>
      </p:sp>
      <p:sp>
        <p:nvSpPr>
          <p:cNvPr id="7" name="AutoShape 7"/>
          <p:cNvSpPr>
            <a:spLocks noChangeArrowheads="1"/>
          </p:cNvSpPr>
          <p:nvPr/>
        </p:nvSpPr>
        <p:spPr bwMode="auto">
          <a:xfrm>
            <a:off x="5280552" y="4979374"/>
            <a:ext cx="4957958" cy="1273328"/>
          </a:xfrm>
          <a:prstGeom prst="wedgeRoundRectCallout">
            <a:avLst>
              <a:gd name="adj1" fmla="val -39601"/>
              <a:gd name="adj2" fmla="val -95005"/>
              <a:gd name="adj3" fmla="val 16667"/>
            </a:avLst>
          </a:prstGeom>
          <a:solidFill>
            <a:srgbClr val="00B0F0"/>
          </a:solidFill>
          <a:ln w="6350">
            <a:noFill/>
          </a:ln>
        </p:spPr>
        <p:txBody>
          <a:bodyPr wrap="square">
            <a:spAutoFit/>
          </a:bodyPr>
          <a:lstStyle/>
          <a:p>
            <a:pPr algn="ctr" eaLnBrk="0" hangingPunct="0">
              <a:lnSpc>
                <a:spcPts val="28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bg-BG" sz="2000" b="1" noProof="1">
                <a:solidFill>
                  <a:srgbClr val="F7FFE7"/>
                </a:solidFill>
                <a:latin typeface="Comfortaa" pitchFamily="2" charset="0"/>
                <a:cs typeface="Consolas" pitchFamily="49" charset="0"/>
              </a:rPr>
              <a:t>Този коментар обяснява неочевидни детайли</a:t>
            </a:r>
            <a:r>
              <a:rPr lang="en-US" sz="2000" b="1" noProof="1">
                <a:solidFill>
                  <a:srgbClr val="F7FFE7"/>
                </a:solidFill>
                <a:latin typeface="Comfortaa" pitchFamily="2" charset="0"/>
                <a:cs typeface="Consolas" pitchFamily="49" charset="0"/>
              </a:rPr>
              <a:t>. </a:t>
            </a:r>
          </a:p>
          <a:p>
            <a:pPr algn="ctr" eaLnBrk="0" hangingPunct="0">
              <a:lnSpc>
                <a:spcPts val="28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bg-BG" sz="2000" b="1" noProof="1">
                <a:solidFill>
                  <a:srgbClr val="F7FFE7"/>
                </a:solidFill>
                <a:latin typeface="Comfortaa" pitchFamily="2" charset="0"/>
                <a:cs typeface="Consolas" pitchFamily="49" charset="0"/>
              </a:rPr>
              <a:t>Не повтаря кода</a:t>
            </a:r>
            <a:endParaRPr lang="en-US" sz="2000" b="1" noProof="1">
              <a:solidFill>
                <a:srgbClr val="F7FFE7"/>
              </a:solidFill>
              <a:latin typeface="Comfortaa" pitchFamily="2" charset="0"/>
              <a:cs typeface="Consolas" pitchFamily="49" charset="0"/>
            </a:endParaRPr>
          </a:p>
        </p:txBody>
      </p:sp>
      <p:pic>
        <p:nvPicPr>
          <p:cNvPr id="8" name="Picture 2" descr="haken, installed, ok, package, richtig, right, tick, updated icon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462199" y="2977160"/>
            <a:ext cx="1552622" cy="1481040"/>
          </a:xfrm>
          <a:prstGeom prst="rect">
            <a:avLst/>
          </a:prstGeom>
          <a:noFill/>
          <a:effectLst>
            <a:outerShdw blurRad="101600" sx="102000" sy="102000" algn="ctr" rotWithShape="0">
              <a:schemeClr val="tx2">
                <a:lumMod val="60000"/>
                <a:lumOff val="40000"/>
                <a:alpha val="70000"/>
              </a:scheme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24B158CF-D8CA-1C05-E967-4FBB920FD5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2601" y="299441"/>
            <a:ext cx="10766794" cy="971219"/>
          </a:xfrm>
        </p:spPr>
        <p:txBody>
          <a:bodyPr>
            <a:normAutofit fontScale="90000"/>
          </a:bodyPr>
          <a:lstStyle/>
          <a:p>
            <a:r>
              <a:rPr lang="bg-BG" dirty="0">
                <a:latin typeface="Comfortaa" pitchFamily="2" charset="0"/>
              </a:rPr>
              <a:t>Пример за самоописателен код </a:t>
            </a:r>
            <a:r>
              <a:rPr lang="en-US" dirty="0">
                <a:latin typeface="Comfortaa" pitchFamily="2" charset="0"/>
              </a:rPr>
              <a:t>[2/2]</a:t>
            </a:r>
          </a:p>
        </p:txBody>
      </p:sp>
    </p:spTree>
    <p:extLst>
      <p:ext uri="{BB962C8B-B14F-4D97-AF65-F5344CB8AC3E}">
        <p14:creationId xmlns:p14="http://schemas.microsoft.com/office/powerpoint/2010/main" val="26167468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5402" y="235087"/>
            <a:ext cx="10641196" cy="625477"/>
          </a:xfrm>
        </p:spPr>
        <p:txBody>
          <a:bodyPr/>
          <a:lstStyle/>
          <a:p>
            <a:r>
              <a:rPr lang="bg-BG" sz="3600" dirty="0">
                <a:latin typeface="Comfortaa" pitchFamily="2" charset="0"/>
              </a:rPr>
              <a:t>Пример за лош стил на програмиране</a:t>
            </a:r>
            <a:endParaRPr lang="en-US" sz="3600" dirty="0">
              <a:latin typeface="Comfortaa" pitchFamily="2" charset="0"/>
            </a:endParaRPr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712604" y="990602"/>
            <a:ext cx="10766795" cy="5632311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for (i = 1; i &lt;= num; i++)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{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meetsCriteria[i] = true;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}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for (i = 2; i &lt;= num / 2; i++)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{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j = i + i;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while (j &lt;= num)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{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    meetsCriteria[j] = false;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    j = j + i;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}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}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for (i = 1; i &lt;= num; i++)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{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if (meetsCriteria[i])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{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    Console.WriteLine(i + " meets criteria.");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}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}</a:t>
            </a:r>
          </a:p>
        </p:txBody>
      </p:sp>
      <p:sp>
        <p:nvSpPr>
          <p:cNvPr id="7" name="AutoShape 7"/>
          <p:cNvSpPr>
            <a:spLocks noChangeArrowheads="1"/>
          </p:cNvSpPr>
          <p:nvPr/>
        </p:nvSpPr>
        <p:spPr bwMode="auto">
          <a:xfrm>
            <a:off x="6822373" y="3226536"/>
            <a:ext cx="5030164" cy="1273328"/>
          </a:xfrm>
          <a:prstGeom prst="wedgeRoundRectCallout">
            <a:avLst>
              <a:gd name="adj1" fmla="val -82395"/>
              <a:gd name="adj2" fmla="val -73553"/>
              <a:gd name="adj3" fmla="val 16667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 eaLnBrk="0" hangingPunct="0">
              <a:lnSpc>
                <a:spcPts val="28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bg-BG" sz="2200" b="1" noProof="1">
                <a:solidFill>
                  <a:schemeClr val="bg1"/>
                </a:solidFill>
                <a:latin typeface="Comfortaa" pitchFamily="2" charset="0"/>
                <a:cs typeface="Consolas" pitchFamily="49" charset="0"/>
              </a:rPr>
              <a:t>Неинформативни имена на променливи</a:t>
            </a:r>
            <a:r>
              <a:rPr lang="en-US" sz="2200" b="1" noProof="1">
                <a:solidFill>
                  <a:schemeClr val="bg1"/>
                </a:solidFill>
                <a:latin typeface="Comfortaa" pitchFamily="2" charset="0"/>
                <a:cs typeface="Consolas" pitchFamily="49" charset="0"/>
              </a:rPr>
              <a:t>. </a:t>
            </a:r>
            <a:r>
              <a:rPr lang="bg-BG" sz="2200" b="1" noProof="1">
                <a:solidFill>
                  <a:schemeClr val="bg1"/>
                </a:solidFill>
                <a:latin typeface="Comfortaa" pitchFamily="2" charset="0"/>
                <a:cs typeface="Consolas" pitchFamily="49" charset="0"/>
              </a:rPr>
              <a:t>Немарливо оформление</a:t>
            </a:r>
            <a:endParaRPr lang="en-US" sz="2200" b="1" noProof="1">
              <a:solidFill>
                <a:schemeClr val="bg1"/>
              </a:solidFill>
              <a:latin typeface="Comfortaa" pitchFamily="2" charset="0"/>
              <a:cs typeface="Consolas" pitchFamily="49" charset="0"/>
            </a:endParaRPr>
          </a:p>
        </p:txBody>
      </p:sp>
      <p:pic>
        <p:nvPicPr>
          <p:cNvPr id="6" name="Picture 5" descr="approve, block, cancel, delete, reject icon"/>
          <p:cNvPicPr>
            <a:picLocks noChangeAspect="1" noChangeArrowheads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769181" y="1526183"/>
            <a:ext cx="1333637" cy="1295400"/>
          </a:xfrm>
          <a:prstGeom prst="rect">
            <a:avLst/>
          </a:prstGeom>
          <a:noFill/>
          <a:effectLst>
            <a:outerShdw blurRad="101600" sx="102000" sy="102000" algn="ctr" rotWithShape="0">
              <a:srgbClr val="FF3300">
                <a:alpha val="69804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722797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9453" y="115744"/>
            <a:ext cx="11173089" cy="1113552"/>
          </a:xfrm>
        </p:spPr>
        <p:txBody>
          <a:bodyPr>
            <a:noAutofit/>
          </a:bodyPr>
          <a:lstStyle/>
          <a:p>
            <a:r>
              <a:rPr lang="bg-BG" sz="3600" dirty="0">
                <a:latin typeface="Comfortaa" pitchFamily="2" charset="0"/>
              </a:rPr>
              <a:t>Пример за добър стил на програмиране</a:t>
            </a:r>
            <a:endParaRPr lang="en-US" sz="3600" dirty="0">
              <a:latin typeface="Comfortaa" pitchFamily="2" charset="0"/>
            </a:endParaRPr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509456" y="1229295"/>
            <a:ext cx="11173090" cy="5161413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eaLnBrk="0" hangingPunct="0">
              <a:lnSpc>
                <a:spcPct val="9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pt-BR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for (primeCandidate = 1; primeCandidate &lt;= num; primeCandidate++)</a:t>
            </a:r>
          </a:p>
          <a:p>
            <a:pPr eaLnBrk="0" hangingPunct="0">
              <a:lnSpc>
                <a:spcPct val="9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{</a:t>
            </a:r>
          </a:p>
          <a:p>
            <a:pPr eaLnBrk="0" hangingPunct="0">
              <a:lnSpc>
                <a:spcPct val="75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isPrime[primeCandidate] = true;</a:t>
            </a:r>
          </a:p>
          <a:p>
            <a:pPr eaLnBrk="0" hangingPunct="0">
              <a:lnSpc>
                <a:spcPct val="75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}</a:t>
            </a:r>
          </a:p>
          <a:p>
            <a:pPr eaLnBrk="0" hangingPunct="0">
              <a:lnSpc>
                <a:spcPct val="9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endParaRPr lang="en-US" b="1" noProof="1">
              <a:solidFill>
                <a:schemeClr val="bg1"/>
              </a:solidFill>
              <a:latin typeface="Consolas" pitchFamily="49" charset="0"/>
              <a:cs typeface="Consolas" pitchFamily="49" charset="0"/>
            </a:endParaRPr>
          </a:p>
          <a:p>
            <a:pPr eaLnBrk="0" hangingPunct="0">
              <a:lnSpc>
                <a:spcPct val="9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pt-BR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for (int factor = 2; factor &lt; (num / 2); factor++)</a:t>
            </a:r>
          </a:p>
          <a:p>
            <a:pPr eaLnBrk="0" hangingPunct="0">
              <a:lnSpc>
                <a:spcPct val="9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{</a:t>
            </a:r>
          </a:p>
          <a:p>
            <a:pPr eaLnBrk="0" hangingPunct="0">
              <a:lnSpc>
                <a:spcPct val="75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int factorableNumber = factor + factor;</a:t>
            </a:r>
          </a:p>
          <a:p>
            <a:pPr eaLnBrk="0" hangingPunct="0">
              <a:lnSpc>
                <a:spcPct val="9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while (factorableNumber &lt;= num)</a:t>
            </a:r>
          </a:p>
          <a:p>
            <a:pPr eaLnBrk="0" hangingPunct="0">
              <a:lnSpc>
                <a:spcPct val="9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{</a:t>
            </a:r>
          </a:p>
          <a:p>
            <a:pPr eaLnBrk="0" hangingPunct="0">
              <a:lnSpc>
                <a:spcPct val="75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    isPrime[factorableNumber] = false;</a:t>
            </a:r>
          </a:p>
          <a:p>
            <a:pPr eaLnBrk="0" hangingPunct="0">
              <a:lnSpc>
                <a:spcPct val="9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    factorableNumber = factorableNumber + factor;</a:t>
            </a:r>
          </a:p>
          <a:p>
            <a:pPr eaLnBrk="0" hangingPunct="0">
              <a:lnSpc>
                <a:spcPct val="75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}</a:t>
            </a:r>
          </a:p>
          <a:p>
            <a:pPr eaLnBrk="0" hangingPunct="0">
              <a:lnSpc>
                <a:spcPct val="75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}</a:t>
            </a:r>
          </a:p>
          <a:p>
            <a:pPr eaLnBrk="0" hangingPunct="0">
              <a:lnSpc>
                <a:spcPct val="9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endParaRPr lang="en-US" b="1" noProof="1">
              <a:solidFill>
                <a:schemeClr val="bg1"/>
              </a:solidFill>
              <a:latin typeface="Consolas" pitchFamily="49" charset="0"/>
              <a:cs typeface="Consolas" pitchFamily="49" charset="0"/>
            </a:endParaRPr>
          </a:p>
          <a:p>
            <a:pPr eaLnBrk="0" hangingPunct="0">
              <a:lnSpc>
                <a:spcPct val="9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pt-BR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for (primeCandidate = 1; primeCandidate &lt;= num; primeCandidate++)</a:t>
            </a:r>
          </a:p>
          <a:p>
            <a:pPr eaLnBrk="0" hangingPunct="0">
              <a:lnSpc>
                <a:spcPct val="9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{</a:t>
            </a:r>
          </a:p>
          <a:p>
            <a:pPr eaLnBrk="0" hangingPunct="0">
              <a:lnSpc>
                <a:spcPct val="75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if (isPrime[primeCandidate])</a:t>
            </a:r>
          </a:p>
          <a:p>
            <a:pPr eaLnBrk="0" hangingPunct="0">
              <a:lnSpc>
                <a:spcPct val="9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{</a:t>
            </a:r>
          </a:p>
          <a:p>
            <a:pPr eaLnBrk="0" hangingPunct="0">
              <a:lnSpc>
                <a:spcPct val="75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    Console.WriteLine(primeCandidate + " is prime.");</a:t>
            </a:r>
          </a:p>
          <a:p>
            <a:pPr eaLnBrk="0" hangingPunct="0">
              <a:lnSpc>
                <a:spcPct val="75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}</a:t>
            </a:r>
          </a:p>
          <a:p>
            <a:pPr eaLnBrk="0" hangingPunct="0">
              <a:lnSpc>
                <a:spcPct val="75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}</a:t>
            </a:r>
          </a:p>
        </p:txBody>
      </p:sp>
      <p:pic>
        <p:nvPicPr>
          <p:cNvPr id="6" name="Picture 2" descr="haken, installed, ok, package, richtig, right, tick, updated icon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746672" y="2958935"/>
            <a:ext cx="1552622" cy="1469572"/>
          </a:xfrm>
          <a:prstGeom prst="rect">
            <a:avLst/>
          </a:prstGeom>
          <a:noFill/>
          <a:effectLst>
            <a:outerShdw blurRad="101600" sx="102000" sy="102000" algn="ctr" rotWithShape="0">
              <a:schemeClr val="tx2">
                <a:lumMod val="60000"/>
                <a:lumOff val="40000"/>
                <a:alpha val="70000"/>
              </a:scheme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854395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4175" y="1558431"/>
            <a:ext cx="10515600" cy="4351338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bg-BG" sz="2400" dirty="0">
                <a:latin typeface="Comfortaa" pitchFamily="2" charset="0"/>
              </a:rPr>
              <a:t>Програмен код, разчитащ на добър стил на програмиране</a:t>
            </a:r>
            <a:endParaRPr lang="en-US" sz="2400" dirty="0">
              <a:latin typeface="Comfortaa" pitchFamily="2" charset="0"/>
            </a:endParaRPr>
          </a:p>
          <a:p>
            <a:pPr lvl="1">
              <a:lnSpc>
                <a:spcPct val="100000"/>
              </a:lnSpc>
            </a:pPr>
            <a:r>
              <a:rPr lang="bg-BG" sz="2000" dirty="0">
                <a:latin typeface="Comfortaa" pitchFamily="2" charset="0"/>
              </a:rPr>
              <a:t>Да предостави голяма част от информацията, предвидена за документацията</a:t>
            </a:r>
            <a:endParaRPr lang="en-US" sz="2000" dirty="0">
              <a:latin typeface="Comfortaa" pitchFamily="2" charset="0"/>
            </a:endParaRPr>
          </a:p>
          <a:p>
            <a:pPr>
              <a:lnSpc>
                <a:spcPct val="100000"/>
              </a:lnSpc>
            </a:pPr>
            <a:r>
              <a:rPr lang="bg-BG" sz="2400" dirty="0">
                <a:latin typeface="Comfortaa" pitchFamily="2" charset="0"/>
              </a:rPr>
              <a:t>Основни принципи на </a:t>
            </a:r>
            <a:r>
              <a:rPr lang="bg-BG" sz="2400" dirty="0" err="1">
                <a:latin typeface="Comfortaa" pitchFamily="2" charset="0"/>
              </a:rPr>
              <a:t>самоописателния</a:t>
            </a:r>
            <a:r>
              <a:rPr lang="bg-BG" sz="2400" dirty="0">
                <a:latin typeface="Comfortaa" pitchFamily="2" charset="0"/>
              </a:rPr>
              <a:t> код</a:t>
            </a:r>
            <a:endParaRPr lang="en-US" sz="2400" dirty="0">
              <a:latin typeface="Comfortaa" pitchFamily="2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err="1">
                <a:latin typeface="Comfortaa" pitchFamily="2" charset="0"/>
              </a:rPr>
              <a:t>Самоописателен</a:t>
            </a:r>
            <a:r>
              <a:rPr lang="bg-BG" dirty="0">
                <a:latin typeface="Comfortaa" pitchFamily="2" charset="0"/>
              </a:rPr>
              <a:t> код</a:t>
            </a:r>
            <a:endParaRPr lang="en-US" dirty="0">
              <a:latin typeface="Comfortaa" pitchFamily="2" charset="0"/>
            </a:endParaRPr>
          </a:p>
        </p:txBody>
      </p:sp>
      <p:sp>
        <p:nvSpPr>
          <p:cNvPr id="7" name="Rectangle 6"/>
          <p:cNvSpPr>
            <a:spLocks noChangeArrowheads="1"/>
          </p:cNvSpPr>
          <p:nvPr/>
        </p:nvSpPr>
        <p:spPr bwMode="auto">
          <a:xfrm>
            <a:off x="1181678" y="3675282"/>
            <a:ext cx="9595179" cy="618416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 lIns="144000" tIns="108000" rIns="144000" bIns="72000">
            <a:spAutoFit/>
          </a:bodyPr>
          <a:lstStyle/>
          <a:p>
            <a:pPr eaLnBrk="0" hangingPunct="0">
              <a:lnSpc>
                <a:spcPts val="36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bg-BG" sz="2800" b="1" noProof="1">
                <a:solidFill>
                  <a:schemeClr val="bg1"/>
                </a:solidFill>
                <a:latin typeface="Comfortaa" pitchFamily="2" charset="0"/>
                <a:cs typeface="Consolas" pitchFamily="49" charset="0"/>
              </a:rPr>
              <a:t>Най-добрата документация е самият код</a:t>
            </a:r>
            <a:r>
              <a:rPr lang="en-US" sz="2800" b="1" noProof="1">
                <a:solidFill>
                  <a:schemeClr val="bg1"/>
                </a:solidFill>
                <a:latin typeface="Comfortaa" pitchFamily="2" charset="0"/>
                <a:cs typeface="Consolas" pitchFamily="49" charset="0"/>
              </a:rPr>
              <a:t>. </a:t>
            </a:r>
          </a:p>
        </p:txBody>
      </p:sp>
      <p:sp>
        <p:nvSpPr>
          <p:cNvPr id="8" name="Rectangle 7"/>
          <p:cNvSpPr>
            <a:spLocks noChangeArrowheads="1"/>
          </p:cNvSpPr>
          <p:nvPr/>
        </p:nvSpPr>
        <p:spPr bwMode="auto">
          <a:xfrm>
            <a:off x="1181678" y="5740627"/>
            <a:ext cx="9595179" cy="618416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 lIns="144000" tIns="108000" rIns="144000" bIns="72000">
            <a:spAutoFit/>
          </a:bodyPr>
          <a:lstStyle/>
          <a:p>
            <a:pPr eaLnBrk="0" hangingPunct="0">
              <a:lnSpc>
                <a:spcPts val="36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bg-BG" sz="2800" b="1" noProof="1">
                <a:solidFill>
                  <a:schemeClr val="bg1"/>
                </a:solidFill>
                <a:latin typeface="Comfortaa" pitchFamily="2" charset="0"/>
                <a:cs typeface="Consolas" pitchFamily="49" charset="0"/>
              </a:rPr>
              <a:t>Не документирайте лош код, пренапишете го</a:t>
            </a:r>
            <a:r>
              <a:rPr lang="en-US" sz="2800" b="1" noProof="1">
                <a:solidFill>
                  <a:schemeClr val="bg1"/>
                </a:solidFill>
                <a:latin typeface="Comfortaa" pitchFamily="2" charset="0"/>
                <a:cs typeface="Consolas" pitchFamily="49" charset="0"/>
              </a:rPr>
              <a:t>!</a:t>
            </a:r>
          </a:p>
        </p:txBody>
      </p:sp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1181678" y="4475193"/>
            <a:ext cx="9595179" cy="1080081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 lIns="144000" tIns="108000" rIns="144000" bIns="72000">
            <a:spAutoFit/>
          </a:bodyPr>
          <a:lstStyle/>
          <a:p>
            <a:pPr eaLnBrk="0" hangingPunct="0">
              <a:lnSpc>
                <a:spcPts val="36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bg-BG" sz="2800" b="1" noProof="1">
                <a:solidFill>
                  <a:schemeClr val="bg1"/>
                </a:solidFill>
                <a:latin typeface="Comfortaa" pitchFamily="2" charset="0"/>
                <a:cs typeface="Consolas" pitchFamily="49" charset="0"/>
              </a:rPr>
              <a:t>Направете кода самообясняващ се и самоописателен</a:t>
            </a:r>
            <a:r>
              <a:rPr lang="en-US" sz="2800" b="1" noProof="1">
                <a:solidFill>
                  <a:schemeClr val="bg1"/>
                </a:solidFill>
                <a:latin typeface="Comfortaa" pitchFamily="2" charset="0"/>
                <a:cs typeface="Consolas" pitchFamily="49" charset="0"/>
              </a:rPr>
              <a:t>, </a:t>
            </a:r>
            <a:r>
              <a:rPr lang="bg-BG" sz="2800" b="1" noProof="1">
                <a:solidFill>
                  <a:schemeClr val="bg1"/>
                </a:solidFill>
                <a:latin typeface="Comfortaa" pitchFamily="2" charset="0"/>
                <a:cs typeface="Consolas" pitchFamily="49" charset="0"/>
              </a:rPr>
              <a:t>лесен за четене и разбиране</a:t>
            </a:r>
            <a:r>
              <a:rPr lang="en-US" sz="2800" b="1" noProof="1">
                <a:solidFill>
                  <a:schemeClr val="bg1"/>
                </a:solidFill>
                <a:latin typeface="Comfortaa" pitchFamily="2" charset="0"/>
                <a:cs typeface="Consolas" pitchFamily="49" charset="0"/>
              </a:rPr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2103505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61076" y="1668090"/>
            <a:ext cx="10557241" cy="4239883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bg-BG" b="1" dirty="0">
                <a:solidFill>
                  <a:srgbClr val="00B0F0"/>
                </a:solidFill>
                <a:latin typeface="Comfortaa" pitchFamily="2" charset="0"/>
              </a:rPr>
              <a:t>Класове</a:t>
            </a:r>
            <a:endParaRPr lang="en-US" b="1" dirty="0">
              <a:solidFill>
                <a:srgbClr val="00B0F0"/>
              </a:solidFill>
              <a:latin typeface="Comfortaa" pitchFamily="2" charset="0"/>
            </a:endParaRPr>
          </a:p>
          <a:p>
            <a:pPr lvl="1"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Представлява ли интерфейсът на класа завършена абстракция</a:t>
            </a:r>
            <a:r>
              <a:rPr lang="en-US" dirty="0">
                <a:latin typeface="Comfortaa" pitchFamily="2" charset="0"/>
              </a:rPr>
              <a:t>?</a:t>
            </a:r>
          </a:p>
          <a:p>
            <a:pPr lvl="1"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Ясно ли е от интерфейса на класа как ще се ползва този клас</a:t>
            </a:r>
            <a:r>
              <a:rPr lang="en-US" dirty="0">
                <a:latin typeface="Comfortaa" pitchFamily="2" charset="0"/>
              </a:rPr>
              <a:t>?</a:t>
            </a:r>
          </a:p>
          <a:p>
            <a:pPr lvl="1"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Добре именуван ли е класът</a:t>
            </a:r>
            <a:r>
              <a:rPr lang="en-US" dirty="0">
                <a:latin typeface="Comfortaa" pitchFamily="2" charset="0"/>
              </a:rPr>
              <a:t>? </a:t>
            </a:r>
            <a:r>
              <a:rPr lang="bg-BG" dirty="0">
                <a:latin typeface="Comfortaa" pitchFamily="2" charset="0"/>
              </a:rPr>
              <a:t>Името му описва ли целта му</a:t>
            </a:r>
            <a:r>
              <a:rPr lang="en-US" dirty="0">
                <a:latin typeface="Comfortaa" pitchFamily="2" charset="0"/>
              </a:rPr>
              <a:t>?</a:t>
            </a:r>
          </a:p>
          <a:p>
            <a:pPr lvl="1"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Може ли да третирате класа като „черна кутия“</a:t>
            </a:r>
            <a:r>
              <a:rPr lang="en-US" dirty="0">
                <a:latin typeface="Comfortaa" pitchFamily="2" charset="0"/>
              </a:rPr>
              <a:t>?</a:t>
            </a:r>
          </a:p>
          <a:p>
            <a:pPr lvl="1"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Използвате ли от много места кода </a:t>
            </a:r>
            <a:r>
              <a:rPr lang="en-US" dirty="0">
                <a:latin typeface="Comfortaa" pitchFamily="2" charset="0"/>
              </a:rPr>
              <a:t>(</a:t>
            </a:r>
            <a:r>
              <a:rPr lang="bg-BG" dirty="0">
                <a:latin typeface="Comfortaa" pitchFamily="2" charset="0"/>
              </a:rPr>
              <a:t>вместо да го повтаряте</a:t>
            </a:r>
            <a:r>
              <a:rPr lang="en-US" dirty="0">
                <a:latin typeface="Comfortaa" pitchFamily="2" charset="0"/>
              </a:rPr>
              <a:t>)?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9480" y="557309"/>
            <a:ext cx="10794271" cy="1110780"/>
          </a:xfrm>
        </p:spPr>
        <p:txBody>
          <a:bodyPr>
            <a:noAutofit/>
          </a:bodyPr>
          <a:lstStyle/>
          <a:p>
            <a:r>
              <a:rPr lang="bg-BG" sz="3000" b="1" dirty="0">
                <a:latin typeface="Comfortaa" pitchFamily="2" charset="0"/>
              </a:rPr>
              <a:t>Списък с напомняния за самоописателен код</a:t>
            </a:r>
            <a:r>
              <a:rPr lang="en-US" sz="3000" b="1" dirty="0">
                <a:latin typeface="Comfortaa" pitchFamily="2" charset="0"/>
              </a:rPr>
              <a:t> [1/3]</a:t>
            </a:r>
          </a:p>
        </p:txBody>
      </p:sp>
    </p:spTree>
    <p:extLst>
      <p:ext uri="{BB962C8B-B14F-4D97-AF65-F5344CB8AC3E}">
        <p14:creationId xmlns:p14="http://schemas.microsoft.com/office/powerpoint/2010/main" val="36031032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>
              <a:lnSpc>
                <a:spcPct val="100000"/>
              </a:lnSpc>
            </a:pPr>
            <a:r>
              <a:rPr lang="bg-BG" b="1" dirty="0">
                <a:solidFill>
                  <a:srgbClr val="00B0F0"/>
                </a:solidFill>
                <a:latin typeface="Comfortaa" pitchFamily="2" charset="0"/>
              </a:rPr>
              <a:t>Методи</a:t>
            </a:r>
            <a:endParaRPr lang="en-US" b="1" dirty="0">
              <a:solidFill>
                <a:srgbClr val="00B0F0"/>
              </a:solidFill>
              <a:latin typeface="Comfortaa" pitchFamily="2" charset="0"/>
            </a:endParaRPr>
          </a:p>
          <a:p>
            <a:pPr lvl="1"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Описва ли името това, което прави съответният метод</a:t>
            </a:r>
            <a:r>
              <a:rPr lang="en-US" dirty="0">
                <a:latin typeface="Comfortaa" pitchFamily="2" charset="0"/>
              </a:rPr>
              <a:t>?</a:t>
            </a:r>
          </a:p>
          <a:p>
            <a:pPr lvl="1"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Извършва ли всеки метод една-единствена добре дефинирана задача с минимална зависимост (от други методи)</a:t>
            </a:r>
            <a:r>
              <a:rPr lang="en-US" dirty="0">
                <a:latin typeface="Comfortaa" pitchFamily="2" charset="0"/>
              </a:rPr>
              <a:t>?</a:t>
            </a:r>
          </a:p>
          <a:p>
            <a:pPr>
              <a:lnSpc>
                <a:spcPct val="100000"/>
              </a:lnSpc>
            </a:pPr>
            <a:r>
              <a:rPr lang="bg-BG" b="1" dirty="0">
                <a:solidFill>
                  <a:srgbClr val="00B0F0"/>
                </a:solidFill>
                <a:latin typeface="Comfortaa" pitchFamily="2" charset="0"/>
              </a:rPr>
              <a:t>Имена на данните</a:t>
            </a:r>
            <a:endParaRPr lang="en-US" b="1" dirty="0">
              <a:solidFill>
                <a:srgbClr val="00B0F0"/>
              </a:solidFill>
              <a:latin typeface="Comfortaa" pitchFamily="2" charset="0"/>
            </a:endParaRPr>
          </a:p>
          <a:p>
            <a:pPr lvl="1"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Имената на типовете достатъчно ли са описателни, за да подпомагат документирането на декларациите на данни</a:t>
            </a:r>
            <a:r>
              <a:rPr lang="en-US" dirty="0">
                <a:latin typeface="Comfortaa" pitchFamily="2" charset="0"/>
              </a:rPr>
              <a:t>?</a:t>
            </a:r>
          </a:p>
          <a:p>
            <a:pPr lvl="1"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Променливите ползват ли се с единствена цел</a:t>
            </a:r>
            <a:r>
              <a:rPr lang="en-US" dirty="0">
                <a:latin typeface="Comfortaa" pitchFamily="2" charset="0"/>
              </a:rPr>
              <a:t>? </a:t>
            </a:r>
            <a:r>
              <a:rPr lang="bg-BG" dirty="0">
                <a:latin typeface="Comfortaa" pitchFamily="2" charset="0"/>
              </a:rPr>
              <a:t>Тази цел добре дефинирана ли е</a:t>
            </a:r>
            <a:r>
              <a:rPr lang="en-US" dirty="0">
                <a:latin typeface="Comfortaa" pitchFamily="2" charset="0"/>
              </a:rPr>
              <a:t>?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40B7983E-5A22-9A56-8208-84E657DF6E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9480" y="557309"/>
            <a:ext cx="10794271" cy="1110780"/>
          </a:xfrm>
        </p:spPr>
        <p:txBody>
          <a:bodyPr>
            <a:noAutofit/>
          </a:bodyPr>
          <a:lstStyle/>
          <a:p>
            <a:r>
              <a:rPr lang="bg-BG" sz="3000" b="1" dirty="0">
                <a:latin typeface="Comfortaa" pitchFamily="2" charset="0"/>
              </a:rPr>
              <a:t>Списък с напомняния за самоописателен код</a:t>
            </a:r>
            <a:r>
              <a:rPr lang="en-US" sz="3000" b="1" dirty="0">
                <a:latin typeface="Comfortaa" pitchFamily="2" charset="0"/>
              </a:rPr>
              <a:t> [2/3]</a:t>
            </a:r>
          </a:p>
        </p:txBody>
      </p:sp>
    </p:spTree>
    <p:extLst>
      <p:ext uri="{BB962C8B-B14F-4D97-AF65-F5344CB8AC3E}">
        <p14:creationId xmlns:p14="http://schemas.microsoft.com/office/powerpoint/2010/main" val="37161589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96701" y="1736769"/>
            <a:ext cx="10644234" cy="4705596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bg-BG" b="1" dirty="0">
                <a:solidFill>
                  <a:srgbClr val="00B0F0"/>
                </a:solidFill>
                <a:latin typeface="Comfortaa" pitchFamily="2" charset="0"/>
              </a:rPr>
              <a:t>Имена на данните</a:t>
            </a:r>
            <a:endParaRPr lang="en-US" b="1" dirty="0">
              <a:solidFill>
                <a:srgbClr val="00B0F0"/>
              </a:solidFill>
              <a:latin typeface="Comfortaa" pitchFamily="2" charset="0"/>
            </a:endParaRPr>
          </a:p>
          <a:p>
            <a:pPr lvl="1"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Конвенциите на именуване различават ли се при имената на типове, изброими типове</a:t>
            </a:r>
            <a:r>
              <a:rPr lang="en-US" dirty="0">
                <a:latin typeface="Comfortaa" pitchFamily="2" charset="0"/>
              </a:rPr>
              <a:t>, </a:t>
            </a:r>
            <a:r>
              <a:rPr lang="bg-BG" dirty="0">
                <a:latin typeface="Comfortaa" pitchFamily="2" charset="0"/>
              </a:rPr>
              <a:t>именувани константи, локални променливи</a:t>
            </a:r>
            <a:r>
              <a:rPr lang="en-US" dirty="0">
                <a:latin typeface="Comfortaa" pitchFamily="2" charset="0"/>
              </a:rPr>
              <a:t>, </a:t>
            </a:r>
            <a:r>
              <a:rPr lang="bg-BG" dirty="0">
                <a:latin typeface="Comfortaa" pitchFamily="2" charset="0"/>
              </a:rPr>
              <a:t>клас-променливи и глобални променливи</a:t>
            </a:r>
            <a:r>
              <a:rPr lang="en-US" dirty="0">
                <a:latin typeface="Comfortaa" pitchFamily="2" charset="0"/>
              </a:rPr>
              <a:t>?</a:t>
            </a:r>
          </a:p>
          <a:p>
            <a:pPr>
              <a:lnSpc>
                <a:spcPct val="100000"/>
              </a:lnSpc>
            </a:pPr>
            <a:r>
              <a:rPr lang="bg-BG" b="1" dirty="0">
                <a:solidFill>
                  <a:srgbClr val="00B0F0"/>
                </a:solidFill>
                <a:latin typeface="Comfortaa" pitchFamily="2" charset="0"/>
              </a:rPr>
              <a:t>Други</a:t>
            </a:r>
            <a:endParaRPr lang="en-US" b="1" dirty="0">
              <a:solidFill>
                <a:srgbClr val="00B0F0"/>
              </a:solidFill>
              <a:latin typeface="Comfortaa" pitchFamily="2" charset="0"/>
            </a:endParaRPr>
          </a:p>
          <a:p>
            <a:pPr lvl="1"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Типовете данни достатъчно прости ли са, за да бъде сложността максимално ниска</a:t>
            </a:r>
            <a:r>
              <a:rPr lang="en-US" dirty="0">
                <a:latin typeface="Comfortaa" pitchFamily="2" charset="0"/>
              </a:rPr>
              <a:t>? </a:t>
            </a:r>
          </a:p>
          <a:p>
            <a:pPr lvl="1"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Свързаните команди групирани ли са заедно</a:t>
            </a:r>
            <a:r>
              <a:rPr lang="en-US" dirty="0">
                <a:latin typeface="Comfortaa" pitchFamily="2" charset="0"/>
              </a:rPr>
              <a:t>? 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3335FDBE-A396-39EA-7577-9B92E96B8E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9480" y="557309"/>
            <a:ext cx="10794271" cy="1110780"/>
          </a:xfrm>
        </p:spPr>
        <p:txBody>
          <a:bodyPr>
            <a:noAutofit/>
          </a:bodyPr>
          <a:lstStyle/>
          <a:p>
            <a:r>
              <a:rPr lang="bg-BG" sz="3000" b="1" dirty="0">
                <a:latin typeface="Comfortaa" pitchFamily="2" charset="0"/>
              </a:rPr>
              <a:t>Списък с напомняния за самоописателен код</a:t>
            </a:r>
            <a:r>
              <a:rPr lang="en-US" sz="3000" b="1" dirty="0">
                <a:latin typeface="Comfortaa" pitchFamily="2" charset="0"/>
              </a:rPr>
              <a:t> [3/3]</a:t>
            </a:r>
          </a:p>
        </p:txBody>
      </p:sp>
    </p:spTree>
    <p:extLst>
      <p:ext uri="{BB962C8B-B14F-4D97-AF65-F5344CB8AC3E}">
        <p14:creationId xmlns:p14="http://schemas.microsoft.com/office/powerpoint/2010/main" val="41337364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Ефективните коментари не повтарят кода</a:t>
            </a:r>
            <a:endParaRPr lang="en-US" dirty="0">
              <a:latin typeface="Comfortaa" pitchFamily="2" charset="0"/>
            </a:endParaRPr>
          </a:p>
          <a:p>
            <a:pPr lvl="1"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Обясняват го на по-високо ниво и разкриват неочевидни детайли</a:t>
            </a:r>
            <a:endParaRPr lang="en-US" dirty="0">
              <a:latin typeface="Comfortaa" pitchFamily="2" charset="0"/>
            </a:endParaRPr>
          </a:p>
          <a:p>
            <a:pPr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Най-добрата софтуерна документация е самият програмен код </a:t>
            </a:r>
            <a:r>
              <a:rPr lang="en-US" dirty="0">
                <a:latin typeface="Comfortaa" pitchFamily="2" charset="0"/>
              </a:rPr>
              <a:t>– </a:t>
            </a:r>
            <a:r>
              <a:rPr lang="bg-BG" dirty="0">
                <a:latin typeface="Comfortaa" pitchFamily="2" charset="0"/>
              </a:rPr>
              <a:t>нека да е изчистен и четлив</a:t>
            </a:r>
            <a:r>
              <a:rPr lang="en-US" dirty="0">
                <a:latin typeface="Comfortaa" pitchFamily="2" charset="0"/>
              </a:rPr>
              <a:t>!</a:t>
            </a:r>
          </a:p>
          <a:p>
            <a:pPr>
              <a:lnSpc>
                <a:spcPct val="100000"/>
              </a:lnSpc>
            </a:pPr>
            <a:r>
              <a:rPr lang="bg-BG" dirty="0" err="1">
                <a:latin typeface="Comfortaa" pitchFamily="2" charset="0"/>
              </a:rPr>
              <a:t>Самоописателният</a:t>
            </a:r>
            <a:r>
              <a:rPr lang="en-US" dirty="0">
                <a:latin typeface="Comfortaa" pitchFamily="2" charset="0"/>
              </a:rPr>
              <a:t> </a:t>
            </a:r>
            <a:r>
              <a:rPr lang="bg-BG" dirty="0">
                <a:latin typeface="Comfortaa" pitchFamily="2" charset="0"/>
              </a:rPr>
              <a:t>код се подразбира и не се нуждае от коментари</a:t>
            </a:r>
            <a:endParaRPr lang="en-US" dirty="0">
              <a:latin typeface="Comfortaa" pitchFamily="2" charset="0"/>
            </a:endParaRPr>
          </a:p>
          <a:p>
            <a:pPr lvl="1"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Прост дизайн, малки добре именувани методи</a:t>
            </a:r>
            <a:r>
              <a:rPr lang="en-US" dirty="0">
                <a:latin typeface="Comfortaa" pitchFamily="2" charset="0"/>
              </a:rPr>
              <a:t>, </a:t>
            </a:r>
            <a:r>
              <a:rPr lang="bg-BG" dirty="0">
                <a:latin typeface="Comfortaa" pitchFamily="2" charset="0"/>
              </a:rPr>
              <a:t>силна свързаност и слаба зависимост</a:t>
            </a:r>
            <a:r>
              <a:rPr lang="en-US" dirty="0">
                <a:latin typeface="Comfortaa" pitchFamily="2" charset="0"/>
              </a:rPr>
              <a:t>, </a:t>
            </a:r>
            <a:r>
              <a:rPr lang="bg-BG" dirty="0">
                <a:latin typeface="Comfortaa" pitchFamily="2" charset="0"/>
              </a:rPr>
              <a:t>проста логика, удачни имена на променливите</a:t>
            </a:r>
            <a:r>
              <a:rPr lang="en-US" dirty="0">
                <a:latin typeface="Comfortaa" pitchFamily="2" charset="0"/>
              </a:rPr>
              <a:t>, </a:t>
            </a:r>
            <a:r>
              <a:rPr lang="bg-BG" dirty="0">
                <a:latin typeface="Comfortaa" pitchFamily="2" charset="0"/>
              </a:rPr>
              <a:t>добро форматиране</a:t>
            </a:r>
            <a:r>
              <a:rPr lang="en-US" dirty="0">
                <a:latin typeface="Comfortaa" pitchFamily="2" charset="0"/>
              </a:rPr>
              <a:t>, … 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>
                <a:latin typeface="Comfortaa" pitchFamily="2" charset="0"/>
              </a:rPr>
              <a:t>Ефективни коментари </a:t>
            </a:r>
            <a:r>
              <a:rPr lang="en-US" dirty="0">
                <a:latin typeface="Comfortaa" pitchFamily="2" charset="0"/>
              </a:rPr>
              <a:t>[1/4]</a:t>
            </a:r>
          </a:p>
        </p:txBody>
      </p:sp>
    </p:spTree>
    <p:extLst>
      <p:ext uri="{BB962C8B-B14F-4D97-AF65-F5344CB8AC3E}">
        <p14:creationId xmlns:p14="http://schemas.microsoft.com/office/powerpoint/2010/main" val="39719022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695697" y="1600224"/>
            <a:ext cx="10515600" cy="4351338"/>
          </a:xfrm>
        </p:spPr>
        <p:txBody>
          <a:bodyPr>
            <a:normAutofit/>
          </a:bodyPr>
          <a:lstStyle/>
          <a:p>
            <a:r>
              <a:rPr lang="bg-BG" dirty="0">
                <a:latin typeface="Comfortaa" pitchFamily="2" charset="0"/>
              </a:rPr>
              <a:t>Подвеждащи коментари</a:t>
            </a:r>
            <a:endParaRPr lang="en-US" dirty="0">
              <a:latin typeface="Comfortaa" pitchFamily="2" charset="0"/>
            </a:endParaRPr>
          </a:p>
          <a:p>
            <a:pPr>
              <a:buNone/>
            </a:pPr>
            <a:endParaRPr lang="en-US" dirty="0">
              <a:latin typeface="Comfortaa" pitchFamily="2" charset="0"/>
            </a:endParaRPr>
          </a:p>
        </p:txBody>
      </p:sp>
      <p:sp>
        <p:nvSpPr>
          <p:cNvPr id="6" name="Rectangle 5"/>
          <p:cNvSpPr>
            <a:spLocks noChangeArrowheads="1"/>
          </p:cNvSpPr>
          <p:nvPr/>
        </p:nvSpPr>
        <p:spPr bwMode="auto">
          <a:xfrm>
            <a:off x="848537" y="2344087"/>
            <a:ext cx="10766795" cy="3139321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// write out the sums 1..n for all n from 1 to num   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current = 1;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previous = 0; 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sum = 1;   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for (int i = 0; i &lt; num; i++)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{   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Console.WriteLine("Sum = " + sum);   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sum = current + previous;   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previous = current;   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current = sum;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} </a:t>
            </a:r>
          </a:p>
        </p:txBody>
      </p:sp>
      <p:sp>
        <p:nvSpPr>
          <p:cNvPr id="7" name="AutoShape 7"/>
          <p:cNvSpPr>
            <a:spLocks noChangeArrowheads="1"/>
          </p:cNvSpPr>
          <p:nvPr/>
        </p:nvSpPr>
        <p:spPr bwMode="auto">
          <a:xfrm>
            <a:off x="5917944" y="2905152"/>
            <a:ext cx="3836682" cy="1273328"/>
          </a:xfrm>
          <a:prstGeom prst="wedgeRoundRectCallout">
            <a:avLst>
              <a:gd name="adj1" fmla="val -62926"/>
              <a:gd name="adj2" fmla="val 33870"/>
              <a:gd name="adj3" fmla="val 16667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 eaLnBrk="0" hangingPunct="0">
              <a:lnSpc>
                <a:spcPts val="28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bg-BG" sz="2200" b="1" noProof="1">
                <a:solidFill>
                  <a:schemeClr val="bg1"/>
                </a:solidFill>
                <a:latin typeface="Comfortaa" pitchFamily="2" charset="0"/>
                <a:cs typeface="Consolas" pitchFamily="49" charset="0"/>
              </a:rPr>
              <a:t>Какъв проблем разрешава този алгоритъм</a:t>
            </a:r>
            <a:r>
              <a:rPr lang="en-US" sz="2200" b="1" noProof="1">
                <a:solidFill>
                  <a:schemeClr val="bg1"/>
                </a:solidFill>
                <a:latin typeface="Comfortaa" pitchFamily="2" charset="0"/>
                <a:cs typeface="Consolas" pitchFamily="49" charset="0"/>
              </a:rPr>
              <a:t>?</a:t>
            </a:r>
          </a:p>
        </p:txBody>
      </p:sp>
      <p:sp>
        <p:nvSpPr>
          <p:cNvPr id="8" name="AutoShape 7"/>
          <p:cNvSpPr>
            <a:spLocks noChangeArrowheads="1"/>
          </p:cNvSpPr>
          <p:nvPr/>
        </p:nvSpPr>
        <p:spPr bwMode="auto">
          <a:xfrm>
            <a:off x="4475814" y="4846744"/>
            <a:ext cx="4558339" cy="1273328"/>
          </a:xfrm>
          <a:prstGeom prst="wedgeRoundRectCallout">
            <a:avLst>
              <a:gd name="adj1" fmla="val -72694"/>
              <a:gd name="adj2" fmla="val -27760"/>
              <a:gd name="adj3" fmla="val 16667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 eaLnBrk="0" hangingPunct="0">
              <a:lnSpc>
                <a:spcPts val="28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bg-BG" sz="2200" b="1" noProof="1">
                <a:solidFill>
                  <a:schemeClr val="bg1"/>
                </a:solidFill>
                <a:latin typeface="Comfortaa" pitchFamily="2" charset="0"/>
                <a:cs typeface="Consolas" pitchFamily="49" charset="0"/>
              </a:rPr>
              <a:t>Можете ли да познаете коя сума е равна на</a:t>
            </a:r>
            <a:r>
              <a:rPr lang="en-US" sz="2200" b="1" noProof="1">
                <a:solidFill>
                  <a:schemeClr val="bg1"/>
                </a:solidFill>
                <a:latin typeface="Comfortaa" pitchFamily="2" charset="0"/>
                <a:cs typeface="Consolas" pitchFamily="49" charset="0"/>
              </a:rPr>
              <a:t> i</a:t>
            </a:r>
            <a:r>
              <a:rPr lang="bg-BG" sz="2200" b="1" baseline="30000" noProof="1">
                <a:solidFill>
                  <a:schemeClr val="bg1"/>
                </a:solidFill>
                <a:latin typeface="Comfortaa" pitchFamily="2" charset="0"/>
                <a:cs typeface="Consolas" pitchFamily="49" charset="0"/>
              </a:rPr>
              <a:t>тото</a:t>
            </a:r>
            <a:r>
              <a:rPr lang="en-US" sz="2200" b="1" noProof="1">
                <a:solidFill>
                  <a:schemeClr val="bg1"/>
                </a:solidFill>
                <a:latin typeface="Comfortaa" pitchFamily="2" charset="0"/>
                <a:cs typeface="Consolas" pitchFamily="49" charset="0"/>
              </a:rPr>
              <a:t> </a:t>
            </a:r>
            <a:r>
              <a:rPr lang="bg-BG" sz="2200" b="1" noProof="1">
                <a:solidFill>
                  <a:schemeClr val="bg1"/>
                </a:solidFill>
                <a:latin typeface="Comfortaa" pitchFamily="2" charset="0"/>
                <a:cs typeface="Consolas" pitchFamily="49" charset="0"/>
              </a:rPr>
              <a:t>число на Фибоначи</a:t>
            </a:r>
            <a:r>
              <a:rPr lang="en-US" sz="2200" b="1" noProof="1">
                <a:solidFill>
                  <a:schemeClr val="bg1"/>
                </a:solidFill>
                <a:latin typeface="Comfortaa" pitchFamily="2" charset="0"/>
                <a:cs typeface="Consolas" pitchFamily="49" charset="0"/>
              </a:rPr>
              <a:t>?</a:t>
            </a:r>
          </a:p>
        </p:txBody>
      </p:sp>
      <p:pic>
        <p:nvPicPr>
          <p:cNvPr id="10" name="Picture 9" descr="approve, block, cancel, delete, reject icon"/>
          <p:cNvPicPr>
            <a:picLocks noChangeAspect="1" noChangeArrowheads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939177" y="3228352"/>
            <a:ext cx="1333637" cy="1295400"/>
          </a:xfrm>
          <a:prstGeom prst="rect">
            <a:avLst/>
          </a:prstGeom>
          <a:noFill/>
          <a:effectLst>
            <a:outerShdw blurRad="101600" sx="102000" sy="102000" algn="ctr" rotWithShape="0">
              <a:srgbClr val="FF3300">
                <a:alpha val="69804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F8F286DD-E782-BDB4-84B8-6A1F941D00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bg-BG" dirty="0">
                <a:latin typeface="Comfortaa" pitchFamily="2" charset="0"/>
              </a:rPr>
              <a:t>Ефективни коментари </a:t>
            </a:r>
            <a:r>
              <a:rPr lang="en-US" dirty="0">
                <a:latin typeface="Comfortaa" pitchFamily="2" charset="0"/>
              </a:rPr>
              <a:t>[2/4]</a:t>
            </a:r>
          </a:p>
        </p:txBody>
      </p:sp>
    </p:spTree>
    <p:extLst>
      <p:ext uri="{BB962C8B-B14F-4D97-AF65-F5344CB8AC3E}">
        <p14:creationId xmlns:p14="http://schemas.microsoft.com/office/powerpoint/2010/main" val="46047427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bg-BG" dirty="0">
                <a:latin typeface="Comfortaa" pitchFamily="2" charset="0"/>
              </a:rPr>
              <a:t>Коментари, повтарящи кода</a:t>
            </a:r>
            <a:r>
              <a:rPr lang="en-US" dirty="0">
                <a:latin typeface="Comfortaa" pitchFamily="2" charset="0"/>
              </a:rPr>
              <a:t>:</a:t>
            </a:r>
          </a:p>
          <a:p>
            <a:pPr>
              <a:buNone/>
            </a:pPr>
            <a:endParaRPr lang="en-US" dirty="0">
              <a:latin typeface="Comfortaa" pitchFamily="2" charset="0"/>
            </a:endParaRPr>
          </a:p>
        </p:txBody>
      </p:sp>
      <p:sp>
        <p:nvSpPr>
          <p:cNvPr id="6" name="Rectangle 5"/>
          <p:cNvSpPr>
            <a:spLocks noChangeArrowheads="1"/>
          </p:cNvSpPr>
          <p:nvPr/>
        </p:nvSpPr>
        <p:spPr bwMode="auto">
          <a:xfrm>
            <a:off x="915749" y="2485902"/>
            <a:ext cx="10360501" cy="3139321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rgbClr val="00B0F0"/>
                </a:solidFill>
                <a:latin typeface="Consolas" pitchFamily="49" charset="0"/>
                <a:cs typeface="Consolas" pitchFamily="49" charset="0"/>
              </a:rPr>
              <a:t>// set product to "base" 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product = base; 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rgbClr val="00B0F0"/>
                </a:solidFill>
                <a:latin typeface="Consolas" pitchFamily="49" charset="0"/>
                <a:cs typeface="Consolas" pitchFamily="49" charset="0"/>
              </a:rPr>
              <a:t>// loop from 2 to "num" 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for ( int i = 2; i &lt;= num; i++ )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{ 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// multiply "base" by "product"  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product = product * base; 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} 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endParaRPr lang="en-US" b="1" noProof="1">
              <a:solidFill>
                <a:schemeClr val="bg1"/>
              </a:solidFill>
              <a:latin typeface="Consolas" pitchFamily="49" charset="0"/>
              <a:cs typeface="Consolas" pitchFamily="49" charset="0"/>
            </a:endParaRP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Console.WriteLine("Product = " + product);</a:t>
            </a:r>
          </a:p>
        </p:txBody>
      </p:sp>
      <p:sp>
        <p:nvSpPr>
          <p:cNvPr id="7" name="AutoShape 7"/>
          <p:cNvSpPr>
            <a:spLocks noChangeArrowheads="1"/>
          </p:cNvSpPr>
          <p:nvPr/>
        </p:nvSpPr>
        <p:spPr bwMode="auto">
          <a:xfrm>
            <a:off x="6117977" y="2766602"/>
            <a:ext cx="2336191" cy="478784"/>
          </a:xfrm>
          <a:prstGeom prst="wedgeRoundRectCallout">
            <a:avLst>
              <a:gd name="adj1" fmla="val -113724"/>
              <a:gd name="adj2" fmla="val -19669"/>
              <a:gd name="adj3" fmla="val 16667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 eaLnBrk="0" hangingPunct="0">
              <a:lnSpc>
                <a:spcPts val="28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bg-BG" sz="2200" b="1" noProof="1">
                <a:solidFill>
                  <a:schemeClr val="bg1"/>
                </a:solidFill>
                <a:latin typeface="Comfortaa" pitchFamily="2" charset="0"/>
                <a:cs typeface="Consolas" pitchFamily="49" charset="0"/>
              </a:rPr>
              <a:t>Очевидно</a:t>
            </a:r>
            <a:r>
              <a:rPr lang="en-US" sz="2200" b="1" noProof="1">
                <a:solidFill>
                  <a:schemeClr val="bg1"/>
                </a:solidFill>
                <a:latin typeface="Comfortaa" pitchFamily="2" charset="0"/>
                <a:cs typeface="Consolas" pitchFamily="49" charset="0"/>
              </a:rPr>
              <a:t>…</a:t>
            </a:r>
          </a:p>
        </p:txBody>
      </p:sp>
      <p:sp>
        <p:nvSpPr>
          <p:cNvPr id="11" name="AutoShape 7"/>
          <p:cNvSpPr>
            <a:spLocks noChangeArrowheads="1"/>
          </p:cNvSpPr>
          <p:nvPr/>
        </p:nvSpPr>
        <p:spPr bwMode="auto">
          <a:xfrm>
            <a:off x="6096000" y="3691293"/>
            <a:ext cx="2358168" cy="478784"/>
          </a:xfrm>
          <a:prstGeom prst="wedgeRoundRectCallout">
            <a:avLst>
              <a:gd name="adj1" fmla="val -80935"/>
              <a:gd name="adj2" fmla="val -24794"/>
              <a:gd name="adj3" fmla="val 16667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 eaLnBrk="0" hangingPunct="0">
              <a:lnSpc>
                <a:spcPts val="28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bg-BG" sz="2200" b="1" noProof="1">
                <a:solidFill>
                  <a:schemeClr val="bg1"/>
                </a:solidFill>
                <a:latin typeface="Comfortaa" pitchFamily="2" charset="0"/>
                <a:cs typeface="Consolas" pitchFamily="49" charset="0"/>
              </a:rPr>
              <a:t>Не думай</a:t>
            </a:r>
            <a:r>
              <a:rPr lang="en-US" sz="2200" b="1" noProof="1">
                <a:solidFill>
                  <a:schemeClr val="bg1"/>
                </a:solidFill>
                <a:latin typeface="Comfortaa" pitchFamily="2" charset="0"/>
                <a:cs typeface="Consolas" pitchFamily="49" charset="0"/>
              </a:rPr>
              <a:t>…</a:t>
            </a:r>
          </a:p>
        </p:txBody>
      </p:sp>
      <p:pic>
        <p:nvPicPr>
          <p:cNvPr id="10" name="Picture 9" descr="approve, block, cancel, delete, reject icon"/>
          <p:cNvPicPr>
            <a:picLocks noChangeAspect="1" noChangeArrowheads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392120" y="3407862"/>
            <a:ext cx="1333637" cy="1295400"/>
          </a:xfrm>
          <a:prstGeom prst="rect">
            <a:avLst/>
          </a:prstGeom>
          <a:noFill/>
          <a:effectLst>
            <a:outerShdw blurRad="101600" sx="102000" sy="102000" algn="ctr" rotWithShape="0">
              <a:srgbClr val="FF3300">
                <a:alpha val="69804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819E4C3D-FAEF-0999-C089-FC68E94F8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bg-BG" dirty="0">
                <a:latin typeface="Comfortaa" pitchFamily="2" charset="0"/>
              </a:rPr>
              <a:t>Ефективни коментари </a:t>
            </a:r>
            <a:r>
              <a:rPr lang="en-US" dirty="0">
                <a:latin typeface="Comfortaa" pitchFamily="2" charset="0"/>
              </a:rPr>
              <a:t>[3/4]</a:t>
            </a:r>
          </a:p>
        </p:txBody>
      </p:sp>
    </p:spTree>
    <p:extLst>
      <p:ext uri="{BB962C8B-B14F-4D97-AF65-F5344CB8AC3E}">
        <p14:creationId xmlns:p14="http://schemas.microsoft.com/office/powerpoint/2010/main" val="191345411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814175" y="1534680"/>
            <a:ext cx="10515600" cy="4351338"/>
          </a:xfrm>
        </p:spPr>
        <p:txBody>
          <a:bodyPr/>
          <a:lstStyle/>
          <a:p>
            <a:r>
              <a:rPr lang="bg-BG" dirty="0">
                <a:latin typeface="Comfortaa" pitchFamily="2" charset="0"/>
              </a:rPr>
              <a:t>Лош стил на кода</a:t>
            </a:r>
            <a:r>
              <a:rPr lang="en-US" dirty="0">
                <a:latin typeface="Comfortaa" pitchFamily="2" charset="0"/>
              </a:rPr>
              <a:t>:</a:t>
            </a:r>
          </a:p>
          <a:p>
            <a:endParaRPr lang="en-US" dirty="0">
              <a:latin typeface="Comfortaa" pitchFamily="2" charset="0"/>
            </a:endParaRPr>
          </a:p>
          <a:p>
            <a:endParaRPr lang="en-US" dirty="0">
              <a:latin typeface="Comfortaa" pitchFamily="2" charset="0"/>
            </a:endParaRPr>
          </a:p>
          <a:p>
            <a:endParaRPr lang="en-US" dirty="0">
              <a:latin typeface="Comfortaa" pitchFamily="2" charset="0"/>
            </a:endParaRPr>
          </a:p>
          <a:p>
            <a:endParaRPr lang="en-US" dirty="0">
              <a:latin typeface="Comfortaa" pitchFamily="2" charset="0"/>
            </a:endParaRPr>
          </a:p>
          <a:p>
            <a:pPr>
              <a:spcBef>
                <a:spcPts val="4200"/>
              </a:spcBef>
            </a:pPr>
            <a:r>
              <a:rPr lang="bg-BG" sz="3600" dirty="0">
                <a:latin typeface="Comfortaa" pitchFamily="2" charset="0"/>
              </a:rPr>
              <a:t>Не коментирайте лош код, </a:t>
            </a:r>
            <a:br>
              <a:rPr lang="bg-BG" sz="3600" dirty="0">
                <a:latin typeface="Comfortaa" pitchFamily="2" charset="0"/>
              </a:rPr>
            </a:br>
            <a:r>
              <a:rPr lang="bg-BG" sz="3600" dirty="0">
                <a:latin typeface="Comfortaa" pitchFamily="2" charset="0"/>
              </a:rPr>
              <a:t>пренапишете го</a:t>
            </a:r>
            <a:r>
              <a:rPr lang="en-US" sz="3600" dirty="0">
                <a:latin typeface="Comfortaa" pitchFamily="2" charset="0"/>
              </a:rPr>
              <a:t>!</a:t>
            </a:r>
          </a:p>
          <a:p>
            <a:pPr>
              <a:buNone/>
            </a:pPr>
            <a:endParaRPr lang="en-US" dirty="0">
              <a:latin typeface="Comfortaa" pitchFamily="2" charset="0"/>
            </a:endParaRPr>
          </a:p>
        </p:txBody>
      </p:sp>
      <p:sp>
        <p:nvSpPr>
          <p:cNvPr id="6" name="Rectangle 5"/>
          <p:cNvSpPr>
            <a:spLocks noChangeArrowheads="1"/>
          </p:cNvSpPr>
          <p:nvPr/>
        </p:nvSpPr>
        <p:spPr bwMode="auto">
          <a:xfrm>
            <a:off x="1063559" y="2079516"/>
            <a:ext cx="10039870" cy="2308324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rgbClr val="00B0F0"/>
                </a:solidFill>
                <a:latin typeface="Consolas" pitchFamily="49" charset="0"/>
                <a:cs typeface="Consolas" pitchFamily="49" charset="0"/>
              </a:rPr>
              <a:t>// compute the square root of num using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b="1" noProof="1">
                <a:solidFill>
                  <a:srgbClr val="00B0F0"/>
                </a:solidFill>
                <a:latin typeface="Consolas" pitchFamily="49" charset="0"/>
                <a:cs typeface="Consolas" pitchFamily="49" charset="0"/>
              </a:rPr>
              <a:t>// the Newton-Raphson approximation 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pt-BR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r = num / 2; 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pt-BR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while (Math.Abs(r - (num / r)) &gt; Tolerance)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pt-BR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{ 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pt-BR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r = 0.5 * (r + (num / r) ); 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pt-BR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} 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pt-BR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Console.WriteLine("r = " + r); </a:t>
            </a:r>
            <a:endParaRPr lang="en-US" b="1" noProof="1">
              <a:solidFill>
                <a:schemeClr val="bg1"/>
              </a:solidFill>
              <a:latin typeface="Consolas" pitchFamily="49" charset="0"/>
              <a:cs typeface="Consolas" pitchFamily="49" charset="0"/>
            </a:endParaRPr>
          </a:p>
        </p:txBody>
      </p:sp>
      <p:pic>
        <p:nvPicPr>
          <p:cNvPr id="8" name="Picture 7" descr="approve, block, cancel, delete, reject icon"/>
          <p:cNvPicPr>
            <a:picLocks noChangeAspect="1" noChangeArrowheads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82546" y="2585978"/>
            <a:ext cx="1333637" cy="1295400"/>
          </a:xfrm>
          <a:prstGeom prst="rect">
            <a:avLst/>
          </a:prstGeom>
          <a:noFill/>
          <a:effectLst>
            <a:outerShdw blurRad="101600" sx="102000" sy="102000" algn="ctr" rotWithShape="0">
              <a:srgbClr val="FF3300">
                <a:alpha val="69804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356EB86F-9E02-C3EB-4710-83A7CC7B4B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bg-BG" dirty="0">
                <a:latin typeface="Comfortaa" pitchFamily="2" charset="0"/>
              </a:rPr>
              <a:t>Ефективни коментари </a:t>
            </a:r>
            <a:r>
              <a:rPr lang="en-US" dirty="0">
                <a:latin typeface="Comfortaa" pitchFamily="2" charset="0"/>
              </a:rPr>
              <a:t>[4/4]</a:t>
            </a:r>
          </a:p>
        </p:txBody>
      </p:sp>
    </p:spTree>
    <p:extLst>
      <p:ext uri="{BB962C8B-B14F-4D97-AF65-F5344CB8AC3E}">
        <p14:creationId xmlns:p14="http://schemas.microsoft.com/office/powerpoint/2010/main" val="230853827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2318" y="1703325"/>
            <a:ext cx="11552042" cy="4495595"/>
          </a:xfrm>
        </p:spPr>
        <p:txBody>
          <a:bodyPr>
            <a:normAutofit/>
          </a:bodyPr>
          <a:lstStyle/>
          <a:p>
            <a:r>
              <a:rPr lang="bg-BG" sz="2400" dirty="0">
                <a:latin typeface="Comfortaa" pitchFamily="2" charset="0"/>
              </a:rPr>
              <a:t>Ползвайте стил, който не блокира промените и не им пречи</a:t>
            </a:r>
            <a:endParaRPr lang="en-US" sz="2400" dirty="0">
              <a:latin typeface="Comfortaa" pitchFamily="2" charset="0"/>
            </a:endParaRPr>
          </a:p>
          <a:p>
            <a:pPr marL="0" indent="0">
              <a:buNone/>
            </a:pPr>
            <a:endParaRPr lang="en-US" sz="2400" dirty="0">
              <a:latin typeface="Comfortaa" pitchFamily="2" charset="0"/>
            </a:endParaRPr>
          </a:p>
          <a:p>
            <a:pPr marL="0" indent="0">
              <a:buNone/>
            </a:pPr>
            <a:endParaRPr lang="en-US" sz="2400" dirty="0">
              <a:latin typeface="Comfortaa" pitchFamily="2" charset="0"/>
            </a:endParaRPr>
          </a:p>
          <a:p>
            <a:pPr marL="0" indent="0">
              <a:buNone/>
            </a:pPr>
            <a:br>
              <a:rPr lang="bg-BG" sz="2400" dirty="0">
                <a:latin typeface="Comfortaa" pitchFamily="2" charset="0"/>
              </a:rPr>
            </a:br>
            <a:endParaRPr lang="en-US" sz="2400" dirty="0">
              <a:latin typeface="Comfortaa" pitchFamily="2" charset="0"/>
            </a:endParaRPr>
          </a:p>
          <a:p>
            <a:endParaRPr lang="en-US" sz="2400" dirty="0">
              <a:latin typeface="Comfortaa" pitchFamily="2" charset="0"/>
            </a:endParaRPr>
          </a:p>
          <a:p>
            <a:endParaRPr lang="en-US" sz="2400" dirty="0">
              <a:latin typeface="Comfortaa" pitchFamily="2" charset="0"/>
            </a:endParaRPr>
          </a:p>
          <a:p>
            <a:endParaRPr lang="en-US" sz="2400" dirty="0">
              <a:latin typeface="Comfortaa" pitchFamily="2" charset="0"/>
            </a:endParaRPr>
          </a:p>
          <a:p>
            <a:pPr>
              <a:spcBef>
                <a:spcPts val="3000"/>
              </a:spcBef>
            </a:pPr>
            <a:r>
              <a:rPr lang="bg-BG" sz="2400" dirty="0">
                <a:latin typeface="Comfortaa" pitchFamily="2" charset="0"/>
              </a:rPr>
              <a:t>Горните коментари са трудни за поддръжка</a:t>
            </a:r>
            <a:endParaRPr lang="en-US" sz="2400" dirty="0">
              <a:latin typeface="Comfortaa" pitchFamily="2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9013" y="320043"/>
            <a:ext cx="11505347" cy="1110780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</a:pPr>
            <a:r>
              <a:rPr lang="bg-BG" sz="2800" b="1" dirty="0">
                <a:latin typeface="Comfortaa" pitchFamily="2" charset="0"/>
              </a:rPr>
              <a:t>Ключови аспекти на ефективното коментиране</a:t>
            </a:r>
            <a:r>
              <a:rPr lang="en-US" sz="2800" b="1" dirty="0">
                <a:latin typeface="Comfortaa" pitchFamily="2" charset="0"/>
              </a:rPr>
              <a:t> [1/5]</a:t>
            </a:r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608274" y="2356904"/>
            <a:ext cx="10766795" cy="2862322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//  Variable            Meaning 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//  --------            ------- 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//  xPos .............. X coordinate position (in meters) 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//  yPos .............. Y coordinate position (in meters)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//  zPos .............. Z coordinate position (in meters)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//  radius ............ The radius of the sphere where the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                    battle ship is located (in meters)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//  distance .......... The distance from the start position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                    (in meters)</a:t>
            </a:r>
          </a:p>
        </p:txBody>
      </p:sp>
      <p:pic>
        <p:nvPicPr>
          <p:cNvPr id="8" name="Picture 7" descr="approve, block, cancel, delete, reject icon"/>
          <p:cNvPicPr>
            <a:picLocks noChangeAspect="1" noChangeArrowheads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703131" y="3098286"/>
            <a:ext cx="1333637" cy="1295400"/>
          </a:xfrm>
          <a:prstGeom prst="rect">
            <a:avLst/>
          </a:prstGeom>
          <a:noFill/>
          <a:effectLst>
            <a:outerShdw blurRad="101600" sx="102000" sy="102000" algn="ctr" rotWithShape="0">
              <a:srgbClr val="FF3300">
                <a:alpha val="69804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2670456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7640" y="1229172"/>
            <a:ext cx="11505347" cy="1544527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bg-BG" sz="2400" dirty="0">
                <a:latin typeface="Comfortaa" pitchFamily="2" charset="0"/>
              </a:rPr>
              <a:t>Коментирайте целта на кода</a:t>
            </a:r>
            <a:r>
              <a:rPr lang="en-US" sz="2400" dirty="0">
                <a:latin typeface="Comfortaa" pitchFamily="2" charset="0"/>
              </a:rPr>
              <a:t>, </a:t>
            </a:r>
            <a:r>
              <a:rPr lang="bg-BG" sz="2400" dirty="0">
                <a:latin typeface="Comfortaa" pitchFamily="2" charset="0"/>
              </a:rPr>
              <a:t>не детайли от изпълнението</a:t>
            </a:r>
            <a:endParaRPr lang="en-US" sz="2400" dirty="0">
              <a:latin typeface="Comfortaa" pitchFamily="2" charset="0"/>
            </a:endParaRPr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611030" y="1828801"/>
            <a:ext cx="10969943" cy="4708981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2000" b="1" noProof="1">
                <a:solidFill>
                  <a:srgbClr val="00B0F0"/>
                </a:solidFill>
                <a:latin typeface="Consolas" pitchFamily="49" charset="0"/>
                <a:cs typeface="Consolas" pitchFamily="49" charset="0"/>
              </a:rPr>
              <a:t>// Scan char by char to find the command-word terminator ($)</a:t>
            </a:r>
          </a:p>
          <a:p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done = false;</a:t>
            </a:r>
          </a:p>
          <a:p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maxLen = inputString.length;</a:t>
            </a:r>
          </a:p>
          <a:p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i = 0;</a:t>
            </a:r>
          </a:p>
          <a:p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while (!done &amp;&amp; (i &lt; maxLen))</a:t>
            </a:r>
          </a:p>
          <a:p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{</a:t>
            </a:r>
          </a:p>
          <a:p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if (inputString[i] == '$')</a:t>
            </a:r>
          </a:p>
          <a:p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{</a:t>
            </a:r>
          </a:p>
          <a:p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    done = true;</a:t>
            </a:r>
          </a:p>
          <a:p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}</a:t>
            </a:r>
          </a:p>
          <a:p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else</a:t>
            </a:r>
          </a:p>
          <a:p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{</a:t>
            </a:r>
          </a:p>
          <a:p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    i++;</a:t>
            </a:r>
          </a:p>
          <a:p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}</a:t>
            </a:r>
          </a:p>
          <a:p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}</a:t>
            </a:r>
          </a:p>
        </p:txBody>
      </p:sp>
      <p:pic>
        <p:nvPicPr>
          <p:cNvPr id="7" name="Picture 2" descr="haken, installed, ok, package, richtig, right, tick, updated icon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011017" y="3718597"/>
            <a:ext cx="1117309" cy="1025106"/>
          </a:xfrm>
          <a:prstGeom prst="rect">
            <a:avLst/>
          </a:prstGeom>
          <a:noFill/>
          <a:effectLst>
            <a:outerShdw blurRad="101600" sx="102000" sy="102000" algn="ctr" rotWithShape="0">
              <a:schemeClr val="tx2">
                <a:lumMod val="60000"/>
                <a:lumOff val="40000"/>
                <a:alpha val="70000"/>
              </a:scheme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141379CE-B30C-C77A-2462-7D4B8E96E5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9013" y="320043"/>
            <a:ext cx="11505347" cy="1110780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</a:pPr>
            <a:r>
              <a:rPr lang="bg-BG" sz="2800" b="1" dirty="0">
                <a:latin typeface="Comfortaa" pitchFamily="2" charset="0"/>
              </a:rPr>
              <a:t>Ключови аспекти на ефективното коментиране</a:t>
            </a:r>
            <a:r>
              <a:rPr lang="en-US" sz="2800" b="1" dirty="0">
                <a:latin typeface="Comfortaa" pitchFamily="2" charset="0"/>
              </a:rPr>
              <a:t> [2/5]</a:t>
            </a:r>
          </a:p>
        </p:txBody>
      </p:sp>
    </p:spTree>
    <p:extLst>
      <p:ext uri="{BB962C8B-B14F-4D97-AF65-F5344CB8AC3E}">
        <p14:creationId xmlns:p14="http://schemas.microsoft.com/office/powerpoint/2010/main" val="423921292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6060" y="1223114"/>
            <a:ext cx="11439880" cy="581935"/>
          </a:xfrm>
        </p:spPr>
        <p:txBody>
          <a:bodyPr>
            <a:normAutofit/>
          </a:bodyPr>
          <a:lstStyle/>
          <a:p>
            <a:r>
              <a:rPr lang="bg-BG" sz="2400" dirty="0">
                <a:latin typeface="Comfortaa" pitchFamily="2" charset="0"/>
              </a:rPr>
              <a:t>Фокусът на усилията ви за документиране да е върху кода</a:t>
            </a:r>
            <a:endParaRPr lang="en-US" sz="2400" dirty="0">
              <a:latin typeface="Comfortaa" pitchFamily="2" charset="0"/>
            </a:endParaRPr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609601" y="1754466"/>
            <a:ext cx="10773785" cy="4770537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1900" b="1" noProof="1">
                <a:solidFill>
                  <a:srgbClr val="00B0F0"/>
                </a:solidFill>
                <a:latin typeface="Consolas" pitchFamily="49" charset="0"/>
                <a:cs typeface="Consolas" pitchFamily="49" charset="0"/>
              </a:rPr>
              <a:t>// Find the command-word terminator </a:t>
            </a:r>
          </a:p>
          <a:p>
            <a:r>
              <a:rPr lang="en-US" sz="19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terminatorFound = false; </a:t>
            </a:r>
          </a:p>
          <a:p>
            <a:r>
              <a:rPr lang="en-US" sz="19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maxCommandLength = inputString.Length; </a:t>
            </a:r>
          </a:p>
          <a:p>
            <a:r>
              <a:rPr lang="en-US" sz="19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testCharPosition = 0; </a:t>
            </a:r>
          </a:p>
          <a:p>
            <a:r>
              <a:rPr lang="en-US" sz="19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while (!terminatorFound &amp;&amp; (testCharPosition &lt; maxCommandLength))</a:t>
            </a:r>
          </a:p>
          <a:p>
            <a:r>
              <a:rPr lang="en-US" sz="19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{ </a:t>
            </a:r>
          </a:p>
          <a:p>
            <a:r>
              <a:rPr lang="en-US" sz="19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if (inputString[testCharPosition] == CommandWordTerminator) </a:t>
            </a:r>
          </a:p>
          <a:p>
            <a:r>
              <a:rPr lang="en-US" sz="19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{</a:t>
            </a:r>
          </a:p>
          <a:p>
            <a:r>
              <a:rPr lang="en-US" sz="19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    terminatorFound = true; </a:t>
            </a:r>
          </a:p>
          <a:p>
            <a:r>
              <a:rPr lang="en-US" sz="19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    terminatorPosition = testCharPosition; </a:t>
            </a:r>
          </a:p>
          <a:p>
            <a:r>
              <a:rPr lang="en-US" sz="19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} </a:t>
            </a:r>
          </a:p>
          <a:p>
            <a:r>
              <a:rPr lang="en-US" sz="19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else</a:t>
            </a:r>
          </a:p>
          <a:p>
            <a:r>
              <a:rPr lang="en-US" sz="19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{ </a:t>
            </a:r>
          </a:p>
          <a:p>
            <a:r>
              <a:rPr lang="en-US" sz="19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    testCharPosition = testCharPosition + 1; </a:t>
            </a:r>
          </a:p>
          <a:p>
            <a:r>
              <a:rPr lang="en-US" sz="19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 } </a:t>
            </a:r>
          </a:p>
          <a:p>
            <a:r>
              <a:rPr lang="en-US" sz="19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}</a:t>
            </a:r>
          </a:p>
        </p:txBody>
      </p:sp>
      <p:sp>
        <p:nvSpPr>
          <p:cNvPr id="7" name="AutoShape 7"/>
          <p:cNvSpPr>
            <a:spLocks noChangeArrowheads="1"/>
          </p:cNvSpPr>
          <p:nvPr/>
        </p:nvSpPr>
        <p:spPr bwMode="auto">
          <a:xfrm>
            <a:off x="6871680" y="1964162"/>
            <a:ext cx="4909143" cy="876056"/>
          </a:xfrm>
          <a:prstGeom prst="wedgeRoundRectCallout">
            <a:avLst>
              <a:gd name="adj1" fmla="val -69689"/>
              <a:gd name="adj2" fmla="val -31543"/>
              <a:gd name="adj3" fmla="val 16667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 eaLnBrk="0" hangingPunct="0">
              <a:lnSpc>
                <a:spcPts val="28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bg-BG" sz="2200" b="1" noProof="1">
                <a:solidFill>
                  <a:schemeClr val="bg1"/>
                </a:solidFill>
                <a:latin typeface="Comfortaa" pitchFamily="2" charset="0"/>
                <a:cs typeface="Consolas" pitchFamily="49" charset="0"/>
              </a:rPr>
              <a:t>По-добър код </a:t>
            </a:r>
            <a:r>
              <a:rPr lang="en-US" sz="2200" b="1" noProof="1">
                <a:solidFill>
                  <a:schemeClr val="bg1"/>
                </a:solidFill>
                <a:latin typeface="Comfortaa" pitchFamily="2" charset="0"/>
                <a:cs typeface="Consolas" pitchFamily="49" charset="0"/>
                <a:sym typeface="Wingdings" panose="05000000000000000000" pitchFamily="2" charset="2"/>
              </a:rPr>
              <a:t> </a:t>
            </a:r>
            <a:r>
              <a:rPr lang="bg-BG" sz="2200" b="1" noProof="1">
                <a:solidFill>
                  <a:schemeClr val="bg1"/>
                </a:solidFill>
                <a:latin typeface="Comfortaa" pitchFamily="2" charset="0"/>
                <a:cs typeface="Consolas" pitchFamily="49" charset="0"/>
                <a:sym typeface="Wingdings" panose="05000000000000000000" pitchFamily="2" charset="2"/>
              </a:rPr>
              <a:t>по-малко коментари</a:t>
            </a:r>
            <a:endParaRPr lang="en-US" sz="2200" b="1" noProof="1">
              <a:solidFill>
                <a:schemeClr val="bg1"/>
              </a:solidFill>
              <a:latin typeface="Comfortaa" pitchFamily="2" charset="0"/>
              <a:cs typeface="Consolas" pitchFamily="49" charset="0"/>
            </a:endParaRPr>
          </a:p>
        </p:txBody>
      </p:sp>
      <p:pic>
        <p:nvPicPr>
          <p:cNvPr id="8" name="Picture 2" descr="haken, installed, ok, package, richtig, right, tick, updated icon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692210" y="5030820"/>
            <a:ext cx="1117309" cy="1025106"/>
          </a:xfrm>
          <a:prstGeom prst="rect">
            <a:avLst/>
          </a:prstGeom>
          <a:noFill/>
          <a:effectLst>
            <a:outerShdw blurRad="101600" sx="102000" sy="102000" algn="ctr" rotWithShape="0">
              <a:schemeClr val="tx2">
                <a:lumMod val="60000"/>
                <a:lumOff val="40000"/>
                <a:alpha val="70000"/>
              </a:scheme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52C9437F-3895-36EC-4760-1F4CC2F887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9013" y="320043"/>
            <a:ext cx="11505347" cy="1110780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</a:pPr>
            <a:r>
              <a:rPr lang="bg-BG" sz="2800" b="1" dirty="0">
                <a:latin typeface="Comfortaa" pitchFamily="2" charset="0"/>
              </a:rPr>
              <a:t>Ключови аспекти на ефективното коментиране</a:t>
            </a:r>
            <a:r>
              <a:rPr lang="en-US" sz="2800" b="1" dirty="0">
                <a:latin typeface="Comfortaa" pitchFamily="2" charset="0"/>
              </a:rPr>
              <a:t> [3/5]</a:t>
            </a:r>
          </a:p>
        </p:txBody>
      </p:sp>
    </p:spTree>
    <p:extLst>
      <p:ext uri="{BB962C8B-B14F-4D97-AF65-F5344CB8AC3E}">
        <p14:creationId xmlns:p14="http://schemas.microsoft.com/office/powerpoint/2010/main" val="114609147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6314" y="1362487"/>
            <a:ext cx="10515600" cy="4351338"/>
          </a:xfrm>
        </p:spPr>
        <p:txBody>
          <a:bodyPr>
            <a:normAutofit/>
          </a:bodyPr>
          <a:lstStyle/>
          <a:p>
            <a:r>
              <a:rPr lang="bg-BG" sz="2400" dirty="0">
                <a:latin typeface="Comfortaa" pitchFamily="2" charset="0"/>
              </a:rPr>
              <a:t>Коментарите над абзаца – да обясняват </a:t>
            </a:r>
            <a:r>
              <a:rPr lang="en-US" sz="2400" dirty="0">
                <a:latin typeface="Comfortaa" pitchFamily="2" charset="0"/>
              </a:rPr>
              <a:t>„</a:t>
            </a:r>
            <a:r>
              <a:rPr lang="bg-BG" sz="2400" dirty="0">
                <a:latin typeface="Comfortaa" pitchFamily="2" charset="0"/>
              </a:rPr>
              <a:t>защо</a:t>
            </a:r>
            <a:r>
              <a:rPr lang="en-US" sz="2400" dirty="0">
                <a:latin typeface="Comfortaa" pitchFamily="2" charset="0"/>
              </a:rPr>
              <a:t>"</a:t>
            </a:r>
            <a:r>
              <a:rPr lang="bg-BG" sz="2400" dirty="0">
                <a:latin typeface="Comfortaa" pitchFamily="2" charset="0"/>
              </a:rPr>
              <a:t>,</a:t>
            </a:r>
            <a:r>
              <a:rPr lang="en-US" sz="2400" dirty="0">
                <a:latin typeface="Comfortaa" pitchFamily="2" charset="0"/>
              </a:rPr>
              <a:t> </a:t>
            </a:r>
            <a:r>
              <a:rPr lang="bg-BG" sz="2400" dirty="0">
                <a:latin typeface="Comfortaa" pitchFamily="2" charset="0"/>
              </a:rPr>
              <a:t>не </a:t>
            </a:r>
            <a:r>
              <a:rPr lang="en-US" sz="2400" dirty="0">
                <a:latin typeface="Comfortaa" pitchFamily="2" charset="0"/>
              </a:rPr>
              <a:t>„</a:t>
            </a:r>
            <a:r>
              <a:rPr lang="bg-BG" sz="2400" dirty="0">
                <a:latin typeface="Comfortaa" pitchFamily="2" charset="0"/>
              </a:rPr>
              <a:t>как</a:t>
            </a:r>
            <a:r>
              <a:rPr lang="en-US" sz="2400" dirty="0">
                <a:latin typeface="Comfortaa" pitchFamily="2" charset="0"/>
              </a:rPr>
              <a:t>“</a:t>
            </a:r>
          </a:p>
          <a:p>
            <a:endParaRPr lang="en-US" sz="2400" dirty="0">
              <a:latin typeface="Comfortaa" pitchFamily="2" charset="0"/>
            </a:endParaRPr>
          </a:p>
          <a:p>
            <a:endParaRPr lang="en-US" sz="2400" dirty="0">
              <a:latin typeface="Comfortaa" pitchFamily="2" charset="0"/>
            </a:endParaRPr>
          </a:p>
          <a:p>
            <a:endParaRPr lang="en-US" sz="2400" dirty="0">
              <a:latin typeface="Comfortaa" pitchFamily="2" charset="0"/>
            </a:endParaRPr>
          </a:p>
          <a:p>
            <a:pPr marL="0" indent="0">
              <a:buNone/>
            </a:pPr>
            <a:endParaRPr lang="en-US" sz="2400" dirty="0">
              <a:latin typeface="Comfortaa" pitchFamily="2" charset="0"/>
            </a:endParaRPr>
          </a:p>
          <a:p>
            <a:pPr>
              <a:spcBef>
                <a:spcPts val="3000"/>
              </a:spcBef>
            </a:pPr>
            <a:r>
              <a:rPr lang="bg-BG" dirty="0">
                <a:latin typeface="Comfortaa" pitchFamily="2" charset="0"/>
              </a:rPr>
              <a:t>Използвайте коментари, за да подготвите </a:t>
            </a:r>
            <a:br>
              <a:rPr lang="bg-BG" dirty="0">
                <a:latin typeface="Comfortaa" pitchFamily="2" charset="0"/>
              </a:rPr>
            </a:br>
            <a:r>
              <a:rPr lang="bg-BG" dirty="0">
                <a:latin typeface="Comfortaa" pitchFamily="2" charset="0"/>
              </a:rPr>
              <a:t>читателя за това, което следва</a:t>
            </a:r>
            <a:endParaRPr lang="en-US" dirty="0">
              <a:latin typeface="Comfortaa" pitchFamily="2" charset="0"/>
            </a:endParaRPr>
          </a:p>
          <a:p>
            <a:pPr lvl="0"/>
            <a:r>
              <a:rPr lang="bg-BG" dirty="0">
                <a:latin typeface="Comfortaa" pitchFamily="2" charset="0"/>
              </a:rPr>
              <a:t>Избягвайте съкращения</a:t>
            </a:r>
            <a:endParaRPr lang="en-US" dirty="0">
              <a:latin typeface="Comfortaa" pitchFamily="2" charset="0"/>
            </a:endParaRPr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814176" y="2153119"/>
            <a:ext cx="10563648" cy="1477328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b="1" noProof="1">
                <a:solidFill>
                  <a:srgbClr val="00B0F0"/>
                </a:solidFill>
                <a:latin typeface="Consolas" pitchFamily="49" charset="0"/>
                <a:cs typeface="Consolas" pitchFamily="49" charset="0"/>
              </a:rPr>
              <a:t>// Establish a new account</a:t>
            </a:r>
          </a:p>
          <a:p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if (accountType == AccountType.NewAccount) </a:t>
            </a:r>
          </a:p>
          <a:p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{ </a:t>
            </a:r>
          </a:p>
          <a:p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   …</a:t>
            </a:r>
          </a:p>
          <a:p>
            <a:r>
              <a:rPr lang="en-US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} </a:t>
            </a:r>
          </a:p>
        </p:txBody>
      </p:sp>
      <p:pic>
        <p:nvPicPr>
          <p:cNvPr id="7" name="Picture 2" descr="haken, installed, ok, package, richtig, right, tick, updated icon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971491" y="2429325"/>
            <a:ext cx="1117309" cy="1025106"/>
          </a:xfrm>
          <a:prstGeom prst="rect">
            <a:avLst/>
          </a:prstGeom>
          <a:noFill/>
          <a:effectLst>
            <a:outerShdw blurRad="101600" sx="102000" sy="102000" algn="ctr" rotWithShape="0">
              <a:schemeClr val="tx2">
                <a:lumMod val="60000"/>
                <a:lumOff val="40000"/>
                <a:alpha val="70000"/>
              </a:scheme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http://yoursocialmove.com/wp-content/uploads/2011/10/110117-acronyms1-e1319656963470.jp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18600" y="4857428"/>
            <a:ext cx="2247539" cy="14163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 descr="approve, block, cancel, delete, reject icon"/>
          <p:cNvPicPr>
            <a:picLocks noChangeAspect="1" noChangeArrowheads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971491" y="4935166"/>
            <a:ext cx="1153774" cy="1120694"/>
          </a:xfrm>
          <a:prstGeom prst="rect">
            <a:avLst/>
          </a:prstGeom>
          <a:noFill/>
          <a:effectLst>
            <a:outerShdw blurRad="101600" sx="102000" sy="102000" algn="ctr" rotWithShape="0">
              <a:srgbClr val="FF3300">
                <a:alpha val="69804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F2DE165C-0417-7C62-5C30-F4AE84A198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9013" y="320043"/>
            <a:ext cx="11505347" cy="1110780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</a:pPr>
            <a:r>
              <a:rPr lang="bg-BG" sz="2800" b="1" dirty="0">
                <a:latin typeface="Comfortaa" pitchFamily="2" charset="0"/>
              </a:rPr>
              <a:t>Ключови аспекти на ефективното коментиране</a:t>
            </a:r>
            <a:r>
              <a:rPr lang="en-US" sz="2800" b="1" dirty="0">
                <a:latin typeface="Comfortaa" pitchFamily="2" charset="0"/>
              </a:rPr>
              <a:t> [4/5]</a:t>
            </a:r>
          </a:p>
        </p:txBody>
      </p:sp>
    </p:spTree>
    <p:extLst>
      <p:ext uri="{BB962C8B-B14F-4D97-AF65-F5344CB8AC3E}">
        <p14:creationId xmlns:p14="http://schemas.microsoft.com/office/powerpoint/2010/main" val="22940075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476002" y="1475303"/>
            <a:ext cx="11090409" cy="4836432"/>
          </a:xfrm>
        </p:spPr>
        <p:txBody>
          <a:bodyPr>
            <a:noAutofit/>
          </a:bodyPr>
          <a:lstStyle/>
          <a:p>
            <a:r>
              <a:rPr lang="bg-BG" dirty="0">
                <a:latin typeface="Comfortaa" pitchFamily="2" charset="0"/>
              </a:rPr>
              <a:t>Коментирайте всичко, което е заобиколно решение на проблем или пък е </a:t>
            </a:r>
            <a:r>
              <a:rPr lang="bg-BG" dirty="0" err="1">
                <a:latin typeface="Comfortaa" pitchFamily="2" charset="0"/>
              </a:rPr>
              <a:t>недокументирана</a:t>
            </a:r>
            <a:r>
              <a:rPr lang="bg-BG" dirty="0">
                <a:latin typeface="Comfortaa" pitchFamily="2" charset="0"/>
              </a:rPr>
              <a:t> функция</a:t>
            </a:r>
            <a:endParaRPr lang="en-US" dirty="0">
              <a:latin typeface="Comfortaa" pitchFamily="2" charset="0"/>
            </a:endParaRPr>
          </a:p>
          <a:p>
            <a:pPr lvl="1"/>
            <a:r>
              <a:rPr lang="bg-BG" b="1" dirty="0" err="1">
                <a:solidFill>
                  <a:srgbClr val="00B0F0"/>
                </a:solidFill>
                <a:latin typeface="Comfortaa" pitchFamily="2" charset="0"/>
              </a:rPr>
              <a:t>Напр</a:t>
            </a:r>
            <a:r>
              <a:rPr lang="en-US" b="1" dirty="0">
                <a:solidFill>
                  <a:srgbClr val="00B0F0"/>
                </a:solidFill>
                <a:latin typeface="Comfortaa" pitchFamily="2" charset="0"/>
              </a:rPr>
              <a:t>.</a:t>
            </a:r>
            <a:r>
              <a:rPr lang="en-US" b="1" dirty="0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mfortaa" pitchFamily="2" charset="0"/>
              </a:rPr>
              <a:t> </a:t>
            </a:r>
            <a:r>
              <a:rPr lang="en-US" b="1" dirty="0">
                <a:solidFill>
                  <a:srgbClr val="00B0F0"/>
                </a:solidFill>
                <a:latin typeface="Comfortaa" pitchFamily="2" charset="0"/>
                <a:cs typeface="Consolas" panose="020B0609020204030204" pitchFamily="49" charset="0"/>
              </a:rPr>
              <a:t>// This is a workaround for bug #3712</a:t>
            </a:r>
          </a:p>
          <a:p>
            <a:r>
              <a:rPr lang="bg-BG" dirty="0">
                <a:latin typeface="Comfortaa" pitchFamily="2" charset="0"/>
                <a:cs typeface="Consolas" panose="020B0609020204030204" pitchFamily="49" charset="0"/>
              </a:rPr>
              <a:t>Това оправдава нарушение на добрия стил на програмиране</a:t>
            </a:r>
            <a:endParaRPr lang="en-US" dirty="0">
              <a:latin typeface="Comfortaa" pitchFamily="2" charset="0"/>
              <a:cs typeface="Consolas" panose="020B0609020204030204" pitchFamily="49" charset="0"/>
            </a:endParaRPr>
          </a:p>
          <a:p>
            <a:pPr lvl="0"/>
            <a:r>
              <a:rPr lang="bg-BG" dirty="0">
                <a:latin typeface="Comfortaa" pitchFamily="2" charset="0"/>
              </a:rPr>
              <a:t>Ползвайте вградените в средата начини за коментиране</a:t>
            </a:r>
            <a:endParaRPr lang="en-US" dirty="0">
              <a:latin typeface="Comfortaa" pitchFamily="2" charset="0"/>
            </a:endParaRPr>
          </a:p>
          <a:p>
            <a:pPr lvl="0"/>
            <a:r>
              <a:rPr lang="bg-BG" dirty="0">
                <a:latin typeface="Comfortaa" pitchFamily="2" charset="0"/>
              </a:rPr>
              <a:t>Не коментирайте сложен код </a:t>
            </a:r>
            <a:r>
              <a:rPr lang="en-US" dirty="0">
                <a:latin typeface="Comfortaa" pitchFamily="2" charset="0"/>
              </a:rPr>
              <a:t>– </a:t>
            </a:r>
            <a:r>
              <a:rPr lang="bg-BG" dirty="0">
                <a:latin typeface="Comfortaa" pitchFamily="2" charset="0"/>
              </a:rPr>
              <a:t>пренапишете го</a:t>
            </a:r>
            <a:endParaRPr lang="en-US" dirty="0">
              <a:latin typeface="Comfortaa" pitchFamily="2" charset="0"/>
            </a:endParaRPr>
          </a:p>
          <a:p>
            <a:pPr lvl="0"/>
            <a:r>
              <a:rPr lang="bg-BG" dirty="0">
                <a:latin typeface="Comfortaa" pitchFamily="2" charset="0"/>
              </a:rPr>
              <a:t>Пишете документацията с помощта на инструменти</a:t>
            </a:r>
            <a:endParaRPr lang="en-US" dirty="0">
              <a:latin typeface="Comfortaa" pitchFamily="2" charset="0"/>
            </a:endParaRPr>
          </a:p>
          <a:p>
            <a:pPr lvl="1"/>
            <a:r>
              <a:rPr lang="en-US" b="1" dirty="0">
                <a:solidFill>
                  <a:srgbClr val="00B0F0"/>
                </a:solidFill>
                <a:latin typeface="Comfortaa" pitchFamily="2" charset="0"/>
              </a:rPr>
              <a:t>XML </a:t>
            </a:r>
            <a:r>
              <a:rPr lang="bg-BG" b="1" dirty="0">
                <a:solidFill>
                  <a:srgbClr val="00B0F0"/>
                </a:solidFill>
                <a:latin typeface="Comfortaa" pitchFamily="2" charset="0"/>
              </a:rPr>
              <a:t>коментари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E272C452-706A-B66E-1A70-FF7769EB2F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9013" y="320043"/>
            <a:ext cx="11505347" cy="1110780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</a:pPr>
            <a:r>
              <a:rPr lang="bg-BG" sz="2800" b="1" dirty="0">
                <a:latin typeface="Comfortaa" pitchFamily="2" charset="0"/>
              </a:rPr>
              <a:t>Ключови аспекти на ефективното коментиране</a:t>
            </a:r>
            <a:r>
              <a:rPr lang="en-US" sz="2800" b="1" dirty="0">
                <a:latin typeface="Comfortaa" pitchFamily="2" charset="0"/>
              </a:rPr>
              <a:t> [5/5]</a:t>
            </a:r>
          </a:p>
        </p:txBody>
      </p:sp>
    </p:spTree>
    <p:extLst>
      <p:ext uri="{BB962C8B-B14F-4D97-AF65-F5344CB8AC3E}">
        <p14:creationId xmlns:p14="http://schemas.microsoft.com/office/powerpoint/2010/main" val="335252767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bg-BG" sz="3600" dirty="0">
                <a:latin typeface="Comfortaa" pitchFamily="2" charset="0"/>
              </a:rPr>
              <a:t>Опишете идеята за дизайна на класа</a:t>
            </a:r>
            <a:endParaRPr lang="en-US" sz="3600" dirty="0">
              <a:latin typeface="Comfortaa" pitchFamily="2" charset="0"/>
            </a:endParaRPr>
          </a:p>
          <a:p>
            <a:pPr lvl="0"/>
            <a:r>
              <a:rPr lang="bg-BG" sz="3600" dirty="0">
                <a:latin typeface="Comfortaa" pitchFamily="2" charset="0"/>
              </a:rPr>
              <a:t>Опишете ограничения</a:t>
            </a:r>
            <a:r>
              <a:rPr lang="en-US" sz="3600" dirty="0">
                <a:latin typeface="Comfortaa" pitchFamily="2" charset="0"/>
              </a:rPr>
              <a:t>, </a:t>
            </a:r>
            <a:r>
              <a:rPr lang="bg-BG" sz="3600" dirty="0">
                <a:latin typeface="Comfortaa" pitchFamily="2" charset="0"/>
              </a:rPr>
              <a:t>изисквания за работа и </a:t>
            </a:r>
            <a:r>
              <a:rPr lang="bg-BG" sz="3600" dirty="0" err="1">
                <a:latin typeface="Comfortaa" pitchFamily="2" charset="0"/>
              </a:rPr>
              <a:t>др</a:t>
            </a:r>
            <a:r>
              <a:rPr lang="en-US" sz="3600" dirty="0">
                <a:latin typeface="Comfortaa" pitchFamily="2" charset="0"/>
              </a:rPr>
              <a:t>.</a:t>
            </a:r>
          </a:p>
          <a:p>
            <a:pPr lvl="0"/>
            <a:r>
              <a:rPr lang="bg-BG" sz="3600" dirty="0">
                <a:latin typeface="Comfortaa" pitchFamily="2" charset="0"/>
              </a:rPr>
              <a:t>Коментирайте интерфейса на класа </a:t>
            </a:r>
            <a:r>
              <a:rPr lang="en-US" sz="3600" dirty="0">
                <a:latin typeface="Comfortaa" pitchFamily="2" charset="0"/>
              </a:rPr>
              <a:t>(</a:t>
            </a:r>
            <a:r>
              <a:rPr lang="bg-BG" sz="3600" dirty="0">
                <a:latin typeface="Comfortaa" pitchFamily="2" charset="0"/>
              </a:rPr>
              <a:t>публични методи </a:t>
            </a:r>
            <a:r>
              <a:rPr lang="en-US" sz="3600" dirty="0">
                <a:latin typeface="Comfortaa" pitchFamily="2" charset="0"/>
              </a:rPr>
              <a:t>/ </a:t>
            </a:r>
            <a:r>
              <a:rPr lang="bg-BG" sz="3600" dirty="0">
                <a:latin typeface="Comfortaa" pitchFamily="2" charset="0"/>
              </a:rPr>
              <a:t>свойства </a:t>
            </a:r>
            <a:r>
              <a:rPr lang="en-US" sz="3600" dirty="0">
                <a:latin typeface="Comfortaa" pitchFamily="2" charset="0"/>
              </a:rPr>
              <a:t>/ </a:t>
            </a:r>
            <a:r>
              <a:rPr lang="bg-BG" sz="3600" dirty="0">
                <a:latin typeface="Comfortaa" pitchFamily="2" charset="0"/>
              </a:rPr>
              <a:t>събития </a:t>
            </a:r>
            <a:r>
              <a:rPr lang="en-US" sz="3600" dirty="0">
                <a:latin typeface="Comfortaa" pitchFamily="2" charset="0"/>
              </a:rPr>
              <a:t>/ </a:t>
            </a:r>
            <a:r>
              <a:rPr lang="bg-BG" sz="3600" dirty="0">
                <a:latin typeface="Comfortaa" pitchFamily="2" charset="0"/>
              </a:rPr>
              <a:t>конструктори</a:t>
            </a:r>
            <a:r>
              <a:rPr lang="en-US" sz="3600" dirty="0">
                <a:latin typeface="Comfortaa" pitchFamily="2" charset="0"/>
              </a:rPr>
              <a:t>)</a:t>
            </a:r>
          </a:p>
          <a:p>
            <a:pPr lvl="0"/>
            <a:r>
              <a:rPr lang="bg-BG" sz="3600" dirty="0">
                <a:latin typeface="Comfortaa" pitchFamily="2" charset="0"/>
              </a:rPr>
              <a:t>Не документирайте детайли по изпълнението в интерфейса на класа</a:t>
            </a:r>
            <a:endParaRPr lang="en-US" sz="3600" dirty="0">
              <a:latin typeface="Comfortaa" pitchFamily="2" charset="0"/>
            </a:endParaRPr>
          </a:p>
          <a:p>
            <a:r>
              <a:rPr lang="bg-BG" sz="3600" dirty="0">
                <a:latin typeface="Comfortaa" pitchFamily="2" charset="0"/>
              </a:rPr>
              <a:t>Опишете целта и съдържанието на всеки файл</a:t>
            </a:r>
            <a:endParaRPr lang="en-US" sz="3600" dirty="0">
              <a:latin typeface="Comfortaa" pitchFamily="2" charset="0"/>
            </a:endParaRPr>
          </a:p>
          <a:p>
            <a:r>
              <a:rPr lang="bg-BG" sz="3600" dirty="0">
                <a:latin typeface="Comfortaa" pitchFamily="2" charset="0"/>
              </a:rPr>
              <a:t>Именувайте файла според съдържанието му</a:t>
            </a:r>
            <a:endParaRPr lang="en-US" sz="3600" dirty="0">
              <a:latin typeface="Comfortaa" pitchFamily="2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491603"/>
            <a:ext cx="10781805" cy="1110780"/>
          </a:xfrm>
        </p:spPr>
        <p:txBody>
          <a:bodyPr>
            <a:noAutofit/>
          </a:bodyPr>
          <a:lstStyle/>
          <a:p>
            <a:r>
              <a:rPr lang="bg-BG" sz="3200" dirty="0">
                <a:latin typeface="Comfortaa" pitchFamily="2" charset="0"/>
              </a:rPr>
              <a:t>Съвети за документация от по-високо ниво</a:t>
            </a:r>
            <a:endParaRPr lang="en-US" sz="3200" dirty="0">
              <a:latin typeface="Comforta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523924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/>
          <p:cNvSpPr>
            <a:spLocks noGrp="1"/>
          </p:cNvSpPr>
          <p:nvPr>
            <p:ph idx="1"/>
          </p:nvPr>
        </p:nvSpPr>
        <p:spPr>
          <a:xfrm>
            <a:off x="494381" y="2026472"/>
            <a:ext cx="10875965" cy="3968365"/>
          </a:xfrm>
        </p:spPr>
        <p:txBody>
          <a:bodyPr/>
          <a:lstStyle/>
          <a:p>
            <a:r>
              <a:rPr lang="en-US" sz="3600" dirty="0">
                <a:latin typeface="Comfortaa" pitchFamily="2" charset="0"/>
              </a:rPr>
              <a:t>„</a:t>
            </a:r>
            <a:r>
              <a:rPr lang="bg-BG" sz="3600" b="1" dirty="0">
                <a:solidFill>
                  <a:srgbClr val="00B0F0"/>
                </a:solidFill>
                <a:latin typeface="Comfortaa" pitchFamily="2" charset="0"/>
              </a:rPr>
              <a:t>Нямам време да пиша коментари</a:t>
            </a:r>
            <a:r>
              <a:rPr lang="en-US" sz="3600" dirty="0">
                <a:latin typeface="Comfortaa" pitchFamily="2" charset="0"/>
              </a:rPr>
              <a:t>"</a:t>
            </a:r>
          </a:p>
          <a:p>
            <a:pPr lvl="1"/>
            <a:r>
              <a:rPr lang="bg-BG" dirty="0">
                <a:latin typeface="Comfortaa" pitchFamily="2" charset="0"/>
              </a:rPr>
              <a:t>После </a:t>
            </a:r>
            <a:r>
              <a:rPr lang="bg-BG" dirty="0" err="1">
                <a:latin typeface="Comfortaa" pitchFamily="2" charset="0"/>
              </a:rPr>
              <a:t>дешифроването</a:t>
            </a:r>
            <a:r>
              <a:rPr lang="bg-BG" dirty="0">
                <a:latin typeface="Comfortaa" pitchFamily="2" charset="0"/>
              </a:rPr>
              <a:t> на кода ще отнеме повече време</a:t>
            </a:r>
            <a:endParaRPr lang="en-US" dirty="0">
              <a:latin typeface="Comfortaa" pitchFamily="2" charset="0"/>
            </a:endParaRPr>
          </a:p>
          <a:p>
            <a:r>
              <a:rPr lang="en-US" sz="3200" dirty="0">
                <a:latin typeface="Comfortaa" pitchFamily="2" charset="0"/>
              </a:rPr>
              <a:t>„</a:t>
            </a:r>
            <a:r>
              <a:rPr lang="bg-BG" dirty="0">
                <a:latin typeface="Comfortaa" pitchFamily="2" charset="0"/>
              </a:rPr>
              <a:t>По-късно ще напиша коментарите</a:t>
            </a:r>
            <a:r>
              <a:rPr lang="en-US" sz="3200" dirty="0">
                <a:latin typeface="Comfortaa" pitchFamily="2" charset="0"/>
              </a:rPr>
              <a:t>"</a:t>
            </a:r>
            <a:endParaRPr lang="en-US" dirty="0">
              <a:latin typeface="Comfortaa" pitchFamily="2" charset="0"/>
            </a:endParaRPr>
          </a:p>
          <a:p>
            <a:pPr lvl="1"/>
            <a:r>
              <a:rPr lang="bg-BG" dirty="0">
                <a:latin typeface="Comfortaa" pitchFamily="2" charset="0"/>
              </a:rPr>
              <a:t>Най-вероятно това няма да се случи</a:t>
            </a:r>
            <a:endParaRPr lang="en-US" dirty="0">
              <a:latin typeface="Comfortaa" pitchFamily="2" charset="0"/>
            </a:endParaRPr>
          </a:p>
          <a:p>
            <a:r>
              <a:rPr lang="en-US" dirty="0">
                <a:latin typeface="Comfortaa" pitchFamily="2" charset="0"/>
              </a:rPr>
              <a:t>„</a:t>
            </a:r>
            <a:r>
              <a:rPr lang="bg-BG" dirty="0">
                <a:latin typeface="Comfortaa" pitchFamily="2" charset="0"/>
              </a:rPr>
              <a:t>Кодът ми е </a:t>
            </a:r>
            <a:r>
              <a:rPr lang="bg-BG" dirty="0" err="1">
                <a:latin typeface="Comfortaa" pitchFamily="2" charset="0"/>
              </a:rPr>
              <a:t>самоописателен</a:t>
            </a:r>
            <a:r>
              <a:rPr lang="bg-BG" dirty="0">
                <a:latin typeface="Comfortaa" pitchFamily="2" charset="0"/>
              </a:rPr>
              <a:t>, не му трябват коментари</a:t>
            </a:r>
            <a:r>
              <a:rPr lang="en-US" dirty="0">
                <a:latin typeface="Comfortaa" pitchFamily="2" charset="0"/>
              </a:rPr>
              <a:t>"</a:t>
            </a:r>
          </a:p>
          <a:p>
            <a:pPr lvl="1"/>
            <a:r>
              <a:rPr lang="bg-BG" dirty="0">
                <a:latin typeface="Comfortaa" pitchFamily="2" charset="0"/>
              </a:rPr>
              <a:t>Може да са необходими коментари, за да обяснят някоя объркваща част</a:t>
            </a:r>
            <a:r>
              <a:rPr lang="en-US" dirty="0">
                <a:latin typeface="Comfortaa" pitchFamily="2" charset="0"/>
              </a:rPr>
              <a:t>, </a:t>
            </a:r>
            <a:r>
              <a:rPr lang="bg-BG" dirty="0">
                <a:latin typeface="Comfortaa" pitchFamily="2" charset="0"/>
              </a:rPr>
              <a:t>да опишат структурата и поведението на приложението и </a:t>
            </a:r>
            <a:r>
              <a:rPr lang="bg-BG" dirty="0" err="1">
                <a:latin typeface="Comfortaa" pitchFamily="2" charset="0"/>
              </a:rPr>
              <a:t>др</a:t>
            </a:r>
            <a:r>
              <a:rPr lang="en-US" dirty="0">
                <a:latin typeface="Comfortaa" pitchFamily="2" charset="0"/>
              </a:rPr>
              <a:t>.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4381" y="889427"/>
            <a:ext cx="11500853" cy="1110780"/>
          </a:xfrm>
        </p:spPr>
        <p:txBody>
          <a:bodyPr>
            <a:noAutofit/>
          </a:bodyPr>
          <a:lstStyle/>
          <a:p>
            <a:r>
              <a:rPr lang="bg-BG" sz="3600" dirty="0">
                <a:latin typeface="Comfortaa" pitchFamily="2" charset="0"/>
              </a:rPr>
              <a:t>Оправдания и провали в документацията</a:t>
            </a:r>
            <a:endParaRPr lang="en-US" sz="3600" dirty="0">
              <a:latin typeface="Comforta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601083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553029"/>
            <a:ext cx="10439713" cy="4939846"/>
          </a:xfrm>
        </p:spPr>
        <p:txBody>
          <a:bodyPr>
            <a:normAutofit/>
          </a:bodyPr>
          <a:lstStyle/>
          <a:p>
            <a:r>
              <a:rPr lang="bg-BG" dirty="0">
                <a:latin typeface="Comfortaa" pitchFamily="2" charset="0"/>
              </a:rPr>
              <a:t>В</a:t>
            </a:r>
            <a:r>
              <a:rPr lang="en-US" dirty="0">
                <a:latin typeface="Comfortaa" pitchFamily="2" charset="0"/>
              </a:rPr>
              <a:t> C# </a:t>
            </a:r>
            <a:r>
              <a:rPr lang="bg-BG" dirty="0">
                <a:latin typeface="Comfortaa" pitchFamily="2" charset="0"/>
              </a:rPr>
              <a:t>можете да документирате кода с </a:t>
            </a:r>
            <a:r>
              <a:rPr lang="en-US" dirty="0">
                <a:latin typeface="Comfortaa" pitchFamily="2" charset="0"/>
              </a:rPr>
              <a:t>XML </a:t>
            </a:r>
            <a:r>
              <a:rPr lang="bg-BG" dirty="0">
                <a:latin typeface="Comfortaa" pitchFamily="2" charset="0"/>
              </a:rPr>
              <a:t>тагове в специални коментари</a:t>
            </a:r>
            <a:endParaRPr lang="en-US" dirty="0">
              <a:latin typeface="Comfortaa" pitchFamily="2" charset="0"/>
            </a:endParaRPr>
          </a:p>
          <a:p>
            <a:pPr lvl="1"/>
            <a:r>
              <a:rPr lang="bg-BG" dirty="0">
                <a:latin typeface="Comfortaa" pitchFamily="2" charset="0"/>
              </a:rPr>
              <a:t>Директно в програмния код</a:t>
            </a:r>
            <a:endParaRPr lang="en-US" dirty="0">
              <a:latin typeface="Comfortaa" pitchFamily="2" charset="0"/>
            </a:endParaRPr>
          </a:p>
          <a:p>
            <a:r>
              <a:rPr lang="bg-BG" dirty="0">
                <a:latin typeface="Comfortaa" pitchFamily="2" charset="0"/>
              </a:rPr>
              <a:t>Например</a:t>
            </a:r>
            <a:r>
              <a:rPr lang="en-US" dirty="0">
                <a:latin typeface="Comfortaa" pitchFamily="2" charset="0"/>
              </a:rPr>
              <a:t>:</a:t>
            </a:r>
          </a:p>
          <a:p>
            <a:endParaRPr lang="en-US" dirty="0">
              <a:latin typeface="Comfortaa" pitchFamily="2" charset="0"/>
            </a:endParaRPr>
          </a:p>
          <a:p>
            <a:endParaRPr lang="en-US" dirty="0">
              <a:latin typeface="Comfortaa" pitchFamily="2" charset="0"/>
            </a:endParaRPr>
          </a:p>
          <a:p>
            <a:endParaRPr lang="en-US" dirty="0">
              <a:latin typeface="Comfortaa" pitchFamily="2" charset="0"/>
            </a:endParaRPr>
          </a:p>
          <a:p>
            <a:r>
              <a:rPr lang="en-US" dirty="0">
                <a:latin typeface="Comfortaa" pitchFamily="2" charset="0"/>
              </a:rPr>
              <a:t>XML doc </a:t>
            </a:r>
            <a:r>
              <a:rPr lang="bg-BG" dirty="0">
                <a:latin typeface="Comfortaa" pitchFamily="2" charset="0"/>
              </a:rPr>
              <a:t>коментарите не са </a:t>
            </a:r>
            <a:r>
              <a:rPr lang="bg-BG" dirty="0">
                <a:solidFill>
                  <a:schemeClr val="tx2">
                    <a:lumMod val="75000"/>
                  </a:schemeClr>
                </a:solidFill>
                <a:latin typeface="Comfortaa" pitchFamily="2" charset="0"/>
              </a:rPr>
              <a:t>метаданни</a:t>
            </a:r>
            <a:endParaRPr lang="en-US" dirty="0">
              <a:solidFill>
                <a:schemeClr val="tx2">
                  <a:lumMod val="75000"/>
                </a:schemeClr>
              </a:solidFill>
              <a:latin typeface="Comfortaa" pitchFamily="2" charset="0"/>
            </a:endParaRPr>
          </a:p>
          <a:p>
            <a:pPr lvl="1"/>
            <a:r>
              <a:rPr lang="bg-BG" dirty="0">
                <a:latin typeface="Comfortaa" pitchFamily="2" charset="0"/>
              </a:rPr>
              <a:t>Не са включени в компилираното </a:t>
            </a:r>
            <a:r>
              <a:rPr lang="bg-BG" dirty="0" err="1">
                <a:latin typeface="Comfortaa" pitchFamily="2" charset="0"/>
              </a:rPr>
              <a:t>асембли</a:t>
            </a:r>
            <a:endParaRPr lang="en-US" dirty="0">
              <a:latin typeface="Comfortaa" pitchFamily="2" charset="0"/>
            </a:endParaRPr>
          </a:p>
          <a:p>
            <a:pPr lvl="1"/>
            <a:r>
              <a:rPr lang="bg-BG" dirty="0">
                <a:latin typeface="Comfortaa" pitchFamily="2" charset="0"/>
              </a:rPr>
              <a:t>Достъпни са като отделен </a:t>
            </a:r>
            <a:r>
              <a:rPr lang="en-US" dirty="0">
                <a:latin typeface="Comfortaa" pitchFamily="2" charset="0"/>
              </a:rPr>
              <a:t>XML </a:t>
            </a:r>
            <a:r>
              <a:rPr lang="bg-BG" dirty="0">
                <a:latin typeface="Comfortaa" pitchFamily="2" charset="0"/>
              </a:rPr>
              <a:t>файл след компилирането на кода</a:t>
            </a:r>
            <a:endParaRPr lang="en-US" dirty="0">
              <a:latin typeface="Comfortaa" pitchFamily="2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omfortaa" pitchFamily="2" charset="0"/>
              </a:rPr>
              <a:t>XML </a:t>
            </a:r>
            <a:r>
              <a:rPr lang="bg-BG" dirty="0">
                <a:latin typeface="Comfortaa" pitchFamily="2" charset="0"/>
              </a:rPr>
              <a:t>документация</a:t>
            </a:r>
            <a:endParaRPr lang="en-US" dirty="0">
              <a:latin typeface="Comfortaa" pitchFamily="2" charset="0"/>
            </a:endParaRPr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1060946" y="3361232"/>
            <a:ext cx="9998940" cy="1323439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2000" b="1" noProof="1">
                <a:solidFill>
                  <a:srgbClr val="00B0F0"/>
                </a:solidFill>
                <a:latin typeface="Consolas" pitchFamily="49" charset="0"/>
                <a:cs typeface="Consolas" pitchFamily="49" charset="0"/>
              </a:rPr>
              <a:t>/// &lt;summary&gt;</a:t>
            </a:r>
          </a:p>
          <a:p>
            <a:r>
              <a:rPr lang="en-US" sz="2000" b="1" noProof="1">
                <a:solidFill>
                  <a:srgbClr val="00B0F0"/>
                </a:solidFill>
                <a:latin typeface="Consolas" pitchFamily="49" charset="0"/>
                <a:cs typeface="Consolas" pitchFamily="49" charset="0"/>
              </a:rPr>
              <a:t>/// This class performs an important function.</a:t>
            </a:r>
          </a:p>
          <a:p>
            <a:r>
              <a:rPr lang="en-US" sz="2000" b="1" noProof="1">
                <a:solidFill>
                  <a:srgbClr val="00B0F0"/>
                </a:solidFill>
                <a:latin typeface="Consolas" pitchFamily="49" charset="0"/>
                <a:cs typeface="Consolas" pitchFamily="49" charset="0"/>
              </a:rPr>
              <a:t>/// &lt;/summary&gt;</a:t>
            </a:r>
          </a:p>
          <a:p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public class MyClass { }</a:t>
            </a:r>
          </a:p>
        </p:txBody>
      </p:sp>
    </p:spTree>
    <p:extLst>
      <p:ext uri="{BB962C8B-B14F-4D97-AF65-F5344CB8AC3E}">
        <p14:creationId xmlns:p14="http://schemas.microsoft.com/office/powerpoint/2010/main" val="1838613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5"/>
            <a:ext cx="10664371" cy="4667250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B0F0"/>
                </a:solidFill>
                <a:latin typeface="Comfortaa" pitchFamily="2" charset="0"/>
                <a:cs typeface="Consolas" panose="020B0609020204030204" pitchFamily="49" charset="0"/>
              </a:rPr>
              <a:t>&lt;summary&gt;</a:t>
            </a:r>
          </a:p>
          <a:p>
            <a:pPr lvl="1"/>
            <a:r>
              <a:rPr lang="bg-BG" dirty="0">
                <a:latin typeface="Comfortaa" pitchFamily="2" charset="0"/>
              </a:rPr>
              <a:t>Резюме на класа </a:t>
            </a:r>
            <a:r>
              <a:rPr lang="en-US" dirty="0">
                <a:latin typeface="Comfortaa" pitchFamily="2" charset="0"/>
              </a:rPr>
              <a:t>/ </a:t>
            </a:r>
            <a:r>
              <a:rPr lang="bg-BG" dirty="0">
                <a:latin typeface="Comfortaa" pitchFamily="2" charset="0"/>
              </a:rPr>
              <a:t>метода </a:t>
            </a:r>
            <a:r>
              <a:rPr lang="en-US" dirty="0">
                <a:latin typeface="Comfortaa" pitchFamily="2" charset="0"/>
              </a:rPr>
              <a:t>/ </a:t>
            </a:r>
            <a:r>
              <a:rPr lang="bg-BG" dirty="0">
                <a:latin typeface="Comfortaa" pitchFamily="2" charset="0"/>
              </a:rPr>
              <a:t>обекта</a:t>
            </a:r>
            <a:endParaRPr lang="en-US" dirty="0">
              <a:latin typeface="Comfortaa" pitchFamily="2" charset="0"/>
            </a:endParaRPr>
          </a:p>
          <a:p>
            <a:r>
              <a:rPr lang="en-US" b="1" noProof="1">
                <a:solidFill>
                  <a:srgbClr val="00B0F0"/>
                </a:solidFill>
                <a:latin typeface="Comfortaa" pitchFamily="2" charset="0"/>
                <a:cs typeface="Consolas" panose="020B0609020204030204" pitchFamily="49" charset="0"/>
              </a:rPr>
              <a:t>&lt;param&gt;</a:t>
            </a:r>
          </a:p>
          <a:p>
            <a:endParaRPr lang="en-US" b="1" noProof="1">
              <a:solidFill>
                <a:schemeClr val="tx2">
                  <a:lumMod val="75000"/>
                </a:schemeClr>
              </a:solidFill>
              <a:latin typeface="Comfortaa" pitchFamily="2" charset="0"/>
              <a:cs typeface="Consolas" panose="020B0609020204030204" pitchFamily="49" charset="0"/>
            </a:endParaRPr>
          </a:p>
          <a:p>
            <a:pPr lvl="1"/>
            <a:endParaRPr lang="en-US" dirty="0">
              <a:latin typeface="Comfortaa" pitchFamily="2" charset="0"/>
            </a:endParaRPr>
          </a:p>
          <a:p>
            <a:pPr lvl="1"/>
            <a:r>
              <a:rPr lang="bg-BG" dirty="0">
                <a:latin typeface="Comfortaa" pitchFamily="2" charset="0"/>
              </a:rPr>
              <a:t>Описва някой от параметрите в метод</a:t>
            </a:r>
            <a:endParaRPr lang="en-US" dirty="0">
              <a:latin typeface="Comfortaa" pitchFamily="2" charset="0"/>
            </a:endParaRPr>
          </a:p>
          <a:p>
            <a:r>
              <a:rPr lang="en-US" b="1" dirty="0">
                <a:solidFill>
                  <a:srgbClr val="00B0F0"/>
                </a:solidFill>
                <a:latin typeface="Comfortaa" pitchFamily="2" charset="0"/>
                <a:cs typeface="Consolas" panose="020B0609020204030204" pitchFamily="49" charset="0"/>
              </a:rPr>
              <a:t>&lt;returns&gt;</a:t>
            </a:r>
          </a:p>
          <a:p>
            <a:pPr lvl="1"/>
            <a:r>
              <a:rPr lang="bg-BG" dirty="0">
                <a:latin typeface="Comfortaa" pitchFamily="2" charset="0"/>
              </a:rPr>
              <a:t>Описание на връщаната стойност</a:t>
            </a:r>
            <a:endParaRPr lang="en-US" dirty="0">
              <a:latin typeface="Comfortaa" pitchFamily="2" charset="0"/>
            </a:endParaRPr>
          </a:p>
          <a:p>
            <a:r>
              <a:rPr lang="en-US" b="1" dirty="0">
                <a:solidFill>
                  <a:srgbClr val="00B0F0"/>
                </a:solidFill>
                <a:latin typeface="Comfortaa" pitchFamily="2" charset="0"/>
                <a:cs typeface="Consolas" panose="020B0609020204030204" pitchFamily="49" charset="0"/>
              </a:rPr>
              <a:t>&lt;remarks&gt;</a:t>
            </a:r>
          </a:p>
          <a:p>
            <a:pPr lvl="1"/>
            <a:r>
              <a:rPr lang="bg-BG" dirty="0">
                <a:latin typeface="Comfortaa" pitchFamily="2" charset="0"/>
              </a:rPr>
              <a:t>Допълнителна информация </a:t>
            </a:r>
            <a:r>
              <a:rPr lang="en-US" dirty="0">
                <a:latin typeface="Comfortaa" pitchFamily="2" charset="0"/>
              </a:rPr>
              <a:t>(</a:t>
            </a:r>
            <a:r>
              <a:rPr lang="bg-BG" dirty="0">
                <a:latin typeface="Comfortaa" pitchFamily="2" charset="0"/>
              </a:rPr>
              <a:t>бележки</a:t>
            </a:r>
            <a:r>
              <a:rPr lang="en-US" dirty="0">
                <a:latin typeface="Comfortaa" pitchFamily="2" charset="0"/>
              </a:rPr>
              <a:t>)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838543" cy="1325563"/>
          </a:xfrm>
        </p:spPr>
        <p:txBody>
          <a:bodyPr/>
          <a:lstStyle/>
          <a:p>
            <a:r>
              <a:rPr lang="en-US" dirty="0">
                <a:latin typeface="Comfortaa" pitchFamily="2" charset="0"/>
              </a:rPr>
              <a:t>XML </a:t>
            </a:r>
            <a:r>
              <a:rPr lang="bg-BG" dirty="0">
                <a:latin typeface="Comfortaa" pitchFamily="2" charset="0"/>
              </a:rPr>
              <a:t>тагове за документация</a:t>
            </a:r>
            <a:r>
              <a:rPr lang="en-US" dirty="0">
                <a:latin typeface="Comfortaa" pitchFamily="2" charset="0"/>
              </a:rPr>
              <a:t> [1/2]</a:t>
            </a:r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1273628" y="3378460"/>
            <a:ext cx="9648372" cy="514738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 tIns="72000" bIns="72000">
            <a:spAutoFit/>
          </a:bodyPr>
          <a:lstStyle/>
          <a:p>
            <a:r>
              <a:rPr lang="en-US" sz="24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&lt;param name="name"&gt;description&lt;/param&gt;</a:t>
            </a:r>
          </a:p>
        </p:txBody>
      </p:sp>
    </p:spTree>
    <p:extLst>
      <p:ext uri="{BB962C8B-B14F-4D97-AF65-F5344CB8AC3E}">
        <p14:creationId xmlns:p14="http://schemas.microsoft.com/office/powerpoint/2010/main" val="362544692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8230" y="1690688"/>
            <a:ext cx="11114627" cy="4994772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rgbClr val="00B0F0"/>
                </a:solidFill>
                <a:latin typeface="Comfortaa" pitchFamily="2" charset="0"/>
                <a:cs typeface="Consolas" panose="020B0609020204030204" pitchFamily="49" charset="0"/>
              </a:rPr>
              <a:t>&lt;c&gt;</a:t>
            </a:r>
            <a:r>
              <a:rPr lang="en-US" sz="3200" dirty="0">
                <a:latin typeface="Comfortaa" pitchFamily="2" charset="0"/>
              </a:rPr>
              <a:t> / </a:t>
            </a:r>
            <a:r>
              <a:rPr lang="en-US" sz="3200" b="1" dirty="0">
                <a:solidFill>
                  <a:srgbClr val="00B0F0"/>
                </a:solidFill>
                <a:latin typeface="Comfortaa" pitchFamily="2" charset="0"/>
                <a:cs typeface="Consolas" panose="020B0609020204030204" pitchFamily="49" charset="0"/>
              </a:rPr>
              <a:t>&lt;code&gt;</a:t>
            </a:r>
            <a:r>
              <a:rPr lang="en-US" dirty="0">
                <a:solidFill>
                  <a:srgbClr val="00B0F0"/>
                </a:solidFill>
                <a:latin typeface="Comfortaa" pitchFamily="2" charset="0"/>
                <a:cs typeface="Consolas" panose="020B0609020204030204" pitchFamily="49" charset="0"/>
              </a:rPr>
              <a:t> </a:t>
            </a:r>
            <a:r>
              <a:rPr lang="en-US" dirty="0">
                <a:latin typeface="Comfortaa" pitchFamily="2" charset="0"/>
                <a:cs typeface="Consolas" panose="020B0609020204030204" pitchFamily="49" charset="0"/>
              </a:rPr>
              <a:t>- </a:t>
            </a:r>
            <a:r>
              <a:rPr lang="bg-BG" dirty="0">
                <a:latin typeface="Comfortaa" pitchFamily="2" charset="0"/>
              </a:rPr>
              <a:t>позволява обозначаването на код</a:t>
            </a:r>
            <a:endParaRPr lang="en-US" dirty="0">
              <a:latin typeface="Comfortaa" pitchFamily="2" charset="0"/>
            </a:endParaRPr>
          </a:p>
          <a:p>
            <a:r>
              <a:rPr lang="en-US" sz="3200" b="1" dirty="0">
                <a:solidFill>
                  <a:srgbClr val="00B0F0"/>
                </a:solidFill>
                <a:latin typeface="Comfortaa" pitchFamily="2" charset="0"/>
                <a:cs typeface="Consolas" panose="020B0609020204030204" pitchFamily="49" charset="0"/>
              </a:rPr>
              <a:t>&lt;</a:t>
            </a:r>
            <a:r>
              <a:rPr lang="en-US" sz="3200" b="1" noProof="1">
                <a:solidFill>
                  <a:srgbClr val="00B0F0"/>
                </a:solidFill>
                <a:latin typeface="Comfortaa" pitchFamily="2" charset="0"/>
                <a:cs typeface="Consolas" panose="020B0609020204030204" pitchFamily="49" charset="0"/>
              </a:rPr>
              <a:t>see&gt;</a:t>
            </a:r>
            <a:r>
              <a:rPr lang="en-US" sz="3200" b="1" noProof="1">
                <a:solidFill>
                  <a:schemeClr val="tx2">
                    <a:lumMod val="75000"/>
                  </a:schemeClr>
                </a:solidFill>
                <a:latin typeface="Comfortaa" pitchFamily="2" charset="0"/>
                <a:cs typeface="Consolas" panose="020B0609020204030204" pitchFamily="49" charset="0"/>
              </a:rPr>
              <a:t> </a:t>
            </a:r>
            <a:r>
              <a:rPr lang="en-US" sz="3200" noProof="1">
                <a:latin typeface="Comfortaa" pitchFamily="2" charset="0"/>
              </a:rPr>
              <a:t>/ </a:t>
            </a:r>
            <a:r>
              <a:rPr lang="en-US" sz="3200" b="1" noProof="1">
                <a:solidFill>
                  <a:srgbClr val="00B0F0"/>
                </a:solidFill>
                <a:latin typeface="Comfortaa" pitchFamily="2" charset="0"/>
                <a:cs typeface="Consolas" panose="020B0609020204030204" pitchFamily="49" charset="0"/>
              </a:rPr>
              <a:t>&lt;seealso&gt;</a:t>
            </a:r>
            <a:r>
              <a:rPr lang="en-US" sz="3200" noProof="1">
                <a:solidFill>
                  <a:srgbClr val="00B0F0"/>
                </a:solidFill>
                <a:latin typeface="Comfortaa" pitchFamily="2" charset="0"/>
              </a:rPr>
              <a:t> </a:t>
            </a:r>
            <a:r>
              <a:rPr lang="en-US" sz="3200" noProof="1">
                <a:latin typeface="Comfortaa" pitchFamily="2" charset="0"/>
              </a:rPr>
              <a:t>+ </a:t>
            </a:r>
            <a:r>
              <a:rPr lang="en-US" sz="3200" b="1" noProof="1">
                <a:solidFill>
                  <a:srgbClr val="00B0F0"/>
                </a:solidFill>
                <a:latin typeface="Comfortaa" pitchFamily="2" charset="0"/>
                <a:cs typeface="Consolas" panose="020B0609020204030204" pitchFamily="49" charset="0"/>
              </a:rPr>
              <a:t>cref</a:t>
            </a:r>
            <a:r>
              <a:rPr lang="en-US" sz="3200" noProof="1">
                <a:latin typeface="Comfortaa" pitchFamily="2" charset="0"/>
                <a:cs typeface="Consolas" panose="020B0609020204030204" pitchFamily="49" charset="0"/>
              </a:rPr>
              <a:t> </a:t>
            </a:r>
            <a:r>
              <a:rPr lang="en-US" noProof="1">
                <a:latin typeface="Comfortaa" pitchFamily="2" charset="0"/>
                <a:cs typeface="Consolas" panose="020B0609020204030204" pitchFamily="49" charset="0"/>
              </a:rPr>
              <a:t>- </a:t>
            </a:r>
            <a:r>
              <a:rPr lang="bg-BG" noProof="1">
                <a:latin typeface="Comfortaa" pitchFamily="2" charset="0"/>
              </a:rPr>
              <a:t>препратка към кода</a:t>
            </a:r>
            <a:br>
              <a:rPr lang="bg-BG" noProof="1">
                <a:latin typeface="Comfortaa" pitchFamily="2" charset="0"/>
              </a:rPr>
            </a:br>
            <a:br>
              <a:rPr lang="bg-BG" sz="3200" noProof="1">
                <a:latin typeface="Comfortaa" pitchFamily="2" charset="0"/>
              </a:rPr>
            </a:br>
            <a:br>
              <a:rPr lang="bg-BG" sz="3200" noProof="1">
                <a:latin typeface="Comfortaa" pitchFamily="2" charset="0"/>
              </a:rPr>
            </a:br>
            <a:endParaRPr lang="en-US" sz="3200" dirty="0">
              <a:solidFill>
                <a:schemeClr val="tx2">
                  <a:lumMod val="75000"/>
                </a:schemeClr>
              </a:solidFill>
              <a:latin typeface="Comfortaa" pitchFamily="2" charset="0"/>
            </a:endParaRP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sz="3200" b="1" dirty="0">
                <a:solidFill>
                  <a:srgbClr val="00B0F0"/>
                </a:solidFill>
                <a:latin typeface="Comfortaa" pitchFamily="2" charset="0"/>
                <a:cs typeface="Consolas" panose="020B0609020204030204" pitchFamily="49" charset="0"/>
              </a:rPr>
              <a:t>&lt;exception&gt;</a:t>
            </a:r>
          </a:p>
          <a:p>
            <a:pPr lvl="1"/>
            <a:r>
              <a:rPr lang="bg-BG" dirty="0">
                <a:latin typeface="Comfortaa" pitchFamily="2" charset="0"/>
              </a:rPr>
              <a:t>Позволява да уточните кои изключения може да се хвърлят</a:t>
            </a:r>
            <a:endParaRPr lang="en-US" dirty="0">
              <a:latin typeface="Comfortaa" pitchFamily="2" charset="0"/>
            </a:endParaRPr>
          </a:p>
          <a:p>
            <a:pPr lvl="1"/>
            <a:endParaRPr lang="en-US" sz="2800" dirty="0">
              <a:latin typeface="Comfortaa" pitchFamily="2" charset="0"/>
            </a:endParaRPr>
          </a:p>
          <a:p>
            <a:r>
              <a:rPr lang="bg-BG" dirty="0">
                <a:latin typeface="Comfortaa" pitchFamily="2" charset="0"/>
              </a:rPr>
              <a:t>Всички тагове</a:t>
            </a:r>
            <a:r>
              <a:rPr lang="en-US" dirty="0">
                <a:latin typeface="Comfortaa" pitchFamily="2" charset="0"/>
              </a:rPr>
              <a:t>: </a:t>
            </a:r>
            <a:br>
              <a:rPr lang="bg-BG" dirty="0">
                <a:latin typeface="Comfortaa" pitchFamily="2" charset="0"/>
              </a:rPr>
            </a:br>
            <a:r>
              <a:rPr lang="en-US" dirty="0">
                <a:latin typeface="Comfortaa" pitchFamily="2" charset="0"/>
                <a:hlinkClick r:id="rId2"/>
              </a:rPr>
              <a:t>http://msdn.microsoft.com/en-us/library/5ast78ax.aspx</a:t>
            </a:r>
            <a:endParaRPr lang="en-US" dirty="0">
              <a:latin typeface="Comfortaa" pitchFamily="2" charset="0"/>
            </a:endParaRPr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1248227" y="2861932"/>
            <a:ext cx="10332131" cy="483960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 tIns="72000" bIns="72000">
            <a:spAutoFit/>
          </a:bodyPr>
          <a:lstStyle/>
          <a:p>
            <a:r>
              <a:rPr lang="en-US" sz="22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&lt;see cref="GetConfigurationSettings"/&gt;</a:t>
            </a:r>
          </a:p>
        </p:txBody>
      </p:sp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1248228" y="5000519"/>
            <a:ext cx="10332131" cy="483960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 tIns="72000" bIns="72000">
            <a:spAutoFit/>
          </a:bodyPr>
          <a:lstStyle/>
          <a:p>
            <a:r>
              <a:rPr lang="en-US" sz="22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&lt;exception cref="System.Exception"&gt;Thrown when...&lt;/exception&gt;</a:t>
            </a:r>
          </a:p>
        </p:txBody>
      </p:sp>
      <p:sp>
        <p:nvSpPr>
          <p:cNvPr id="7" name="Rectangle 6"/>
          <p:cNvSpPr>
            <a:spLocks noChangeArrowheads="1"/>
          </p:cNvSpPr>
          <p:nvPr/>
        </p:nvSpPr>
        <p:spPr bwMode="auto">
          <a:xfrm>
            <a:off x="1248226" y="3413317"/>
            <a:ext cx="10332131" cy="483960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 tIns="72000" bIns="72000">
            <a:spAutoFit/>
          </a:bodyPr>
          <a:lstStyle/>
          <a:p>
            <a:r>
              <a:rPr lang="en-US" sz="22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</a:rPr>
              <a:t>&lt;seealso cref="TestClass.Main"/&gt;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747B87F7-4A6B-02A6-5A03-15A0F80311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005458" cy="1325563"/>
          </a:xfrm>
        </p:spPr>
        <p:txBody>
          <a:bodyPr/>
          <a:lstStyle/>
          <a:p>
            <a:r>
              <a:rPr lang="en-US" dirty="0">
                <a:latin typeface="Comfortaa" pitchFamily="2" charset="0"/>
              </a:rPr>
              <a:t>XML </a:t>
            </a:r>
            <a:r>
              <a:rPr lang="bg-BG" dirty="0">
                <a:latin typeface="Comfortaa" pitchFamily="2" charset="0"/>
              </a:rPr>
              <a:t>тагове за документация</a:t>
            </a:r>
            <a:r>
              <a:rPr lang="en-US" dirty="0">
                <a:latin typeface="Comfortaa" pitchFamily="2" charset="0"/>
              </a:rPr>
              <a:t> [2/2]</a:t>
            </a:r>
          </a:p>
        </p:txBody>
      </p:sp>
    </p:spTree>
    <p:extLst>
      <p:ext uri="{BB962C8B-B14F-4D97-AF65-F5344CB8AC3E}">
        <p14:creationId xmlns:p14="http://schemas.microsoft.com/office/powerpoint/2010/main" val="90849405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2000" y="249010"/>
            <a:ext cx="10515600" cy="670257"/>
          </a:xfrm>
        </p:spPr>
        <p:txBody>
          <a:bodyPr>
            <a:normAutofit fontScale="90000"/>
          </a:bodyPr>
          <a:lstStyle/>
          <a:p>
            <a:r>
              <a:rPr lang="bg-BG" dirty="0">
                <a:latin typeface="Comfortaa" pitchFamily="2" charset="0"/>
              </a:rPr>
              <a:t>Пример за </a:t>
            </a:r>
            <a:r>
              <a:rPr lang="en-US" dirty="0">
                <a:latin typeface="Comfortaa" pitchFamily="2" charset="0"/>
              </a:rPr>
              <a:t>XML </a:t>
            </a:r>
            <a:r>
              <a:rPr lang="bg-BG" dirty="0">
                <a:latin typeface="Comfortaa" pitchFamily="2" charset="0"/>
              </a:rPr>
              <a:t>документация</a:t>
            </a:r>
            <a:endParaRPr lang="en-US" dirty="0">
              <a:latin typeface="Comfortaa" pitchFamily="2" charset="0"/>
            </a:endParaRPr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762000" y="1035382"/>
            <a:ext cx="10563648" cy="5441618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>
              <a:lnSpc>
                <a:spcPts val="2200"/>
              </a:lnSpc>
            </a:pPr>
            <a:r>
              <a:rPr lang="en-US" b="1" noProof="1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/// &lt;summary&gt; </a:t>
            </a:r>
          </a:p>
          <a:p>
            <a:pPr>
              <a:lnSpc>
                <a:spcPts val="2200"/>
              </a:lnSpc>
            </a:pPr>
            <a:r>
              <a:rPr lang="en-US" b="1" noProof="1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/// The GetZero method. Always returns zero.</a:t>
            </a:r>
          </a:p>
          <a:p>
            <a:pPr>
              <a:lnSpc>
                <a:spcPts val="2200"/>
              </a:lnSpc>
            </a:pPr>
            <a:r>
              <a:rPr lang="en-US" b="1" noProof="1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/// &lt;/summary&gt; </a:t>
            </a:r>
          </a:p>
          <a:p>
            <a:pPr>
              <a:lnSpc>
                <a:spcPts val="2200"/>
              </a:lnSpc>
            </a:pPr>
            <a:r>
              <a:rPr lang="en-US" b="1" noProof="1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/// &lt;example&gt;  </a:t>
            </a:r>
          </a:p>
          <a:p>
            <a:pPr>
              <a:lnSpc>
                <a:spcPts val="2200"/>
              </a:lnSpc>
            </a:pPr>
            <a:r>
              <a:rPr lang="en-US" b="1" noProof="1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/// This sample shows how to call the &lt;see cref="GetZero"/&gt; method.</a:t>
            </a:r>
          </a:p>
          <a:p>
            <a:pPr>
              <a:lnSpc>
                <a:spcPts val="2200"/>
              </a:lnSpc>
            </a:pPr>
            <a:r>
              <a:rPr lang="en-US" b="1" noProof="1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/// &lt;code&gt; </a:t>
            </a:r>
          </a:p>
          <a:p>
            <a:pPr>
              <a:lnSpc>
                <a:spcPts val="2200"/>
              </a:lnSpc>
            </a:pPr>
            <a:r>
              <a:rPr lang="en-US" b="1" noProof="1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/// class TestClass  </a:t>
            </a:r>
          </a:p>
          <a:p>
            <a:pPr>
              <a:lnSpc>
                <a:spcPts val="2200"/>
              </a:lnSpc>
            </a:pPr>
            <a:r>
              <a:rPr lang="en-US" b="1" noProof="1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/// { </a:t>
            </a:r>
          </a:p>
          <a:p>
            <a:pPr>
              <a:lnSpc>
                <a:spcPts val="2200"/>
              </a:lnSpc>
            </a:pPr>
            <a:r>
              <a:rPr lang="en-US" b="1" noProof="1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///     static int Main()  </a:t>
            </a:r>
          </a:p>
          <a:p>
            <a:pPr>
              <a:lnSpc>
                <a:spcPts val="2200"/>
              </a:lnSpc>
            </a:pPr>
            <a:r>
              <a:rPr lang="en-US" b="1" noProof="1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///     { </a:t>
            </a:r>
          </a:p>
          <a:p>
            <a:pPr>
              <a:lnSpc>
                <a:spcPts val="2200"/>
              </a:lnSpc>
            </a:pPr>
            <a:r>
              <a:rPr lang="en-US" b="1" noProof="1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///         return GetZero(); </a:t>
            </a:r>
          </a:p>
          <a:p>
            <a:pPr>
              <a:lnSpc>
                <a:spcPts val="2200"/>
              </a:lnSpc>
            </a:pPr>
            <a:r>
              <a:rPr lang="en-US" b="1" noProof="1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///     } </a:t>
            </a:r>
          </a:p>
          <a:p>
            <a:pPr>
              <a:lnSpc>
                <a:spcPts val="2200"/>
              </a:lnSpc>
            </a:pPr>
            <a:r>
              <a:rPr lang="en-US" b="1" noProof="1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/// } </a:t>
            </a:r>
          </a:p>
          <a:p>
            <a:pPr>
              <a:lnSpc>
                <a:spcPts val="2200"/>
              </a:lnSpc>
            </a:pPr>
            <a:r>
              <a:rPr lang="en-US" b="1" noProof="1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/// &lt;/code&gt; </a:t>
            </a:r>
          </a:p>
          <a:p>
            <a:pPr>
              <a:lnSpc>
                <a:spcPts val="2200"/>
              </a:lnSpc>
            </a:pPr>
            <a:r>
              <a:rPr lang="en-US" b="1" noProof="1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/// &lt;/example&gt;</a:t>
            </a:r>
          </a:p>
          <a:p>
            <a:pPr>
              <a:lnSpc>
                <a:spcPts val="2200"/>
              </a:lnSpc>
            </a:pPr>
            <a:r>
              <a:rPr lang="en-US" b="1" noProof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public static int GetZero()</a:t>
            </a:r>
          </a:p>
          <a:p>
            <a:pPr>
              <a:lnSpc>
                <a:spcPts val="2200"/>
              </a:lnSpc>
            </a:pPr>
            <a:r>
              <a:rPr lang="en-US" b="1" noProof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{</a:t>
            </a:r>
          </a:p>
          <a:p>
            <a:pPr>
              <a:lnSpc>
                <a:spcPts val="2200"/>
              </a:lnSpc>
            </a:pPr>
            <a:r>
              <a:rPr lang="en-US" b="1" noProof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    return 0;</a:t>
            </a:r>
          </a:p>
          <a:p>
            <a:pPr>
              <a:lnSpc>
                <a:spcPts val="2200"/>
              </a:lnSpc>
            </a:pPr>
            <a:r>
              <a:rPr lang="en-US" b="1" noProof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88953583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Comfortaa" pitchFamily="2" charset="0"/>
              </a:rPr>
              <a:t>Visual Studio </a:t>
            </a:r>
            <a:r>
              <a:rPr lang="bg-BG" dirty="0">
                <a:latin typeface="Comfortaa" pitchFamily="2" charset="0"/>
              </a:rPr>
              <a:t>ще ползва </a:t>
            </a:r>
            <a:r>
              <a:rPr lang="en-US" dirty="0">
                <a:latin typeface="Comfortaa" pitchFamily="2" charset="0"/>
              </a:rPr>
              <a:t>XML </a:t>
            </a:r>
            <a:r>
              <a:rPr lang="bg-BG" dirty="0">
                <a:latin typeface="Comfortaa" pitchFamily="2" charset="0"/>
              </a:rPr>
              <a:t>документацията за автоматично допълване</a:t>
            </a:r>
            <a:endParaRPr lang="en-US" dirty="0">
              <a:latin typeface="Comfortaa" pitchFamily="2" charset="0"/>
            </a:endParaRPr>
          </a:p>
          <a:p>
            <a:pPr lvl="1"/>
            <a:r>
              <a:rPr lang="bg-BG" dirty="0">
                <a:latin typeface="Comfortaa" pitchFamily="2" charset="0"/>
              </a:rPr>
              <a:t>Автоматично е, просто ползва </a:t>
            </a:r>
            <a:r>
              <a:rPr lang="en-US" dirty="0">
                <a:latin typeface="Comfortaa" pitchFamily="2" charset="0"/>
              </a:rPr>
              <a:t>XML </a:t>
            </a:r>
            <a:r>
              <a:rPr lang="bg-BG" dirty="0">
                <a:latin typeface="Comfortaa" pitchFamily="2" charset="0"/>
              </a:rPr>
              <a:t>документите</a:t>
            </a:r>
            <a:endParaRPr lang="en-US" dirty="0">
              <a:latin typeface="Comfortaa" pitchFamily="2" charset="0"/>
            </a:endParaRPr>
          </a:p>
          <a:p>
            <a:r>
              <a:rPr lang="bg-BG" dirty="0">
                <a:latin typeface="Comfortaa" pitchFamily="2" charset="0"/>
              </a:rPr>
              <a:t>Компилиране на </a:t>
            </a:r>
            <a:r>
              <a:rPr lang="en-US" dirty="0">
                <a:latin typeface="Comfortaa" pitchFamily="2" charset="0"/>
              </a:rPr>
              <a:t>XML </a:t>
            </a:r>
            <a:r>
              <a:rPr lang="bg-BG" dirty="0">
                <a:latin typeface="Comfortaa" pitchFamily="2" charset="0"/>
              </a:rPr>
              <a:t>документацията</a:t>
            </a:r>
            <a:r>
              <a:rPr lang="en-US" dirty="0">
                <a:latin typeface="Comfortaa" pitchFamily="2" charset="0"/>
              </a:rPr>
              <a:t>:</a:t>
            </a:r>
          </a:p>
          <a:p>
            <a:pPr lvl="1"/>
            <a:r>
              <a:rPr lang="bg-BG" dirty="0">
                <a:latin typeface="Comfortaa" pitchFamily="2" charset="0"/>
              </a:rPr>
              <a:t>Компилирайте кода с опция </a:t>
            </a:r>
            <a:r>
              <a:rPr lang="en-US" dirty="0">
                <a:solidFill>
                  <a:schemeClr val="tx2">
                    <a:lumMod val="75000"/>
                  </a:schemeClr>
                </a:solidFill>
                <a:latin typeface="Comfortaa" pitchFamily="2" charset="0"/>
              </a:rPr>
              <a:t>/doc</a:t>
            </a:r>
            <a:r>
              <a:rPr lang="bg-BG" dirty="0">
                <a:latin typeface="Comfortaa" pitchFamily="2" charset="0"/>
              </a:rPr>
              <a:t>, за да извлечете </a:t>
            </a:r>
            <a:r>
              <a:rPr lang="en-US" dirty="0">
                <a:latin typeface="Comfortaa" pitchFamily="2" charset="0"/>
              </a:rPr>
              <a:t>XML </a:t>
            </a:r>
            <a:r>
              <a:rPr lang="bg-BG" dirty="0">
                <a:latin typeface="Comfortaa" pitchFamily="2" charset="0"/>
              </a:rPr>
              <a:t>документ във външен </a:t>
            </a:r>
            <a:r>
              <a:rPr lang="en-US" dirty="0">
                <a:latin typeface="Comfortaa" pitchFamily="2" charset="0"/>
              </a:rPr>
              <a:t>XML </a:t>
            </a:r>
            <a:r>
              <a:rPr lang="bg-BG" dirty="0">
                <a:latin typeface="Comfortaa" pitchFamily="2" charset="0"/>
              </a:rPr>
              <a:t>файл</a:t>
            </a:r>
            <a:endParaRPr lang="en-US" dirty="0">
              <a:latin typeface="Comfortaa" pitchFamily="2" charset="0"/>
            </a:endParaRPr>
          </a:p>
          <a:p>
            <a:pPr lvl="1"/>
            <a:r>
              <a:rPr lang="bg-BG" dirty="0">
                <a:latin typeface="Comfortaa" pitchFamily="2" charset="0"/>
              </a:rPr>
              <a:t>Ползвайте </a:t>
            </a:r>
            <a:r>
              <a:rPr lang="en-US" dirty="0">
                <a:latin typeface="Comfortaa" pitchFamily="2" charset="0"/>
                <a:hlinkClick r:id="rId2"/>
              </a:rPr>
              <a:t>Sandcastle</a:t>
            </a:r>
            <a:r>
              <a:rPr lang="en-US" dirty="0">
                <a:latin typeface="Comfortaa" pitchFamily="2" charset="0"/>
              </a:rPr>
              <a:t> </a:t>
            </a:r>
            <a:r>
              <a:rPr lang="bg-BG" dirty="0">
                <a:latin typeface="Comfortaa" pitchFamily="2" charset="0"/>
              </a:rPr>
              <a:t>или друг инструмент да генерирате </a:t>
            </a:r>
            <a:r>
              <a:rPr lang="en-US" dirty="0">
                <a:latin typeface="Comfortaa" pitchFamily="2" charset="0"/>
              </a:rPr>
              <a:t>CHM / PDF / HTML / </a:t>
            </a:r>
            <a:r>
              <a:rPr lang="bg-BG" dirty="0">
                <a:latin typeface="Comfortaa" pitchFamily="2" charset="0"/>
              </a:rPr>
              <a:t>друг </a:t>
            </a:r>
            <a:r>
              <a:rPr lang="en-US" dirty="0">
                <a:latin typeface="Comfortaa" pitchFamily="2" charset="0"/>
              </a:rPr>
              <a:t>MSDN</a:t>
            </a:r>
            <a:r>
              <a:rPr lang="bg-BG" dirty="0">
                <a:latin typeface="Comfortaa" pitchFamily="2" charset="0"/>
              </a:rPr>
              <a:t> стил на документация</a:t>
            </a:r>
            <a:endParaRPr lang="en-US" dirty="0">
              <a:latin typeface="Comfortaa" pitchFamily="2" charset="0"/>
            </a:endParaRPr>
          </a:p>
          <a:p>
            <a:pPr lvl="2"/>
            <a:r>
              <a:rPr lang="bg-BG" dirty="0">
                <a:latin typeface="Comfortaa" pitchFamily="2" charset="0"/>
              </a:rPr>
              <a:t>Пример</a:t>
            </a:r>
            <a:r>
              <a:rPr lang="en-US" dirty="0">
                <a:latin typeface="Comfortaa" pitchFamily="2" charset="0"/>
              </a:rPr>
              <a:t>: </a:t>
            </a:r>
            <a:r>
              <a:rPr lang="en-US" dirty="0">
                <a:latin typeface="Comfortaa" pitchFamily="2" charset="0"/>
                <a:hlinkClick r:id="rId3"/>
              </a:rPr>
              <a:t>http://www.ewoodruff.us/shfbdocs/</a:t>
            </a:r>
            <a:endParaRPr lang="en-US" dirty="0">
              <a:latin typeface="Comfortaa" pitchFamily="2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omfortaa" pitchFamily="2" charset="0"/>
              </a:rPr>
              <a:t>XML </a:t>
            </a:r>
            <a:r>
              <a:rPr lang="bg-BG" dirty="0">
                <a:latin typeface="Comfortaa" pitchFamily="2" charset="0"/>
              </a:rPr>
              <a:t>документация</a:t>
            </a:r>
            <a:endParaRPr lang="en-US" dirty="0">
              <a:latin typeface="Comforta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280529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r>
              <a:rPr lang="bg-BG" dirty="0">
                <a:latin typeface="Comfortaa" pitchFamily="2" charset="0"/>
              </a:rPr>
              <a:t>Писане на коментари</a:t>
            </a:r>
            <a:endParaRPr lang="en-US" dirty="0">
              <a:latin typeface="Comfortaa" pitchFamily="2" charset="0"/>
            </a:endParaRPr>
          </a:p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r>
              <a:rPr lang="bg-BG" dirty="0">
                <a:latin typeface="Comfortaa" pitchFamily="2" charset="0"/>
              </a:rPr>
              <a:t>Съвети за коментиране</a:t>
            </a:r>
            <a:endParaRPr lang="en-US" dirty="0">
              <a:latin typeface="Comfortaa" pitchFamily="2" charset="0"/>
            </a:endParaRPr>
          </a:p>
          <a:p>
            <a:pPr marL="761946" lvl="1" indent="-457200"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Убедете се, че поясняват кода</a:t>
            </a:r>
            <a:endParaRPr lang="en-US" dirty="0">
              <a:latin typeface="Comfortaa" pitchFamily="2" charset="0"/>
            </a:endParaRPr>
          </a:p>
          <a:p>
            <a:pPr marL="761946" lvl="1" indent="-457200"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Убедете се, че не повтарят кода</a:t>
            </a:r>
            <a:endParaRPr lang="en-US" dirty="0">
              <a:latin typeface="Comfortaa" pitchFamily="2" charset="0"/>
            </a:endParaRPr>
          </a:p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r>
              <a:rPr lang="bg-BG" dirty="0" err="1">
                <a:latin typeface="Comfortaa" pitchFamily="2" charset="0"/>
              </a:rPr>
              <a:t>Самоописателен</a:t>
            </a:r>
            <a:r>
              <a:rPr lang="bg-BG" dirty="0">
                <a:latin typeface="Comfortaa" pitchFamily="2" charset="0"/>
              </a:rPr>
              <a:t> код</a:t>
            </a:r>
            <a:endParaRPr lang="en-US" dirty="0">
              <a:latin typeface="Comfortaa" pitchFamily="2" charset="0"/>
            </a:endParaRPr>
          </a:p>
          <a:p>
            <a:pPr marL="761946" lvl="1" indent="-457200">
              <a:lnSpc>
                <a:spcPct val="100000"/>
              </a:lnSpc>
            </a:pPr>
            <a:r>
              <a:rPr lang="bg-BG" dirty="0" err="1">
                <a:latin typeface="Comfortaa" pitchFamily="2" charset="0"/>
              </a:rPr>
              <a:t>Самоописателният</a:t>
            </a:r>
            <a:r>
              <a:rPr lang="bg-BG" dirty="0">
                <a:latin typeface="Comfortaa" pitchFamily="2" charset="0"/>
              </a:rPr>
              <a:t> код не е извинение да прескочите писането на коментари където е необходимо</a:t>
            </a:r>
            <a:endParaRPr lang="en-US" dirty="0">
              <a:latin typeface="Comfortaa" pitchFamily="2" charset="0"/>
            </a:endParaRPr>
          </a:p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r>
              <a:rPr lang="en-US" dirty="0">
                <a:latin typeface="Comfortaa" pitchFamily="2" charset="0"/>
              </a:rPr>
              <a:t>XML </a:t>
            </a:r>
            <a:r>
              <a:rPr lang="bg-BG" dirty="0">
                <a:latin typeface="Comfortaa" pitchFamily="2" charset="0"/>
              </a:rPr>
              <a:t>документация</a:t>
            </a:r>
            <a:endParaRPr lang="en-US" dirty="0">
              <a:latin typeface="Comfortaa" pitchFamily="2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>
                <a:latin typeface="Comfortaa" pitchFamily="2" charset="0"/>
              </a:rPr>
              <a:t>Обобщение</a:t>
            </a:r>
            <a:endParaRPr lang="en-US" dirty="0">
              <a:latin typeface="Comforta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655358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3" descr="Icon&#10;&#10;Description automatically generated with medium confidence">
            <a:extLst>
              <a:ext uri="{FF2B5EF4-FFF2-40B4-BE49-F238E27FC236}">
                <a16:creationId xmlns:a16="http://schemas.microsoft.com/office/drawing/2014/main" id="{09547CF4-B25A-F864-DA65-5C7F1F83C4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352" y="83713"/>
            <a:ext cx="1575455" cy="157545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>
            <a:extLst>
              <a:ext uri="{FF2B5EF4-FFF2-40B4-BE49-F238E27FC236}">
                <a16:creationId xmlns:a16="http://schemas.microsoft.com/office/drawing/2014/main" id="{A303128A-0EF3-84BD-F9ED-2E6316CD08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4792" y="83713"/>
            <a:ext cx="1699472" cy="14146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4EB993A-D432-5177-9922-4D00100F74D8}"/>
              </a:ext>
            </a:extLst>
          </p:cNvPr>
          <p:cNvSpPr txBox="1"/>
          <p:nvPr/>
        </p:nvSpPr>
        <p:spPr>
          <a:xfrm>
            <a:off x="1734047" y="365284"/>
            <a:ext cx="472944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bg-B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Национална програма </a:t>
            </a:r>
            <a:endParaRPr lang="bg-BG" dirty="0">
              <a:solidFill>
                <a:schemeClr val="tx1"/>
              </a:solidFill>
              <a:effectLst/>
              <a:latin typeface="Comfortaa" pitchFamily="2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"</a:t>
            </a:r>
            <a:r>
              <a:rPr lang="bg-B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Обучение за ИТ умения и кариера</a:t>
            </a:r>
            <a:r>
              <a:rPr lang="en-US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"</a:t>
            </a:r>
            <a:endParaRPr lang="bg-BG" dirty="0">
              <a:solidFill>
                <a:schemeClr val="tx1"/>
              </a:solidFill>
              <a:effectLst/>
              <a:latin typeface="Comfortaa" pitchFamily="2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  <a:tabLst>
                <a:tab pos="2865755" algn="ctr"/>
                <a:tab pos="5731510" algn="r"/>
              </a:tabLst>
            </a:pPr>
            <a:r>
              <a:rPr lang="bg-BG" u="sng" dirty="0"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https://it-kariera.mon.bg</a:t>
            </a:r>
            <a:endParaRPr lang="bg-BG" dirty="0">
              <a:solidFill>
                <a:schemeClr val="tx1"/>
              </a:solidFill>
              <a:effectLst/>
              <a:latin typeface="Comfortaa" pitchFamily="2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22BFFF-21D1-37C4-D08A-94EDDBB11DD9}"/>
              </a:ext>
            </a:extLst>
          </p:cNvPr>
          <p:cNvSpPr txBox="1"/>
          <p:nvPr/>
        </p:nvSpPr>
        <p:spPr>
          <a:xfrm>
            <a:off x="6373448" y="365284"/>
            <a:ext cx="401710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bg-B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Министерството на образованието и науката</a:t>
            </a:r>
            <a:endParaRPr lang="bg-BG" dirty="0">
              <a:solidFill>
                <a:schemeClr val="tx1"/>
              </a:solidFill>
              <a:effectLst/>
              <a:latin typeface="Comfortaa" pitchFamily="2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marR="0" algn="r">
              <a:spcBef>
                <a:spcPts val="0"/>
              </a:spcBef>
              <a:spcAft>
                <a:spcPts val="0"/>
              </a:spcAft>
              <a:tabLst>
                <a:tab pos="2865755" algn="ctr"/>
                <a:tab pos="5731510" algn="r"/>
              </a:tabLst>
            </a:pPr>
            <a:r>
              <a:rPr lang="en-US" u="sn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</a:t>
            </a:r>
            <a:r>
              <a:rPr lang="bg-BG" u="sn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.</a:t>
            </a:r>
            <a:r>
              <a:rPr lang="en-US" u="sn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mon.bg</a:t>
            </a:r>
            <a:endParaRPr lang="bg-BG" dirty="0">
              <a:latin typeface="Comfortaa" pitchFamily="2" charset="0"/>
            </a:endParaRPr>
          </a:p>
        </p:txBody>
      </p:sp>
      <p:pic>
        <p:nvPicPr>
          <p:cNvPr id="2" name="Logo CC-BY-NC-SA">
            <a:hlinkClick r:id="rId5"/>
            <a:extLst>
              <a:ext uri="{FF2B5EF4-FFF2-40B4-BE49-F238E27FC236}">
                <a16:creationId xmlns:a16="http://schemas.microsoft.com/office/drawing/2014/main" id="{39F87C09-7AAD-A59F-33F5-8BECE165CB0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87447" y="2650021"/>
            <a:ext cx="4017104" cy="144081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DBEA407-2EEF-D82D-ADB6-D20902F79FA2}"/>
              </a:ext>
            </a:extLst>
          </p:cNvPr>
          <p:cNvSpPr txBox="1"/>
          <p:nvPr/>
        </p:nvSpPr>
        <p:spPr>
          <a:xfrm>
            <a:off x="262246" y="5452243"/>
            <a:ext cx="1166750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bg-BG" sz="1800" dirty="0">
                <a:latin typeface="Comfortaa" pitchFamily="2" charset="0"/>
              </a:rPr>
              <a:t>Документът е разработен за нуждите на Национална програма "Обучение за ИТ умения и кариера" на Министерството на образованието и науката (МОН)</a:t>
            </a:r>
            <a:r>
              <a:rPr lang="en-US" sz="1800" dirty="0">
                <a:latin typeface="Comfortaa" pitchFamily="2" charset="0"/>
              </a:rPr>
              <a:t> </a:t>
            </a:r>
            <a:r>
              <a:rPr lang="bg-BG" sz="1800" dirty="0">
                <a:latin typeface="Comfortaa" pitchFamily="2" charset="0"/>
              </a:rPr>
              <a:t>и се разпространява под свободен лиценз CC-BY-NC-SA (</a:t>
            </a:r>
            <a:r>
              <a:rPr lang="bg-BG" sz="1800" dirty="0" err="1">
                <a:latin typeface="Comfortaa" pitchFamily="2" charset="0"/>
              </a:rPr>
              <a:t>Creative</a:t>
            </a:r>
            <a:r>
              <a:rPr lang="bg-BG" sz="1800" dirty="0">
                <a:latin typeface="Comfortaa" pitchFamily="2" charset="0"/>
              </a:rPr>
              <a:t> </a:t>
            </a:r>
            <a:r>
              <a:rPr lang="bg-BG" sz="1800" dirty="0" err="1">
                <a:latin typeface="Comfortaa" pitchFamily="2" charset="0"/>
              </a:rPr>
              <a:t>Commons</a:t>
            </a:r>
            <a:r>
              <a:rPr lang="bg-BG" sz="1800" dirty="0">
                <a:latin typeface="Comfortaa" pitchFamily="2" charset="0"/>
              </a:rPr>
              <a:t> </a:t>
            </a:r>
            <a:r>
              <a:rPr lang="bg-BG" sz="1800" dirty="0" err="1">
                <a:latin typeface="Comfortaa" pitchFamily="2" charset="0"/>
              </a:rPr>
              <a:t>Attribution-Non-Commercial-Share-Alike</a:t>
            </a:r>
            <a:r>
              <a:rPr lang="bg-BG" sz="1800" dirty="0">
                <a:latin typeface="Comfortaa" pitchFamily="2" charset="0"/>
              </a:rPr>
              <a:t> 4.0 International).</a:t>
            </a: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12413446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113</TotalTime>
  <Words>2553</Words>
  <Application>Microsoft Office PowerPoint</Application>
  <PresentationFormat>Widescreen</PresentationFormat>
  <Paragraphs>414</Paragraphs>
  <Slides>32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8" baseType="lpstr">
      <vt:lpstr>Arial</vt:lpstr>
      <vt:lpstr>Calibri</vt:lpstr>
      <vt:lpstr>Calibri Light</vt:lpstr>
      <vt:lpstr>Comfortaa</vt:lpstr>
      <vt:lpstr>Consolas</vt:lpstr>
      <vt:lpstr>Office Theme</vt:lpstr>
      <vt:lpstr>Документиране и коментиране на кода</vt:lpstr>
      <vt:lpstr>Съдържание</vt:lpstr>
      <vt:lpstr>Какво е проектна документация?</vt:lpstr>
      <vt:lpstr>Стил на програмиране</vt:lpstr>
      <vt:lpstr>Промер за лоши коментари [1/2]</vt:lpstr>
      <vt:lpstr>Промер за лоши коментари [2/2]</vt:lpstr>
      <vt:lpstr>Пример за самоописателен код [1/2]</vt:lpstr>
      <vt:lpstr>Пример за самоописателен код [2/2]</vt:lpstr>
      <vt:lpstr>Пример за лош стил на програмиране</vt:lpstr>
      <vt:lpstr>Пример за добър стил на програмиране</vt:lpstr>
      <vt:lpstr>Самоописателен код</vt:lpstr>
      <vt:lpstr>Списък с напомняния за самоописателен код [1/3]</vt:lpstr>
      <vt:lpstr>Списък с напомняния за самоописателен код [2/3]</vt:lpstr>
      <vt:lpstr>Списък с напомняния за самоописателен код [3/3]</vt:lpstr>
      <vt:lpstr>Ефективни коментари [1/4]</vt:lpstr>
      <vt:lpstr>Ефективни коментари [2/4]</vt:lpstr>
      <vt:lpstr>Ефективни коментари [3/4]</vt:lpstr>
      <vt:lpstr>Ефективни коментари [4/4]</vt:lpstr>
      <vt:lpstr>Ключови аспекти на ефективното коментиране [1/5]</vt:lpstr>
      <vt:lpstr>Ключови аспекти на ефективното коментиране [2/5]</vt:lpstr>
      <vt:lpstr>Ключови аспекти на ефективното коментиране [3/5]</vt:lpstr>
      <vt:lpstr>Ключови аспекти на ефективното коментиране [4/5]</vt:lpstr>
      <vt:lpstr>Ключови аспекти на ефективното коментиране [5/5]</vt:lpstr>
      <vt:lpstr>Съвети за документация от по-високо ниво</vt:lpstr>
      <vt:lpstr>Оправдания и провали в документацията</vt:lpstr>
      <vt:lpstr>XML документация</vt:lpstr>
      <vt:lpstr>XML тагове за документация [1/2]</vt:lpstr>
      <vt:lpstr>XML тагове за документация [2/2]</vt:lpstr>
      <vt:lpstr>Пример за XML документация</vt:lpstr>
      <vt:lpstr>XML документация</vt:lpstr>
      <vt:lpstr>Обобщение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Димитър Минчев</dc:creator>
  <cp:lastModifiedBy>Димитър Минчев</cp:lastModifiedBy>
  <cp:revision>10</cp:revision>
  <dcterms:created xsi:type="dcterms:W3CDTF">2022-08-09T09:25:46Z</dcterms:created>
  <dcterms:modified xsi:type="dcterms:W3CDTF">2023-02-21T22:58:49Z</dcterms:modified>
</cp:coreProperties>
</file>