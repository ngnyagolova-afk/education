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4"/>
  </p:notesMasterIdLst>
  <p:sldIdLst>
    <p:sldId id="258" r:id="rId2"/>
    <p:sldId id="571" r:id="rId3"/>
    <p:sldId id="475" r:id="rId4"/>
    <p:sldId id="476" r:id="rId5"/>
    <p:sldId id="477" r:id="rId6"/>
    <p:sldId id="478" r:id="rId7"/>
    <p:sldId id="479" r:id="rId8"/>
    <p:sldId id="480" r:id="rId9"/>
    <p:sldId id="481" r:id="rId10"/>
    <p:sldId id="482" r:id="rId11"/>
    <p:sldId id="483" r:id="rId12"/>
    <p:sldId id="484" r:id="rId13"/>
    <p:sldId id="485" r:id="rId14"/>
    <p:sldId id="486" r:id="rId15"/>
    <p:sldId id="488" r:id="rId16"/>
    <p:sldId id="489" r:id="rId17"/>
    <p:sldId id="490" r:id="rId18"/>
    <p:sldId id="491" r:id="rId19"/>
    <p:sldId id="492" r:id="rId20"/>
    <p:sldId id="493" r:id="rId21"/>
    <p:sldId id="494" r:id="rId22"/>
    <p:sldId id="495" r:id="rId23"/>
    <p:sldId id="496" r:id="rId24"/>
    <p:sldId id="497" r:id="rId25"/>
    <p:sldId id="510" r:id="rId26"/>
    <p:sldId id="499" r:id="rId27"/>
    <p:sldId id="500" r:id="rId28"/>
    <p:sldId id="501" r:id="rId29"/>
    <p:sldId id="502" r:id="rId30"/>
    <p:sldId id="503" r:id="rId31"/>
    <p:sldId id="514" r:id="rId32"/>
    <p:sldId id="57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510"/>
            <p14:sldId id="499"/>
            <p14:sldId id="500"/>
            <p14:sldId id="501"/>
            <p14:sldId id="502"/>
            <p14:sldId id="503"/>
            <p14:sldId id="514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D5908-63ED-4A09-B8A1-3A74B015268E}" v="98" dt="2023-02-21T22:57:45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A6AD5908-63ED-4A09-B8A1-3A74B015268E}"/>
    <pc:docChg chg="undo custSel addSld modSld">
      <pc:chgData name="Димитър Минчев" userId="6da192e4-d32c-454b-8615-bbadf07b6639" providerId="ADAL" clId="{A6AD5908-63ED-4A09-B8A1-3A74B015268E}" dt="2023-02-21T22:58:44.762" v="647" actId="14100"/>
      <pc:docMkLst>
        <pc:docMk/>
      </pc:docMkLst>
      <pc:sldChg chg="modSp mod">
        <pc:chgData name="Димитър Минчев" userId="6da192e4-d32c-454b-8615-bbadf07b6639" providerId="ADAL" clId="{A6AD5908-63ED-4A09-B8A1-3A74B015268E}" dt="2023-02-21T22:29:21.924" v="2"/>
        <pc:sldMkLst>
          <pc:docMk/>
          <pc:sldMk cId="2386959723" sldId="258"/>
        </pc:sldMkLst>
        <pc:spChg chg="mod">
          <ac:chgData name="Димитър Минчев" userId="6da192e4-d32c-454b-8615-bbadf07b6639" providerId="ADAL" clId="{A6AD5908-63ED-4A09-B8A1-3A74B015268E}" dt="2023-02-21T22:29:14.516" v="1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A6AD5908-63ED-4A09-B8A1-3A74B015268E}" dt="2023-02-21T22:29:21.924" v="2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29:56.623" v="16" actId="2711"/>
        <pc:sldMkLst>
          <pc:docMk/>
          <pc:sldMk cId="3216169122" sldId="475"/>
        </pc:sldMkLst>
        <pc:spChg chg="mod">
          <ac:chgData name="Димитър Минчев" userId="6da192e4-d32c-454b-8615-bbadf07b6639" providerId="ADAL" clId="{A6AD5908-63ED-4A09-B8A1-3A74B015268E}" dt="2023-02-21T22:29:56.623" v="16" actId="2711"/>
          <ac:spMkLst>
            <pc:docMk/>
            <pc:sldMk cId="3216169122" sldId="47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29:56.623" v="16" actId="2711"/>
          <ac:spMkLst>
            <pc:docMk/>
            <pc:sldMk cId="3216169122" sldId="47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29:51.735" v="15" actId="478"/>
          <ac:spMkLst>
            <pc:docMk/>
            <pc:sldMk cId="3216169122" sldId="475"/>
            <ac:spMk id="6" creationId="{D2112313-A620-4BA6-B216-D806B303D44C}"/>
          </ac:spMkLst>
        </pc:spChg>
        <pc:picChg chg="del">
          <ac:chgData name="Димитър Минчев" userId="6da192e4-d32c-454b-8615-bbadf07b6639" providerId="ADAL" clId="{A6AD5908-63ED-4A09-B8A1-3A74B015268E}" dt="2023-02-21T22:29:49.527" v="14" actId="478"/>
          <ac:picMkLst>
            <pc:docMk/>
            <pc:sldMk cId="3216169122" sldId="475"/>
            <ac:picMk id="102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AD5908-63ED-4A09-B8A1-3A74B015268E}" dt="2023-02-21T22:30:04.159" v="19" actId="478"/>
        <pc:sldMkLst>
          <pc:docMk/>
          <pc:sldMk cId="1037253562" sldId="476"/>
        </pc:sldMkLst>
        <pc:spChg chg="mod">
          <ac:chgData name="Димитър Минчев" userId="6da192e4-d32c-454b-8615-bbadf07b6639" providerId="ADAL" clId="{A6AD5908-63ED-4A09-B8A1-3A74B015268E}" dt="2023-02-21T22:30:01.121" v="17" actId="2711"/>
          <ac:spMkLst>
            <pc:docMk/>
            <pc:sldMk cId="1037253562" sldId="47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0:01.121" v="17" actId="2711"/>
          <ac:spMkLst>
            <pc:docMk/>
            <pc:sldMk cId="1037253562" sldId="47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0:04.159" v="19" actId="478"/>
          <ac:spMkLst>
            <pc:docMk/>
            <pc:sldMk cId="1037253562" sldId="476"/>
            <ac:spMk id="6" creationId="{5F148218-219C-4FEA-9893-F6401FE23402}"/>
          </ac:spMkLst>
        </pc:spChg>
        <pc:picChg chg="del">
          <ac:chgData name="Димитър Минчев" userId="6da192e4-d32c-454b-8615-bbadf07b6639" providerId="ADAL" clId="{A6AD5908-63ED-4A09-B8A1-3A74B015268E}" dt="2023-02-21T22:30:03.089" v="18" actId="478"/>
          <ac:picMkLst>
            <pc:docMk/>
            <pc:sldMk cId="1037253562" sldId="476"/>
            <ac:picMk id="205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AD5908-63ED-4A09-B8A1-3A74B015268E}" dt="2023-02-21T22:32:45.121" v="129" actId="1076"/>
        <pc:sldMkLst>
          <pc:docMk/>
          <pc:sldMk cId="3252205145" sldId="477"/>
        </pc:sldMkLst>
        <pc:spChg chg="mod">
          <ac:chgData name="Димитър Минчев" userId="6da192e4-d32c-454b-8615-bbadf07b6639" providerId="ADAL" clId="{A6AD5908-63ED-4A09-B8A1-3A74B015268E}" dt="2023-02-21T22:31:24.542" v="72" actId="404"/>
          <ac:spMkLst>
            <pc:docMk/>
            <pc:sldMk cId="3252205145" sldId="47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1:15.030" v="69" actId="207"/>
          <ac:spMkLst>
            <pc:docMk/>
            <pc:sldMk cId="3252205145" sldId="477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2:45.121" v="129" actId="1076"/>
          <ac:spMkLst>
            <pc:docMk/>
            <pc:sldMk cId="3252205145" sldId="477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1:18.863" v="71" actId="478"/>
          <ac:spMkLst>
            <pc:docMk/>
            <pc:sldMk cId="3252205145" sldId="477"/>
            <ac:spMk id="7" creationId="{F7F5CBBD-3EC8-441D-9B81-F8CEAABD47EF}"/>
          </ac:spMkLst>
        </pc:spChg>
        <pc:picChg chg="mod">
          <ac:chgData name="Димитър Минчев" userId="6da192e4-d32c-454b-8615-bbadf07b6639" providerId="ADAL" clId="{A6AD5908-63ED-4A09-B8A1-3A74B015268E}" dt="2023-02-21T22:31:17.273" v="70" actId="1076"/>
          <ac:picMkLst>
            <pc:docMk/>
            <pc:sldMk cId="3252205145" sldId="477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AD5908-63ED-4A09-B8A1-3A74B015268E}" dt="2023-02-21T22:31:59.497" v="84" actId="207"/>
        <pc:sldMkLst>
          <pc:docMk/>
          <pc:sldMk cId="1903255428" sldId="478"/>
        </pc:sldMkLst>
        <pc:spChg chg="del">
          <ac:chgData name="Димитър Минчев" userId="6da192e4-d32c-454b-8615-bbadf07b6639" providerId="ADAL" clId="{A6AD5908-63ED-4A09-B8A1-3A74B015268E}" dt="2023-02-21T22:31:30.184" v="73" actId="478"/>
          <ac:spMkLst>
            <pc:docMk/>
            <pc:sldMk cId="1903255428" sldId="478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31:32.053" v="74" actId="478"/>
          <ac:spMkLst>
            <pc:docMk/>
            <pc:sldMk cId="1903255428" sldId="478"/>
            <ac:spMk id="4" creationId="{2EA646D1-E442-18A7-614C-2C6A4F24156C}"/>
          </ac:spMkLst>
        </pc:spChg>
        <pc:spChg chg="mod">
          <ac:chgData name="Димитър Минчев" userId="6da192e4-d32c-454b-8615-bbadf07b6639" providerId="ADAL" clId="{A6AD5908-63ED-4A09-B8A1-3A74B015268E}" dt="2023-02-21T22:31:59.497" v="84" actId="207"/>
          <ac:spMkLst>
            <pc:docMk/>
            <pc:sldMk cId="1903255428" sldId="478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1:42.214" v="80" actId="478"/>
          <ac:spMkLst>
            <pc:docMk/>
            <pc:sldMk cId="1903255428" sldId="478"/>
            <ac:spMk id="7" creationId="{8B20A4CF-D49D-41EF-AB3A-1C9135C6DB7A}"/>
          </ac:spMkLst>
        </pc:spChg>
        <pc:spChg chg="add mod">
          <ac:chgData name="Димитър Минчев" userId="6da192e4-d32c-454b-8615-bbadf07b6639" providerId="ADAL" clId="{A6AD5908-63ED-4A09-B8A1-3A74B015268E}" dt="2023-02-21T22:31:36.291" v="77" actId="20577"/>
          <ac:spMkLst>
            <pc:docMk/>
            <pc:sldMk cId="1903255428" sldId="478"/>
            <ac:spMk id="8" creationId="{DC1C72D5-5232-E951-1443-64CC98F16166}"/>
          </ac:spMkLst>
        </pc:spChg>
        <pc:picChg chg="mod">
          <ac:chgData name="Димитър Минчев" userId="6da192e4-d32c-454b-8615-bbadf07b6639" providerId="ADAL" clId="{A6AD5908-63ED-4A09-B8A1-3A74B015268E}" dt="2023-02-21T22:31:40.840" v="79" actId="1076"/>
          <ac:picMkLst>
            <pc:docMk/>
            <pc:sldMk cId="1903255428" sldId="478"/>
            <ac:picMk id="6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A6AD5908-63ED-4A09-B8A1-3A74B015268E}" dt="2023-02-21T22:36:27.925" v="206"/>
        <pc:sldMkLst>
          <pc:docMk/>
          <pc:sldMk cId="660971567" sldId="479"/>
        </pc:sldMkLst>
        <pc:spChg chg="mod">
          <ac:chgData name="Димитър Минчев" userId="6da192e4-d32c-454b-8615-bbadf07b6639" providerId="ADAL" clId="{A6AD5908-63ED-4A09-B8A1-3A74B015268E}" dt="2023-02-21T22:33:26.302" v="157" actId="27636"/>
          <ac:spMkLst>
            <pc:docMk/>
            <pc:sldMk cId="660971567" sldId="479"/>
            <ac:spMk id="2" creationId="{00000000-0000-0000-0000-000000000000}"/>
          </ac:spMkLst>
        </pc:spChg>
        <pc:spChg chg="add mod">
          <ac:chgData name="Димитър Минчев" userId="6da192e4-d32c-454b-8615-bbadf07b6639" providerId="ADAL" clId="{A6AD5908-63ED-4A09-B8A1-3A74B015268E}" dt="2023-02-21T22:34:21.258" v="171" actId="1076"/>
          <ac:spMkLst>
            <pc:docMk/>
            <pc:sldMk cId="660971567" sldId="479"/>
            <ac:spMk id="3" creationId="{E2755F9B-A68A-43A7-9247-2C2E17F47F99}"/>
          </ac:spMkLst>
        </pc:spChg>
        <pc:spChg chg="mod">
          <ac:chgData name="Димитър Минчев" userId="6da192e4-d32c-454b-8615-bbadf07b6639" providerId="ADAL" clId="{A6AD5908-63ED-4A09-B8A1-3A74B015268E}" dt="2023-02-21T22:33:45.510" v="161" actId="207"/>
          <ac:spMkLst>
            <pc:docMk/>
            <pc:sldMk cId="660971567" sldId="479"/>
            <ac:spMk id="5" creationId="{00000000-0000-0000-0000-000000000000}"/>
          </ac:spMkLst>
        </pc:spChg>
        <pc:spChg chg="del">
          <ac:chgData name="Димитър Минчев" userId="6da192e4-d32c-454b-8615-bbadf07b6639" providerId="ADAL" clId="{A6AD5908-63ED-4A09-B8A1-3A74B015268E}" dt="2023-02-21T22:33:34.621" v="159" actId="478"/>
          <ac:spMkLst>
            <pc:docMk/>
            <pc:sldMk cId="660971567" sldId="479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6:01.528" v="200" actId="1076"/>
          <ac:spMkLst>
            <pc:docMk/>
            <pc:sldMk cId="660971567" sldId="479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4:25.113" v="172" actId="478"/>
          <ac:spMkLst>
            <pc:docMk/>
            <pc:sldMk cId="660971567" sldId="479"/>
            <ac:spMk id="8" creationId="{8DCBFB03-3F96-48A2-9921-92BE64BDD998}"/>
          </ac:spMkLst>
        </pc:spChg>
        <pc:picChg chg="mod">
          <ac:chgData name="Димитър Минчев" userId="6da192e4-d32c-454b-8615-bbadf07b6639" providerId="ADAL" clId="{A6AD5908-63ED-4A09-B8A1-3A74B015268E}" dt="2023-02-21T22:36:04.950" v="201" actId="1076"/>
          <ac:picMkLst>
            <pc:docMk/>
            <pc:sldMk cId="660971567" sldId="479"/>
            <ac:picMk id="9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A6AD5908-63ED-4A09-B8A1-3A74B015268E}" dt="2023-02-21T22:36:22.733" v="205" actId="478"/>
        <pc:sldMkLst>
          <pc:docMk/>
          <pc:sldMk cId="2616746854" sldId="480"/>
        </pc:sldMkLst>
        <pc:spChg chg="del">
          <ac:chgData name="Димитър Минчев" userId="6da192e4-d32c-454b-8615-bbadf07b6639" providerId="ADAL" clId="{A6AD5908-63ED-4A09-B8A1-3A74B015268E}" dt="2023-02-21T22:34:28.617" v="173" actId="478"/>
          <ac:spMkLst>
            <pc:docMk/>
            <pc:sldMk cId="2616746854" sldId="480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34:30.321" v="174" actId="478"/>
          <ac:spMkLst>
            <pc:docMk/>
            <pc:sldMk cId="2616746854" sldId="480"/>
            <ac:spMk id="4" creationId="{1D4DD4F2-48F9-A464-023B-B162AE696222}"/>
          </ac:spMkLst>
        </pc:spChg>
        <pc:spChg chg="mod">
          <ac:chgData name="Димитър Минчев" userId="6da192e4-d32c-454b-8615-bbadf07b6639" providerId="ADAL" clId="{A6AD5908-63ED-4A09-B8A1-3A74B015268E}" dt="2023-02-21T22:36:14.423" v="203" actId="207"/>
          <ac:spMkLst>
            <pc:docMk/>
            <pc:sldMk cId="2616746854" sldId="48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5:12.288" v="190" actId="14100"/>
          <ac:spMkLst>
            <pc:docMk/>
            <pc:sldMk cId="2616746854" sldId="48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5:16.409" v="191" actId="1076"/>
          <ac:spMkLst>
            <pc:docMk/>
            <pc:sldMk cId="2616746854" sldId="480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6:22.733" v="205" actId="478"/>
          <ac:spMkLst>
            <pc:docMk/>
            <pc:sldMk cId="2616746854" sldId="480"/>
            <ac:spMk id="9" creationId="{E1B206F1-6A9E-4270-8E0B-40BE431412DC}"/>
          </ac:spMkLst>
        </pc:spChg>
        <pc:spChg chg="add mod">
          <ac:chgData name="Димитър Минчев" userId="6da192e4-d32c-454b-8615-bbadf07b6639" providerId="ADAL" clId="{A6AD5908-63ED-4A09-B8A1-3A74B015268E}" dt="2023-02-21T22:34:33.966" v="177" actId="20577"/>
          <ac:spMkLst>
            <pc:docMk/>
            <pc:sldMk cId="2616746854" sldId="480"/>
            <ac:spMk id="10" creationId="{24B158CF-D8CA-1C05-E967-4FBB920FD5DF}"/>
          </ac:spMkLst>
        </pc:spChg>
        <pc:picChg chg="mod">
          <ac:chgData name="Димитър Минчев" userId="6da192e4-d32c-454b-8615-bbadf07b6639" providerId="ADAL" clId="{A6AD5908-63ED-4A09-B8A1-3A74B015268E}" dt="2023-02-21T22:36:08.800" v="202" actId="1076"/>
          <ac:picMkLst>
            <pc:docMk/>
            <pc:sldMk cId="2616746854" sldId="480"/>
            <ac:picMk id="8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A6AD5908-63ED-4A09-B8A1-3A74B015268E}" dt="2023-02-21T22:38:36.818" v="305" actId="478"/>
        <pc:sldMkLst>
          <pc:docMk/>
          <pc:sldMk cId="3472279762" sldId="481"/>
        </pc:sldMkLst>
        <pc:spChg chg="mod">
          <ac:chgData name="Димитър Минчев" userId="6da192e4-d32c-454b-8615-bbadf07b6639" providerId="ADAL" clId="{A6AD5908-63ED-4A09-B8A1-3A74B015268E}" dt="2023-02-21T22:36:59.597" v="242" actId="1076"/>
          <ac:spMkLst>
            <pc:docMk/>
            <pc:sldMk cId="3472279762" sldId="48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8:01.212" v="293" actId="207"/>
          <ac:spMkLst>
            <pc:docMk/>
            <pc:sldMk cId="3472279762" sldId="48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8:21.417" v="301" actId="14100"/>
          <ac:spMkLst>
            <pc:docMk/>
            <pc:sldMk cId="3472279762" sldId="481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8:36.818" v="305" actId="478"/>
          <ac:spMkLst>
            <pc:docMk/>
            <pc:sldMk cId="3472279762" sldId="481"/>
            <ac:spMk id="8" creationId="{46B5F76C-23F8-41A6-BF19-44D28E75ABB2}"/>
          </ac:spMkLst>
        </pc:spChg>
        <pc:picChg chg="mod">
          <ac:chgData name="Димитър Минчев" userId="6da192e4-d32c-454b-8615-bbadf07b6639" providerId="ADAL" clId="{A6AD5908-63ED-4A09-B8A1-3A74B015268E}" dt="2023-02-21T22:38:26.659" v="303" actId="1076"/>
          <ac:picMkLst>
            <pc:docMk/>
            <pc:sldMk cId="3472279762" sldId="481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AD5908-63ED-4A09-B8A1-3A74B015268E}" dt="2023-02-21T22:37:50.814" v="290" actId="478"/>
        <pc:sldMkLst>
          <pc:docMk/>
          <pc:sldMk cId="885439514" sldId="482"/>
        </pc:sldMkLst>
        <pc:spChg chg="mod">
          <ac:chgData name="Димитър Минчев" userId="6da192e4-d32c-454b-8615-bbadf07b6639" providerId="ADAL" clId="{A6AD5908-63ED-4A09-B8A1-3A74B015268E}" dt="2023-02-21T22:37:41.123" v="285" actId="404"/>
          <ac:spMkLst>
            <pc:docMk/>
            <pc:sldMk cId="885439514" sldId="48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7:48.129" v="288" actId="207"/>
          <ac:spMkLst>
            <pc:docMk/>
            <pc:sldMk cId="885439514" sldId="48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7:50.814" v="290" actId="478"/>
          <ac:spMkLst>
            <pc:docMk/>
            <pc:sldMk cId="885439514" sldId="482"/>
            <ac:spMk id="7" creationId="{FDCAFF8E-5F6C-4686-91F3-813834B33886}"/>
          </ac:spMkLst>
        </pc:spChg>
        <pc:picChg chg="mod">
          <ac:chgData name="Димитър Минчев" userId="6da192e4-d32c-454b-8615-bbadf07b6639" providerId="ADAL" clId="{A6AD5908-63ED-4A09-B8A1-3A74B015268E}" dt="2023-02-21T22:37:49.469" v="289" actId="1076"/>
          <ac:picMkLst>
            <pc:docMk/>
            <pc:sldMk cId="885439514" sldId="48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AD5908-63ED-4A09-B8A1-3A74B015268E}" dt="2023-02-21T22:39:26.545" v="319" actId="478"/>
        <pc:sldMkLst>
          <pc:docMk/>
          <pc:sldMk cId="1210350599" sldId="483"/>
        </pc:sldMkLst>
        <pc:spChg chg="mod">
          <ac:chgData name="Димитър Минчев" userId="6da192e4-d32c-454b-8615-bbadf07b6639" providerId="ADAL" clId="{A6AD5908-63ED-4A09-B8A1-3A74B015268E}" dt="2023-02-21T22:38:46.962" v="306" actId="2711"/>
          <ac:spMkLst>
            <pc:docMk/>
            <pc:sldMk cId="1210350599" sldId="48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8:59.433" v="309" actId="207"/>
          <ac:spMkLst>
            <pc:docMk/>
            <pc:sldMk cId="1210350599" sldId="48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9:24.360" v="318" actId="14100"/>
          <ac:spMkLst>
            <pc:docMk/>
            <pc:sldMk cId="1210350599" sldId="483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9:24.360" v="318" actId="14100"/>
          <ac:spMkLst>
            <pc:docMk/>
            <pc:sldMk cId="1210350599" sldId="483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39:24.360" v="318" actId="14100"/>
          <ac:spMkLst>
            <pc:docMk/>
            <pc:sldMk cId="1210350599" sldId="483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39:26.545" v="319" actId="478"/>
          <ac:spMkLst>
            <pc:docMk/>
            <pc:sldMk cId="1210350599" sldId="483"/>
            <ac:spMk id="10" creationId="{19435E9B-4298-45C9-B8D1-473D61F0CF8F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40:46.943" v="347" actId="478"/>
        <pc:sldMkLst>
          <pc:docMk/>
          <pc:sldMk cId="3603103234" sldId="484"/>
        </pc:sldMkLst>
        <pc:spChg chg="mod">
          <ac:chgData name="Димитър Минчев" userId="6da192e4-d32c-454b-8615-bbadf07b6639" providerId="ADAL" clId="{A6AD5908-63ED-4A09-B8A1-3A74B015268E}" dt="2023-02-21T22:40:16.058" v="335" actId="113"/>
          <ac:spMkLst>
            <pc:docMk/>
            <pc:sldMk cId="3603103234" sldId="48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0:22.444" v="337" actId="113"/>
          <ac:spMkLst>
            <pc:docMk/>
            <pc:sldMk cId="3603103234" sldId="48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40:46.943" v="347" actId="478"/>
          <ac:spMkLst>
            <pc:docMk/>
            <pc:sldMk cId="3603103234" sldId="484"/>
            <ac:spMk id="5" creationId="{0C64ED50-2E4D-4FF4-A6B9-4134663D9965}"/>
          </ac:spMkLst>
        </pc:spChg>
      </pc:sldChg>
      <pc:sldChg chg="addSp delSp modSp add mod">
        <pc:chgData name="Димитър Минчев" userId="6da192e4-d32c-454b-8615-bbadf07b6639" providerId="ADAL" clId="{A6AD5908-63ED-4A09-B8A1-3A74B015268E}" dt="2023-02-21T22:40:43.491" v="346" actId="478"/>
        <pc:sldMkLst>
          <pc:docMk/>
          <pc:sldMk cId="3716158922" sldId="485"/>
        </pc:sldMkLst>
        <pc:spChg chg="del">
          <ac:chgData name="Димитър Минчев" userId="6da192e4-d32c-454b-8615-bbadf07b6639" providerId="ADAL" clId="{A6AD5908-63ED-4A09-B8A1-3A74B015268E}" dt="2023-02-21T22:40:29.300" v="338" actId="478"/>
          <ac:spMkLst>
            <pc:docMk/>
            <pc:sldMk cId="3716158922" sldId="48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0:42.023" v="345" actId="207"/>
          <ac:spMkLst>
            <pc:docMk/>
            <pc:sldMk cId="3716158922" sldId="48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40:43.491" v="346" actId="478"/>
          <ac:spMkLst>
            <pc:docMk/>
            <pc:sldMk cId="3716158922" sldId="485"/>
            <ac:spMk id="5" creationId="{72BC8155-52AE-4B37-8A6E-37674EE0B089}"/>
          </ac:spMkLst>
        </pc:spChg>
        <pc:spChg chg="add del mod">
          <ac:chgData name="Димитър Минчев" userId="6da192e4-d32c-454b-8615-bbadf07b6639" providerId="ADAL" clId="{A6AD5908-63ED-4A09-B8A1-3A74B015268E}" dt="2023-02-21T22:40:30.726" v="339" actId="478"/>
          <ac:spMkLst>
            <pc:docMk/>
            <pc:sldMk cId="3716158922" sldId="485"/>
            <ac:spMk id="6" creationId="{DA2D2C4F-5655-A171-CDF4-84E2CE2858B1}"/>
          </ac:spMkLst>
        </pc:spChg>
        <pc:spChg chg="add mod">
          <ac:chgData name="Димитър Минчев" userId="6da192e4-d32c-454b-8615-bbadf07b6639" providerId="ADAL" clId="{A6AD5908-63ED-4A09-B8A1-3A74B015268E}" dt="2023-02-21T22:40:33.849" v="341" actId="20577"/>
          <ac:spMkLst>
            <pc:docMk/>
            <pc:sldMk cId="3716158922" sldId="485"/>
            <ac:spMk id="7" creationId="{40B7983E-5A22-9A56-8208-84E657DF6ECC}"/>
          </ac:spMkLst>
        </pc:spChg>
      </pc:sldChg>
      <pc:sldChg chg="addSp delSp modSp add mod">
        <pc:chgData name="Димитър Минчев" userId="6da192e4-d32c-454b-8615-bbadf07b6639" providerId="ADAL" clId="{A6AD5908-63ED-4A09-B8A1-3A74B015268E}" dt="2023-02-21T22:41:13.288" v="357" actId="478"/>
        <pc:sldMkLst>
          <pc:docMk/>
          <pc:sldMk cId="4133736496" sldId="486"/>
        </pc:sldMkLst>
        <pc:spChg chg="del">
          <ac:chgData name="Димитър Минчев" userId="6da192e4-d32c-454b-8615-bbadf07b6639" providerId="ADAL" clId="{A6AD5908-63ED-4A09-B8A1-3A74B015268E}" dt="2023-02-21T22:41:02.446" v="351" actId="478"/>
          <ac:spMkLst>
            <pc:docMk/>
            <pc:sldMk cId="4133736496" sldId="48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1:11.731" v="356" actId="207"/>
          <ac:spMkLst>
            <pc:docMk/>
            <pc:sldMk cId="4133736496" sldId="48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41:13.288" v="357" actId="478"/>
          <ac:spMkLst>
            <pc:docMk/>
            <pc:sldMk cId="4133736496" sldId="486"/>
            <ac:spMk id="5" creationId="{AB70FB48-3379-4B40-BE07-C067E34502E7}"/>
          </ac:spMkLst>
        </pc:spChg>
        <pc:spChg chg="add del mod">
          <ac:chgData name="Димитър Минчев" userId="6da192e4-d32c-454b-8615-bbadf07b6639" providerId="ADAL" clId="{A6AD5908-63ED-4A09-B8A1-3A74B015268E}" dt="2023-02-21T22:41:04.416" v="352" actId="478"/>
          <ac:spMkLst>
            <pc:docMk/>
            <pc:sldMk cId="4133736496" sldId="486"/>
            <ac:spMk id="6" creationId="{FA6F4C16-3813-AEAF-5ED7-414AE3F3DCFC}"/>
          </ac:spMkLst>
        </pc:spChg>
        <pc:spChg chg="add mod">
          <ac:chgData name="Димитър Минчев" userId="6da192e4-d32c-454b-8615-bbadf07b6639" providerId="ADAL" clId="{A6AD5908-63ED-4A09-B8A1-3A74B015268E}" dt="2023-02-21T22:41:07.912" v="354" actId="20577"/>
          <ac:spMkLst>
            <pc:docMk/>
            <pc:sldMk cId="4133736496" sldId="486"/>
            <ac:spMk id="7" creationId="{3335FDBE-A396-39EA-7577-9B92E96B8E9C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45:14.960" v="417" actId="20577"/>
        <pc:sldMkLst>
          <pc:docMk/>
          <pc:sldMk cId="3971902256" sldId="488"/>
        </pc:sldMkLst>
        <pc:spChg chg="mod">
          <ac:chgData name="Димитър Минчев" userId="6da192e4-d32c-454b-8615-bbadf07b6639" providerId="ADAL" clId="{A6AD5908-63ED-4A09-B8A1-3A74B015268E}" dt="2023-02-21T22:45:14.960" v="417" actId="20577"/>
          <ac:spMkLst>
            <pc:docMk/>
            <pc:sldMk cId="3971902256" sldId="48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1:38.854" v="360" actId="207"/>
          <ac:spMkLst>
            <pc:docMk/>
            <pc:sldMk cId="3971902256" sldId="48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41:44.089" v="361" actId="478"/>
          <ac:spMkLst>
            <pc:docMk/>
            <pc:sldMk cId="3971902256" sldId="488"/>
            <ac:spMk id="5" creationId="{2F1864A5-DB61-40DD-B381-13242C7228B4}"/>
          </ac:spMkLst>
        </pc:spChg>
      </pc:sldChg>
      <pc:sldChg chg="addSp delSp modSp add mod modAnim">
        <pc:chgData name="Димитър Минчев" userId="6da192e4-d32c-454b-8615-bbadf07b6639" providerId="ADAL" clId="{A6AD5908-63ED-4A09-B8A1-3A74B015268E}" dt="2023-02-21T22:45:18.331" v="419" actId="6549"/>
        <pc:sldMkLst>
          <pc:docMk/>
          <pc:sldMk cId="460474271" sldId="489"/>
        </pc:sldMkLst>
        <pc:spChg chg="del mod">
          <ac:chgData name="Димитър Минчев" userId="6da192e4-d32c-454b-8615-bbadf07b6639" providerId="ADAL" clId="{A6AD5908-63ED-4A09-B8A1-3A74B015268E}" dt="2023-02-21T22:43:40.525" v="393" actId="478"/>
          <ac:spMkLst>
            <pc:docMk/>
            <pc:sldMk cId="460474271" sldId="489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43:42.694" v="394" actId="478"/>
          <ac:spMkLst>
            <pc:docMk/>
            <pc:sldMk cId="460474271" sldId="489"/>
            <ac:spMk id="4" creationId="{830BC99C-7F6B-B126-273E-170ECA92DEA6}"/>
          </ac:spMkLst>
        </pc:spChg>
        <pc:spChg chg="mod">
          <ac:chgData name="Димитър Минчев" userId="6da192e4-d32c-454b-8615-bbadf07b6639" providerId="ADAL" clId="{A6AD5908-63ED-4A09-B8A1-3A74B015268E}" dt="2023-02-21T22:42:46.426" v="378" actId="1076"/>
          <ac:spMkLst>
            <pc:docMk/>
            <pc:sldMk cId="460474271" sldId="48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2:46.426" v="378" actId="1076"/>
          <ac:spMkLst>
            <pc:docMk/>
            <pc:sldMk cId="460474271" sldId="489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2:46.426" v="378" actId="1076"/>
          <ac:spMkLst>
            <pc:docMk/>
            <pc:sldMk cId="460474271" sldId="489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2:46.426" v="378" actId="1076"/>
          <ac:spMkLst>
            <pc:docMk/>
            <pc:sldMk cId="460474271" sldId="489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42:42.825" v="377" actId="478"/>
          <ac:spMkLst>
            <pc:docMk/>
            <pc:sldMk cId="460474271" sldId="489"/>
            <ac:spMk id="9" creationId="{AAA8E88A-8F21-440E-8998-105834249DC0}"/>
          </ac:spMkLst>
        </pc:spChg>
        <pc:spChg chg="add mod">
          <ac:chgData name="Димитър Минчев" userId="6da192e4-d32c-454b-8615-bbadf07b6639" providerId="ADAL" clId="{A6AD5908-63ED-4A09-B8A1-3A74B015268E}" dt="2023-02-21T22:45:18.331" v="419" actId="6549"/>
          <ac:spMkLst>
            <pc:docMk/>
            <pc:sldMk cId="460474271" sldId="489"/>
            <ac:spMk id="11" creationId="{F8F286DD-E782-BDB4-84B8-6A1F941D0018}"/>
          </ac:spMkLst>
        </pc:spChg>
        <pc:picChg chg="mod">
          <ac:chgData name="Димитър Минчев" userId="6da192e4-d32c-454b-8615-bbadf07b6639" providerId="ADAL" clId="{A6AD5908-63ED-4A09-B8A1-3A74B015268E}" dt="2023-02-21T22:42:46.426" v="378" actId="1076"/>
          <ac:picMkLst>
            <pc:docMk/>
            <pc:sldMk cId="460474271" sldId="489"/>
            <ac:picMk id="10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A6AD5908-63ED-4A09-B8A1-3A74B015268E}" dt="2023-02-21T22:45:22.608" v="420" actId="20577"/>
        <pc:sldMkLst>
          <pc:docMk/>
          <pc:sldMk cId="1913454114" sldId="490"/>
        </pc:sldMkLst>
        <pc:spChg chg="del">
          <ac:chgData name="Димитър Минчев" userId="6da192e4-d32c-454b-8615-bbadf07b6639" providerId="ADAL" clId="{A6AD5908-63ED-4A09-B8A1-3A74B015268E}" dt="2023-02-21T22:43:52.521" v="397" actId="478"/>
          <ac:spMkLst>
            <pc:docMk/>
            <pc:sldMk cId="1913454114" sldId="490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43:54.057" v="398" actId="478"/>
          <ac:spMkLst>
            <pc:docMk/>
            <pc:sldMk cId="1913454114" sldId="490"/>
            <ac:spMk id="4" creationId="{ADEB4107-80F7-47E5-E3ED-9B8D77C7BC04}"/>
          </ac:spMkLst>
        </pc:spChg>
        <pc:spChg chg="mod">
          <ac:chgData name="Димитър Минчев" userId="6da192e4-d32c-454b-8615-bbadf07b6639" providerId="ADAL" clId="{A6AD5908-63ED-4A09-B8A1-3A74B015268E}" dt="2023-02-21T22:44:10.349" v="402" actId="2711"/>
          <ac:spMkLst>
            <pc:docMk/>
            <pc:sldMk cId="1913454114" sldId="49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4:58.917" v="414"/>
          <ac:spMkLst>
            <pc:docMk/>
            <pc:sldMk cId="1913454114" sldId="49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4:58.917" v="414"/>
          <ac:spMkLst>
            <pc:docMk/>
            <pc:sldMk cId="1913454114" sldId="490"/>
            <ac:spMk id="7" creationId="{00000000-0000-0000-0000-000000000000}"/>
          </ac:spMkLst>
        </pc:spChg>
        <pc:spChg chg="add mod">
          <ac:chgData name="Димитър Минчев" userId="6da192e4-d32c-454b-8615-bbadf07b6639" providerId="ADAL" clId="{A6AD5908-63ED-4A09-B8A1-3A74B015268E}" dt="2023-02-21T22:45:22.608" v="420" actId="20577"/>
          <ac:spMkLst>
            <pc:docMk/>
            <pc:sldMk cId="1913454114" sldId="490"/>
            <ac:spMk id="8" creationId="{819E4C3D-FAEF-0999-C089-FC68E94F813C}"/>
          </ac:spMkLst>
        </pc:spChg>
        <pc:spChg chg="del mod">
          <ac:chgData name="Димитър Минчев" userId="6da192e4-d32c-454b-8615-bbadf07b6639" providerId="ADAL" clId="{A6AD5908-63ED-4A09-B8A1-3A74B015268E}" dt="2023-02-21T22:44:56.260" v="413" actId="478"/>
          <ac:spMkLst>
            <pc:docMk/>
            <pc:sldMk cId="1913454114" sldId="490"/>
            <ac:spMk id="9" creationId="{37CB01D5-832C-49AD-B2CB-E8FA150FD080}"/>
          </ac:spMkLst>
        </pc:spChg>
        <pc:spChg chg="mod">
          <ac:chgData name="Димитър Минчев" userId="6da192e4-d32c-454b-8615-bbadf07b6639" providerId="ADAL" clId="{A6AD5908-63ED-4A09-B8A1-3A74B015268E}" dt="2023-02-21T22:44:58.917" v="414"/>
          <ac:spMkLst>
            <pc:docMk/>
            <pc:sldMk cId="1913454114" sldId="490"/>
            <ac:spMk id="11" creationId="{00000000-0000-0000-0000-000000000000}"/>
          </ac:spMkLst>
        </pc:spChg>
        <pc:picChg chg="mod">
          <ac:chgData name="Димитър Минчев" userId="6da192e4-d32c-454b-8615-bbadf07b6639" providerId="ADAL" clId="{A6AD5908-63ED-4A09-B8A1-3A74B015268E}" dt="2023-02-21T22:44:43.366" v="411" actId="1076"/>
          <ac:picMkLst>
            <pc:docMk/>
            <pc:sldMk cId="1913454114" sldId="490"/>
            <ac:picMk id="10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AD5908-63ED-4A09-B8A1-3A74B015268E}" dt="2023-02-21T22:46:15.005" v="436" actId="478"/>
        <pc:sldMkLst>
          <pc:docMk/>
          <pc:sldMk cId="2308538275" sldId="491"/>
        </pc:sldMkLst>
        <pc:spChg chg="del">
          <ac:chgData name="Димитър Минчев" userId="6da192e4-d32c-454b-8615-bbadf07b6639" providerId="ADAL" clId="{A6AD5908-63ED-4A09-B8A1-3A74B015268E}" dt="2023-02-21T22:45:28.913" v="421" actId="478"/>
          <ac:spMkLst>
            <pc:docMk/>
            <pc:sldMk cId="2308538275" sldId="491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45:29.846" v="422" actId="478"/>
          <ac:spMkLst>
            <pc:docMk/>
            <pc:sldMk cId="2308538275" sldId="491"/>
            <ac:spMk id="4" creationId="{ECC77BDE-57A7-D8D4-1BED-DD51DA171F4B}"/>
          </ac:spMkLst>
        </pc:spChg>
        <pc:spChg chg="mod">
          <ac:chgData name="Димитър Минчев" userId="6da192e4-d32c-454b-8615-bbadf07b6639" providerId="ADAL" clId="{A6AD5908-63ED-4A09-B8A1-3A74B015268E}" dt="2023-02-21T22:45:48.469" v="427" actId="1076"/>
          <ac:spMkLst>
            <pc:docMk/>
            <pc:sldMk cId="2308538275" sldId="49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6:12.974" v="435" actId="207"/>
          <ac:spMkLst>
            <pc:docMk/>
            <pc:sldMk cId="2308538275" sldId="491"/>
            <ac:spMk id="6" creationId="{00000000-0000-0000-0000-000000000000}"/>
          </ac:spMkLst>
        </pc:spChg>
        <pc:spChg chg="add mod">
          <ac:chgData name="Димитър Минчев" userId="6da192e4-d32c-454b-8615-bbadf07b6639" providerId="ADAL" clId="{A6AD5908-63ED-4A09-B8A1-3A74B015268E}" dt="2023-02-21T22:45:32.466" v="424" actId="20577"/>
          <ac:spMkLst>
            <pc:docMk/>
            <pc:sldMk cId="2308538275" sldId="491"/>
            <ac:spMk id="7" creationId="{356EB86F-9E02-C3EB-4710-83A7CC7B4BC6}"/>
          </ac:spMkLst>
        </pc:spChg>
        <pc:spChg chg="del mod">
          <ac:chgData name="Димитър Минчев" userId="6da192e4-d32c-454b-8615-bbadf07b6639" providerId="ADAL" clId="{A6AD5908-63ED-4A09-B8A1-3A74B015268E}" dt="2023-02-21T22:46:15.005" v="436" actId="478"/>
          <ac:spMkLst>
            <pc:docMk/>
            <pc:sldMk cId="2308538275" sldId="491"/>
            <ac:spMk id="9" creationId="{8A65D895-0238-4707-A0E7-2D32480477B2}"/>
          </ac:spMkLst>
        </pc:spChg>
        <pc:picChg chg="mod">
          <ac:chgData name="Димитър Минчев" userId="6da192e4-d32c-454b-8615-bbadf07b6639" providerId="ADAL" clId="{A6AD5908-63ED-4A09-B8A1-3A74B015268E}" dt="2023-02-21T22:46:00.632" v="431" actId="1076"/>
          <ac:picMkLst>
            <pc:docMk/>
            <pc:sldMk cId="2308538275" sldId="491"/>
            <ac:picMk id="8" creationId="{00000000-0000-0000-0000-000000000000}"/>
          </ac:picMkLst>
        </pc:picChg>
        <pc:picChg chg="del">
          <ac:chgData name="Димитър Минчев" userId="6da192e4-d32c-454b-8615-bbadf07b6639" providerId="ADAL" clId="{A6AD5908-63ED-4A09-B8A1-3A74B015268E}" dt="2023-02-21T22:45:35.677" v="425" actId="478"/>
          <ac:picMkLst>
            <pc:docMk/>
            <pc:sldMk cId="2308538275" sldId="491"/>
            <ac:picMk id="307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A6AD5908-63ED-4A09-B8A1-3A74B015268E}" dt="2023-02-21T22:48:03.763" v="471" actId="1076"/>
        <pc:sldMkLst>
          <pc:docMk/>
          <pc:sldMk cId="1326704567" sldId="492"/>
        </pc:sldMkLst>
        <pc:spChg chg="mod">
          <ac:chgData name="Димитър Минчев" userId="6da192e4-d32c-454b-8615-bbadf07b6639" providerId="ADAL" clId="{A6AD5908-63ED-4A09-B8A1-3A74B015268E}" dt="2023-02-21T22:48:03.763" v="471" actId="1076"/>
          <ac:spMkLst>
            <pc:docMk/>
            <pc:sldMk cId="1326704567" sldId="49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7:21.034" v="457" actId="1076"/>
          <ac:spMkLst>
            <pc:docMk/>
            <pc:sldMk cId="1326704567" sldId="49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7:21.034" v="457" actId="1076"/>
          <ac:spMkLst>
            <pc:docMk/>
            <pc:sldMk cId="1326704567" sldId="49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46:59.504" v="451" actId="478"/>
          <ac:spMkLst>
            <pc:docMk/>
            <pc:sldMk cId="1326704567" sldId="492"/>
            <ac:spMk id="7" creationId="{4214BD7C-E040-44D7-81C1-015507348036}"/>
          </ac:spMkLst>
        </pc:spChg>
        <pc:picChg chg="mod">
          <ac:chgData name="Димитър Минчев" userId="6da192e4-d32c-454b-8615-bbadf07b6639" providerId="ADAL" clId="{A6AD5908-63ED-4A09-B8A1-3A74B015268E}" dt="2023-02-21T22:47:21.034" v="457" actId="1076"/>
          <ac:picMkLst>
            <pc:docMk/>
            <pc:sldMk cId="1326704567" sldId="492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AD5908-63ED-4A09-B8A1-3A74B015268E}" dt="2023-02-21T22:49:04.661" v="487" actId="1076"/>
        <pc:sldMkLst>
          <pc:docMk/>
          <pc:sldMk cId="4239212920" sldId="493"/>
        </pc:sldMkLst>
        <pc:spChg chg="del">
          <ac:chgData name="Димитър Минчев" userId="6da192e4-d32c-454b-8615-bbadf07b6639" providerId="ADAL" clId="{A6AD5908-63ED-4A09-B8A1-3A74B015268E}" dt="2023-02-21T22:48:10.720" v="472" actId="478"/>
          <ac:spMkLst>
            <pc:docMk/>
            <pc:sldMk cId="4239212920" sldId="49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9:04.661" v="487" actId="1076"/>
          <ac:spMkLst>
            <pc:docMk/>
            <pc:sldMk cId="4239212920" sldId="49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8:56.655" v="486" actId="207"/>
          <ac:spMkLst>
            <pc:docMk/>
            <pc:sldMk cId="4239212920" sldId="493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48:12.676" v="473" actId="478"/>
          <ac:spMkLst>
            <pc:docMk/>
            <pc:sldMk cId="4239212920" sldId="493"/>
            <ac:spMk id="6" creationId="{44D53AC6-3313-7CA3-1B10-0181652B81CB}"/>
          </ac:spMkLst>
        </pc:spChg>
        <pc:spChg chg="del mod">
          <ac:chgData name="Димитър Минчев" userId="6da192e4-d32c-454b-8615-bbadf07b6639" providerId="ADAL" clId="{A6AD5908-63ED-4A09-B8A1-3A74B015268E}" dt="2023-02-21T22:48:42.337" v="481" actId="478"/>
          <ac:spMkLst>
            <pc:docMk/>
            <pc:sldMk cId="4239212920" sldId="493"/>
            <ac:spMk id="8" creationId="{6570A5E5-A34F-4441-BAB3-E687691BA748}"/>
          </ac:spMkLst>
        </pc:spChg>
        <pc:spChg chg="add mod">
          <ac:chgData name="Димитър Минчев" userId="6da192e4-d32c-454b-8615-bbadf07b6639" providerId="ADAL" clId="{A6AD5908-63ED-4A09-B8A1-3A74B015268E}" dt="2023-02-21T22:48:23.726" v="477" actId="2711"/>
          <ac:spMkLst>
            <pc:docMk/>
            <pc:sldMk cId="4239212920" sldId="493"/>
            <ac:spMk id="9" creationId="{141379CE-B30C-C77A-2462-7D4B8E96E5B1}"/>
          </ac:spMkLst>
        </pc:spChg>
        <pc:picChg chg="mod">
          <ac:chgData name="Димитър Минчев" userId="6da192e4-d32c-454b-8615-bbadf07b6639" providerId="ADAL" clId="{A6AD5908-63ED-4A09-B8A1-3A74B015268E}" dt="2023-02-21T22:48:43.800" v="482" actId="1076"/>
          <ac:picMkLst>
            <pc:docMk/>
            <pc:sldMk cId="4239212920" sldId="493"/>
            <ac:picMk id="7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A6AD5908-63ED-4A09-B8A1-3A74B015268E}" dt="2023-02-21T22:50:19.053" v="507"/>
        <pc:sldMkLst>
          <pc:docMk/>
          <pc:sldMk cId="1146091471" sldId="494"/>
        </pc:sldMkLst>
        <pc:spChg chg="del">
          <ac:chgData name="Димитър Минчев" userId="6da192e4-d32c-454b-8615-bbadf07b6639" providerId="ADAL" clId="{A6AD5908-63ED-4A09-B8A1-3A74B015268E}" dt="2023-02-21T22:49:09.511" v="488" actId="478"/>
          <ac:spMkLst>
            <pc:docMk/>
            <pc:sldMk cId="1146091471" sldId="49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49:30.451" v="495" actId="1076"/>
          <ac:spMkLst>
            <pc:docMk/>
            <pc:sldMk cId="1146091471" sldId="49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0:04.145" v="503" actId="207"/>
          <ac:spMkLst>
            <pc:docMk/>
            <pc:sldMk cId="1146091471" sldId="494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49:11.505" v="489" actId="478"/>
          <ac:spMkLst>
            <pc:docMk/>
            <pc:sldMk cId="1146091471" sldId="494"/>
            <ac:spMk id="6" creationId="{9734AF17-4CAC-CB79-5581-012B71C95085}"/>
          </ac:spMkLst>
        </pc:spChg>
        <pc:spChg chg="mod">
          <ac:chgData name="Димитър Минчев" userId="6da192e4-d32c-454b-8615-bbadf07b6639" providerId="ADAL" clId="{A6AD5908-63ED-4A09-B8A1-3A74B015268E}" dt="2023-02-21T22:50:07.722" v="504" actId="1076"/>
          <ac:spMkLst>
            <pc:docMk/>
            <pc:sldMk cId="1146091471" sldId="494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0:15.119" v="506" actId="478"/>
          <ac:spMkLst>
            <pc:docMk/>
            <pc:sldMk cId="1146091471" sldId="494"/>
            <ac:spMk id="9" creationId="{A5A3672D-9893-440E-A501-D429B27E1A6E}"/>
          </ac:spMkLst>
        </pc:spChg>
        <pc:spChg chg="add mod">
          <ac:chgData name="Димитър Минчев" userId="6da192e4-d32c-454b-8615-bbadf07b6639" providerId="ADAL" clId="{A6AD5908-63ED-4A09-B8A1-3A74B015268E}" dt="2023-02-21T22:49:19.934" v="492" actId="20577"/>
          <ac:spMkLst>
            <pc:docMk/>
            <pc:sldMk cId="1146091471" sldId="494"/>
            <ac:spMk id="10" creationId="{52C9437F-3895-36EC-4760-1F4CC2F88750}"/>
          </ac:spMkLst>
        </pc:spChg>
        <pc:picChg chg="mod">
          <ac:chgData name="Димитър Минчев" userId="6da192e4-d32c-454b-8615-bbadf07b6639" providerId="ADAL" clId="{A6AD5908-63ED-4A09-B8A1-3A74B015268E}" dt="2023-02-21T22:50:13.560" v="505" actId="1076"/>
          <ac:picMkLst>
            <pc:docMk/>
            <pc:sldMk cId="1146091471" sldId="494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AD5908-63ED-4A09-B8A1-3A74B015268E}" dt="2023-02-21T22:51:53.047" v="533" actId="478"/>
        <pc:sldMkLst>
          <pc:docMk/>
          <pc:sldMk cId="229400757" sldId="495"/>
        </pc:sldMkLst>
        <pc:spChg chg="del">
          <ac:chgData name="Димитър Минчев" userId="6da192e4-d32c-454b-8615-bbadf07b6639" providerId="ADAL" clId="{A6AD5908-63ED-4A09-B8A1-3A74B015268E}" dt="2023-02-21T22:50:25.975" v="508" actId="478"/>
          <ac:spMkLst>
            <pc:docMk/>
            <pc:sldMk cId="229400757" sldId="49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1:20.227" v="520" actId="313"/>
          <ac:spMkLst>
            <pc:docMk/>
            <pc:sldMk cId="229400757" sldId="49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1:51.292" v="532" actId="207"/>
          <ac:spMkLst>
            <pc:docMk/>
            <pc:sldMk cId="229400757" sldId="495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50:28.230" v="509" actId="478"/>
          <ac:spMkLst>
            <pc:docMk/>
            <pc:sldMk cId="229400757" sldId="495"/>
            <ac:spMk id="6" creationId="{B525D176-B403-9CFC-0A13-A63EB124245B}"/>
          </ac:spMkLst>
        </pc:spChg>
        <pc:spChg chg="add mod">
          <ac:chgData name="Димитър Минчев" userId="6da192e4-d32c-454b-8615-bbadf07b6639" providerId="ADAL" clId="{A6AD5908-63ED-4A09-B8A1-3A74B015268E}" dt="2023-02-21T22:50:31.632" v="511" actId="20577"/>
          <ac:spMkLst>
            <pc:docMk/>
            <pc:sldMk cId="229400757" sldId="495"/>
            <ac:spMk id="8" creationId="{F2DE165C-0417-7C62-5C30-F4AE84A198E9}"/>
          </ac:spMkLst>
        </pc:spChg>
        <pc:spChg chg="del mod">
          <ac:chgData name="Димитър Минчев" userId="6da192e4-d32c-454b-8615-bbadf07b6639" providerId="ADAL" clId="{A6AD5908-63ED-4A09-B8A1-3A74B015268E}" dt="2023-02-21T22:51:53.047" v="533" actId="478"/>
          <ac:spMkLst>
            <pc:docMk/>
            <pc:sldMk cId="229400757" sldId="495"/>
            <ac:spMk id="9" creationId="{32216E0F-FE56-4980-87AB-C1D1EA1FA48F}"/>
          </ac:spMkLst>
        </pc:spChg>
        <pc:picChg chg="mod">
          <ac:chgData name="Димитър Минчев" userId="6da192e4-d32c-454b-8615-bbadf07b6639" providerId="ADAL" clId="{A6AD5908-63ED-4A09-B8A1-3A74B015268E}" dt="2023-02-21T22:51:24.765" v="522" actId="1076"/>
          <ac:picMkLst>
            <pc:docMk/>
            <pc:sldMk cId="229400757" sldId="495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A6AD5908-63ED-4A09-B8A1-3A74B015268E}" dt="2023-02-21T22:51:38.022" v="528" actId="1076"/>
          <ac:picMkLst>
            <pc:docMk/>
            <pc:sldMk cId="229400757" sldId="495"/>
            <ac:picMk id="10" creationId="{00000000-0000-0000-0000-000000000000}"/>
          </ac:picMkLst>
        </pc:picChg>
        <pc:picChg chg="mod">
          <ac:chgData name="Димитър Минчев" userId="6da192e4-d32c-454b-8615-bbadf07b6639" providerId="ADAL" clId="{A6AD5908-63ED-4A09-B8A1-3A74B015268E}" dt="2023-02-21T22:51:32.947" v="525" actId="1076"/>
          <ac:picMkLst>
            <pc:docMk/>
            <pc:sldMk cId="229400757" sldId="495"/>
            <ac:picMk id="2050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A6AD5908-63ED-4A09-B8A1-3A74B015268E}" dt="2023-02-21T22:52:39.643" v="552" actId="478"/>
        <pc:sldMkLst>
          <pc:docMk/>
          <pc:sldMk cId="3352527677" sldId="496"/>
        </pc:sldMkLst>
        <pc:spChg chg="del">
          <ac:chgData name="Димитър Минчев" userId="6da192e4-d32c-454b-8615-bbadf07b6639" providerId="ADAL" clId="{A6AD5908-63ED-4A09-B8A1-3A74B015268E}" dt="2023-02-21T22:51:57.775" v="534" actId="478"/>
          <ac:spMkLst>
            <pc:docMk/>
            <pc:sldMk cId="3352527677" sldId="496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51:59.207" v="535" actId="478"/>
          <ac:spMkLst>
            <pc:docMk/>
            <pc:sldMk cId="3352527677" sldId="496"/>
            <ac:spMk id="4" creationId="{AE30C270-445E-FB44-2CBC-2C2E5B5E473E}"/>
          </ac:spMkLst>
        </pc:spChg>
        <pc:spChg chg="mod">
          <ac:chgData name="Димитър Минчев" userId="6da192e4-d32c-454b-8615-bbadf07b6639" providerId="ADAL" clId="{A6AD5908-63ED-4A09-B8A1-3A74B015268E}" dt="2023-02-21T22:52:34.082" v="551" actId="113"/>
          <ac:spMkLst>
            <pc:docMk/>
            <pc:sldMk cId="3352527677" sldId="496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2:39.643" v="552" actId="478"/>
          <ac:spMkLst>
            <pc:docMk/>
            <pc:sldMk cId="3352527677" sldId="496"/>
            <ac:spMk id="6" creationId="{42E15B88-CBA2-43FB-9A4B-E150F81553BF}"/>
          </ac:spMkLst>
        </pc:spChg>
        <pc:spChg chg="add mod">
          <ac:chgData name="Димитър Минчев" userId="6da192e4-d32c-454b-8615-bbadf07b6639" providerId="ADAL" clId="{A6AD5908-63ED-4A09-B8A1-3A74B015268E}" dt="2023-02-21T22:52:03.897" v="537" actId="20577"/>
          <ac:spMkLst>
            <pc:docMk/>
            <pc:sldMk cId="3352527677" sldId="496"/>
            <ac:spMk id="7" creationId="{E272C452-706A-B66E-1A70-FF7769EB2F78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3:02.335" v="561" actId="478"/>
        <pc:sldMkLst>
          <pc:docMk/>
          <pc:sldMk cId="3295239242" sldId="497"/>
        </pc:sldMkLst>
        <pc:spChg chg="mod">
          <ac:chgData name="Димитър Минчев" userId="6da192e4-d32c-454b-8615-bbadf07b6639" providerId="ADAL" clId="{A6AD5908-63ED-4A09-B8A1-3A74B015268E}" dt="2023-02-21T22:52:58.850" v="560" actId="404"/>
          <ac:spMkLst>
            <pc:docMk/>
            <pc:sldMk cId="3295239242" sldId="497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3:02.335" v="561" actId="478"/>
          <ac:spMkLst>
            <pc:docMk/>
            <pc:sldMk cId="3295239242" sldId="497"/>
            <ac:spMk id="5" creationId="{A971509D-3343-4D61-9287-98EBF1905140}"/>
          </ac:spMkLst>
        </pc:spChg>
        <pc:spChg chg="mod">
          <ac:chgData name="Димитър Минчев" userId="6da192e4-d32c-454b-8615-bbadf07b6639" providerId="ADAL" clId="{A6AD5908-63ED-4A09-B8A1-3A74B015268E}" dt="2023-02-21T22:52:55.305" v="557" actId="27636"/>
          <ac:spMkLst>
            <pc:docMk/>
            <pc:sldMk cId="3295239242" sldId="497"/>
            <ac:spMk id="7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5:30.962" v="606" actId="20577"/>
        <pc:sldMkLst>
          <pc:docMk/>
          <pc:sldMk cId="183861375" sldId="499"/>
        </pc:sldMkLst>
        <pc:spChg chg="mod">
          <ac:chgData name="Димитър Минчев" userId="6da192e4-d32c-454b-8615-bbadf07b6639" providerId="ADAL" clId="{A6AD5908-63ED-4A09-B8A1-3A74B015268E}" dt="2023-02-21T22:55:30.962" v="606" actId="20577"/>
          <ac:spMkLst>
            <pc:docMk/>
            <pc:sldMk cId="183861375" sldId="49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4:09.833" v="583" actId="2711"/>
          <ac:spMkLst>
            <pc:docMk/>
            <pc:sldMk cId="183861375" sldId="49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5:21.084" v="603" actId="207"/>
          <ac:spMkLst>
            <pc:docMk/>
            <pc:sldMk cId="183861375" sldId="49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4:13.274" v="584" actId="478"/>
          <ac:spMkLst>
            <pc:docMk/>
            <pc:sldMk cId="183861375" sldId="499"/>
            <ac:spMk id="6" creationId="{BE391166-9418-4068-A166-77B428B34866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8:44.762" v="647" actId="14100"/>
        <pc:sldMkLst>
          <pc:docMk/>
          <pc:sldMk cId="3625446922" sldId="500"/>
        </pc:sldMkLst>
        <pc:spChg chg="mod">
          <ac:chgData name="Димитър Минчев" userId="6da192e4-d32c-454b-8615-bbadf07b6639" providerId="ADAL" clId="{A6AD5908-63ED-4A09-B8A1-3A74B015268E}" dt="2023-02-21T22:56:51.356" v="623" actId="20577"/>
          <ac:spMkLst>
            <pc:docMk/>
            <pc:sldMk cId="3625446922" sldId="50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8:39.608" v="645" actId="27636"/>
          <ac:spMkLst>
            <pc:docMk/>
            <pc:sldMk cId="3625446922" sldId="50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8:44.762" v="647" actId="14100"/>
          <ac:spMkLst>
            <pc:docMk/>
            <pc:sldMk cId="3625446922" sldId="500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4:54.753" v="595" actId="478"/>
          <ac:spMkLst>
            <pc:docMk/>
            <pc:sldMk cId="3625446922" sldId="500"/>
            <ac:spMk id="6" creationId="{74F7783A-733D-4DA7-A548-D68C324DD927}"/>
          </ac:spMkLst>
        </pc:spChg>
      </pc:sldChg>
      <pc:sldChg chg="addSp delSp modSp add mod">
        <pc:chgData name="Димитър Минчев" userId="6da192e4-d32c-454b-8615-bbadf07b6639" providerId="ADAL" clId="{A6AD5908-63ED-4A09-B8A1-3A74B015268E}" dt="2023-02-21T22:58:31.096" v="643" actId="1076"/>
        <pc:sldMkLst>
          <pc:docMk/>
          <pc:sldMk cId="908494051" sldId="501"/>
        </pc:sldMkLst>
        <pc:spChg chg="del">
          <ac:chgData name="Димитър Минчев" userId="6da192e4-d32c-454b-8615-bbadf07b6639" providerId="ADAL" clId="{A6AD5908-63ED-4A09-B8A1-3A74B015268E}" dt="2023-02-21T22:56:57.199" v="624" actId="478"/>
          <ac:spMkLst>
            <pc:docMk/>
            <pc:sldMk cId="908494051" sldId="50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8:31.096" v="643" actId="1076"/>
          <ac:spMkLst>
            <pc:docMk/>
            <pc:sldMk cId="908494051" sldId="50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8:31.096" v="643" actId="1076"/>
          <ac:spMkLst>
            <pc:docMk/>
            <pc:sldMk cId="908494051" sldId="501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A6AD5908-63ED-4A09-B8A1-3A74B015268E}" dt="2023-02-21T22:56:59.720" v="625" actId="478"/>
          <ac:spMkLst>
            <pc:docMk/>
            <pc:sldMk cId="908494051" sldId="501"/>
            <ac:spMk id="6" creationId="{032AE444-EE34-EF00-188F-F28BB1D24066}"/>
          </ac:spMkLst>
        </pc:spChg>
        <pc:spChg chg="mod">
          <ac:chgData name="Димитър Минчев" userId="6da192e4-d32c-454b-8615-bbadf07b6639" providerId="ADAL" clId="{A6AD5908-63ED-4A09-B8A1-3A74B015268E}" dt="2023-02-21T22:58:31.096" v="643" actId="1076"/>
          <ac:spMkLst>
            <pc:docMk/>
            <pc:sldMk cId="908494051" sldId="501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8:21.713" v="641" actId="478"/>
          <ac:spMkLst>
            <pc:docMk/>
            <pc:sldMk cId="908494051" sldId="501"/>
            <ac:spMk id="8" creationId="{27928B52-68F4-42F4-B27B-B66956F18E43}"/>
          </ac:spMkLst>
        </pc:spChg>
        <pc:spChg chg="mod">
          <ac:chgData name="Димитър Минчев" userId="6da192e4-d32c-454b-8615-bbadf07b6639" providerId="ADAL" clId="{A6AD5908-63ED-4A09-B8A1-3A74B015268E}" dt="2023-02-21T22:58:31.096" v="643" actId="1076"/>
          <ac:spMkLst>
            <pc:docMk/>
            <pc:sldMk cId="908494051" sldId="501"/>
            <ac:spMk id="9" creationId="{00000000-0000-0000-0000-000000000000}"/>
          </ac:spMkLst>
        </pc:spChg>
        <pc:spChg chg="add mod">
          <ac:chgData name="Димитър Минчев" userId="6da192e4-d32c-454b-8615-bbadf07b6639" providerId="ADAL" clId="{A6AD5908-63ED-4A09-B8A1-3A74B015268E}" dt="2023-02-21T22:57:08.686" v="630" actId="14100"/>
          <ac:spMkLst>
            <pc:docMk/>
            <pc:sldMk cId="908494051" sldId="501"/>
            <ac:spMk id="10" creationId="{747B87F7-4A6B-02A6-5A03-15A0F80311A5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6:45.085" v="622" actId="478"/>
        <pc:sldMkLst>
          <pc:docMk/>
          <pc:sldMk cId="889535830" sldId="502"/>
        </pc:sldMkLst>
        <pc:spChg chg="mod">
          <ac:chgData name="Димитър Минчев" userId="6da192e4-d32c-454b-8615-bbadf07b6639" providerId="ADAL" clId="{A6AD5908-63ED-4A09-B8A1-3A74B015268E}" dt="2023-02-21T22:56:22.087" v="618" actId="1076"/>
          <ac:spMkLst>
            <pc:docMk/>
            <pc:sldMk cId="889535830" sldId="50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6:37.068" v="621" actId="207"/>
          <ac:spMkLst>
            <pc:docMk/>
            <pc:sldMk cId="889535830" sldId="50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6:45.085" v="622" actId="478"/>
          <ac:spMkLst>
            <pc:docMk/>
            <pc:sldMk cId="889535830" sldId="502"/>
            <ac:spMk id="6" creationId="{C26DFE99-8984-4621-9F8A-36294122FB02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5:57.871" v="611" actId="478"/>
        <pc:sldMkLst>
          <pc:docMk/>
          <pc:sldMk cId="1622805293" sldId="503"/>
        </pc:sldMkLst>
        <pc:spChg chg="mod">
          <ac:chgData name="Димитър Минчев" userId="6da192e4-d32c-454b-8615-bbadf07b6639" providerId="ADAL" clId="{A6AD5908-63ED-4A09-B8A1-3A74B015268E}" dt="2023-02-21T22:55:52.622" v="610" actId="2711"/>
          <ac:spMkLst>
            <pc:docMk/>
            <pc:sldMk cId="1622805293" sldId="50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5:52.622" v="610" actId="2711"/>
          <ac:spMkLst>
            <pc:docMk/>
            <pc:sldMk cId="1622805293" sldId="50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5:57.871" v="611" actId="478"/>
          <ac:spMkLst>
            <pc:docMk/>
            <pc:sldMk cId="1622805293" sldId="503"/>
            <ac:spMk id="5" creationId="{8D7DEE36-46BB-4515-A2F1-AE9CBAB0B2DD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3:39.456" v="571" actId="113"/>
        <pc:sldMkLst>
          <pc:docMk/>
          <pc:sldMk cId="976010837" sldId="510"/>
        </pc:sldMkLst>
        <pc:spChg chg="mod">
          <ac:chgData name="Димитър Минчев" userId="6da192e4-d32c-454b-8615-bbadf07b6639" providerId="ADAL" clId="{A6AD5908-63ED-4A09-B8A1-3A74B015268E}" dt="2023-02-21T22:53:27.402" v="566" actId="1076"/>
          <ac:spMkLst>
            <pc:docMk/>
            <pc:sldMk cId="976010837" sldId="510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3:32.764" v="568" actId="478"/>
          <ac:spMkLst>
            <pc:docMk/>
            <pc:sldMk cId="976010837" sldId="510"/>
            <ac:spMk id="5" creationId="{00E63B15-204C-49BD-8D30-C3B36362CA6F}"/>
          </ac:spMkLst>
        </pc:spChg>
        <pc:spChg chg="mod">
          <ac:chgData name="Димитър Минчев" userId="6da192e4-d32c-454b-8615-bbadf07b6639" providerId="ADAL" clId="{A6AD5908-63ED-4A09-B8A1-3A74B015268E}" dt="2023-02-21T22:53:39.456" v="571" actId="113"/>
          <ac:spMkLst>
            <pc:docMk/>
            <pc:sldMk cId="976010837" sldId="510"/>
            <ac:spMk id="7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A6AD5908-63ED-4A09-B8A1-3A74B015268E}" dt="2023-02-21T22:56:06.484" v="614" actId="2711"/>
        <pc:sldMkLst>
          <pc:docMk/>
          <pc:sldMk cId="56553584" sldId="514"/>
        </pc:sldMkLst>
        <pc:spChg chg="mod">
          <ac:chgData name="Димитър Минчев" userId="6da192e4-d32c-454b-8615-bbadf07b6639" providerId="ADAL" clId="{A6AD5908-63ED-4A09-B8A1-3A74B015268E}" dt="2023-02-21T22:56:06.484" v="614" actId="2711"/>
          <ac:spMkLst>
            <pc:docMk/>
            <pc:sldMk cId="56553584" sldId="51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A6AD5908-63ED-4A09-B8A1-3A74B015268E}" dt="2023-02-21T22:56:06.484" v="614" actId="2711"/>
          <ac:spMkLst>
            <pc:docMk/>
            <pc:sldMk cId="56553584" sldId="51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A6AD5908-63ED-4A09-B8A1-3A74B015268E}" dt="2023-02-21T22:56:02.592" v="613" actId="478"/>
          <ac:spMkLst>
            <pc:docMk/>
            <pc:sldMk cId="56553584" sldId="514"/>
            <ac:spMk id="7" creationId="{CC94C31B-9581-4C54-AE02-4A7A70DBF45C}"/>
          </ac:spMkLst>
        </pc:spChg>
        <pc:picChg chg="del">
          <ac:chgData name="Димитър Минчев" userId="6da192e4-d32c-454b-8615-bbadf07b6639" providerId="ADAL" clId="{A6AD5908-63ED-4A09-B8A1-3A74B015268E}" dt="2023-02-21T22:56:01.566" v="612" actId="478"/>
          <ac:picMkLst>
            <pc:docMk/>
            <pc:sldMk cId="56553584" sldId="514"/>
            <ac:picMk id="6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A6AD5908-63ED-4A09-B8A1-3A74B015268E}" dt="2023-02-21T22:29:31.006" v="3"/>
        <pc:sldMkLst>
          <pc:docMk/>
          <pc:sldMk cId="2385751420" sldId="571"/>
        </pc:sldMkLst>
        <pc:spChg chg="mod">
          <ac:chgData name="Димитър Минчев" userId="6da192e4-d32c-454b-8615-bbadf07b6639" providerId="ADAL" clId="{A6AD5908-63ED-4A09-B8A1-3A74B015268E}" dt="2023-02-21T22:29:31.006" v="3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BEB8E37B-DBD8-4B60-8015-41368B33A8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42899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Comment does not add anything</a:t>
            </a:r>
            <a:r>
              <a:rPr lang="en-US" baseline="0" dirty="0"/>
              <a:t> to the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244F689-5421-4668-9422-24B49D18BC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27205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Comment does not add anything</a:t>
            </a:r>
            <a:r>
              <a:rPr lang="en-US" baseline="0" dirty="0"/>
              <a:t> to the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62B8F433-2298-490D-92F5-61A97402EB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44096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A4B2BA5-0E50-47A9-8BBE-36823B0D57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55525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0F18CFF-6140-4951-8CCB-20A566C6A3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06608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21.2.2023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msdn.microsoft.com/en-us/library/5ast78ax.aspx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woodruff.us/shfbdocs/" TargetMode="External"/><Relationship Id="rId2" Type="http://schemas.openxmlformats.org/officeDocument/2006/relationships/hyperlink" Target="https://github.com/EWSoftware/SHFB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Документиране и коментиране на кода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Коментари в програмата и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самоописателен код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Концепция за самоописателен код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Лошо написани коментари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Добър стил на програмиране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Да коментираш или не?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Ключови аспекти на коментирането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Препоръчителни практики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C# XML 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Състои се от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документи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информация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Както в програмния код, така и извън него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Външна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документация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 по-високо ниво от кода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Описания на проблема, изисквания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проектиране, дизайн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планове за проекта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планове за тестване и </a:t>
            </a:r>
            <a:r>
              <a:rPr lang="bg-BG" dirty="0" err="1">
                <a:latin typeface="Comfortaa" pitchFamily="2" charset="0"/>
              </a:rPr>
              <a:t>т.н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Вътрешна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документация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 по-ниско ниво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обяснява клас, метод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или част от кода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800" dirty="0">
                <a:latin typeface="Comfortaa" pitchFamily="2" charset="0"/>
              </a:rPr>
              <a:t>Какво е проектна документация</a:t>
            </a:r>
            <a:r>
              <a:rPr lang="en-US" sz="3800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16169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Основен помощник при документацията на ниво код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Структура на програмата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Ясен, лесен за четене и разбиране код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Добър стил на именуване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Изчистено оформление и формат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Разбираеми абстракции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Възможно най-малка сложност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Слаба зависимост и силна специализация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Стил на програмиране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25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3" y="103868"/>
            <a:ext cx="11173089" cy="89322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Промер за лоши коментари </a:t>
            </a:r>
            <a:r>
              <a:rPr lang="en-US" sz="4000" dirty="0">
                <a:latin typeface="Comfortaa" pitchFamily="2" charset="0"/>
              </a:rPr>
              <a:t>[1/2]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9456" y="997091"/>
            <a:ext cx="11173090" cy="563231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List&lt;int&gt; FindPrimes(int start, int end)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Create new list of integers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List&lt;int&gt; primesList = new List&lt;int&gt;();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Perform a loop from start to end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num = start; num &lt;= end; num++)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// Declare boolean variable, initially true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bool prime = true;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Perform loop from 2 to sqrt(num)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for (int div = 2; div &lt;= Math.Sqrt(num); div++)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Check if div divides num with no remainder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if (num % div == 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        // We found a divider -&gt; the number is not prime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prime = false;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          // Exit from the loop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8952" y="6210507"/>
            <a:ext cx="4307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sz="1600" i="1" dirty="0">
              <a:solidFill>
                <a:schemeClr val="bg1"/>
              </a:solidFill>
              <a:latin typeface="Comfortaa" pitchFamily="2" charset="0"/>
            </a:endParaRP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62490" y="3071751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20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1" y="1750239"/>
            <a:ext cx="10766795" cy="402161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Continue with the next loop value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Check if the number is prime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(prime)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Add the number to the list of primes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primesList.Add(num);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Return the list of primes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primesList;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88680" y="3254447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1C72D5-5232-E951-1443-64CC98F1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53" y="103868"/>
            <a:ext cx="11173089" cy="89322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Промер за лоши коментари </a:t>
            </a:r>
            <a:r>
              <a:rPr lang="en-US" sz="4000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190325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01" y="299441"/>
            <a:ext cx="10766794" cy="971219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Пример за самоописателен код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1316321"/>
            <a:ext cx="10766795" cy="48320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List&lt;int&gt; FindPrimes(int start, int end)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List&lt;int&gt; primesList = new List&lt;int&gt;();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num = start; num &lt;= end; num++)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bool isPrime = IsPrime(num);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(isPrime)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primesList.Add(num);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primesList;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336969" y="3918915"/>
            <a:ext cx="4500749" cy="1273328"/>
          </a:xfrm>
          <a:prstGeom prst="wedgeRoundRectCallout">
            <a:avLst>
              <a:gd name="adj1" fmla="val -60488"/>
              <a:gd name="adj2" fmla="val 1145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Добрият код не се нуждае от коментари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 </a:t>
            </a:r>
          </a:p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Той е самоописателен</a:t>
            </a:r>
            <a:endParaRPr lang="en-US" sz="22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07434" y="1944110"/>
            <a:ext cx="1552622" cy="148104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755F9B-A68A-43A7-9247-2C2E17F47F99}"/>
              </a:ext>
            </a:extLst>
          </p:cNvPr>
          <p:cNvSpPr txBox="1"/>
          <p:nvPr/>
        </p:nvSpPr>
        <p:spPr>
          <a:xfrm>
            <a:off x="7171806" y="5743082"/>
            <a:ext cx="4307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1600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sz="1600" i="1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971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1295401"/>
            <a:ext cx="10766795" cy="52347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private static bool IsPrime(int num)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bool isPrime = true;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maxDivider = (int) Math.Sqrt(num);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div = 2; div &lt;= maxDivider; div++)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(num % div == 0)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We found a divider -&gt; the number is not prime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isPrime = false;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break;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lnSpc>
                <a:spcPct val="110000"/>
              </a:lnSpc>
              <a:spcBef>
                <a:spcPts val="1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return isPrime;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7420099" y="1408095"/>
            <a:ext cx="4419600" cy="1266092"/>
          </a:xfrm>
          <a:prstGeom prst="wedgeRoundRectCallout">
            <a:avLst>
              <a:gd name="adj1" fmla="val -79925"/>
              <a:gd name="adj2" fmla="val -42301"/>
              <a:gd name="adj3" fmla="val 16667"/>
            </a:avLst>
          </a:prstGeom>
          <a:solidFill>
            <a:srgbClr val="00B0F0"/>
          </a:solidFill>
          <a:ln w="6350"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Добре написаните методи имат уместни имена и са лесни за четене и разбиране</a:t>
            </a:r>
            <a:endParaRPr lang="en-US" sz="2000" b="1" noProof="1">
              <a:solidFill>
                <a:srgbClr val="F7FFE7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280552" y="4979374"/>
            <a:ext cx="4957958" cy="1273328"/>
          </a:xfrm>
          <a:prstGeom prst="wedgeRoundRectCallout">
            <a:avLst>
              <a:gd name="adj1" fmla="val -39601"/>
              <a:gd name="adj2" fmla="val -95005"/>
              <a:gd name="adj3" fmla="val 16667"/>
            </a:avLst>
          </a:prstGeom>
          <a:solidFill>
            <a:srgbClr val="00B0F0"/>
          </a:solidFill>
          <a:ln w="6350">
            <a:noFill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Този коментар обяснява неочевидни детайли</a:t>
            </a:r>
            <a:r>
              <a:rPr lang="en-US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. </a:t>
            </a:r>
          </a:p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rgbClr val="F7FFE7"/>
                </a:solidFill>
                <a:latin typeface="Comfortaa" pitchFamily="2" charset="0"/>
                <a:cs typeface="Consolas" pitchFamily="49" charset="0"/>
              </a:rPr>
              <a:t>Не повтаря кода</a:t>
            </a:r>
            <a:endParaRPr lang="en-US" sz="2000" b="1" noProof="1">
              <a:solidFill>
                <a:srgbClr val="F7FFE7"/>
              </a:solidFill>
              <a:latin typeface="Comfortaa" pitchFamily="2" charset="0"/>
              <a:cs typeface="Consolas" pitchFamily="49" charset="0"/>
            </a:endParaRP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62199" y="2977160"/>
            <a:ext cx="1552622" cy="148104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4B158CF-D8CA-1C05-E967-4FBB920F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601" y="299441"/>
            <a:ext cx="10766794" cy="971219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Пример за самоописателен код </a:t>
            </a:r>
            <a:r>
              <a:rPr lang="en-US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261674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402" y="235087"/>
            <a:ext cx="10641196" cy="625477"/>
          </a:xfrm>
        </p:spPr>
        <p:txBody>
          <a:bodyPr/>
          <a:lstStyle/>
          <a:p>
            <a:r>
              <a:rPr lang="bg-BG" sz="3600" dirty="0">
                <a:latin typeface="Comfortaa" pitchFamily="2" charset="0"/>
              </a:rPr>
              <a:t>Пример за лош стил на програмиране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990602"/>
            <a:ext cx="10766795" cy="563231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1; i &lt;= num;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meetsCriteria[i] = true;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2; i &lt;= num / 2;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j = i + i;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while (j &lt;= num)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meetsCriteria[j] = false;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j = j + i;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1; i &lt;= num;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(meetsCriteria[i])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Console.WriteLine(i + " meets criteria.");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822373" y="3226536"/>
            <a:ext cx="5030164" cy="1273328"/>
          </a:xfrm>
          <a:prstGeom prst="wedgeRoundRectCallout">
            <a:avLst>
              <a:gd name="adj1" fmla="val -82395"/>
              <a:gd name="adj2" fmla="val -7355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Неинформативни имена на променливи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 </a:t>
            </a: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Немарливо оформление</a:t>
            </a:r>
            <a:endParaRPr lang="en-US" sz="22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pic>
        <p:nvPicPr>
          <p:cNvPr id="6" name="Picture 5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69181" y="1526183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27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3" y="115744"/>
            <a:ext cx="11173089" cy="1113552"/>
          </a:xfrm>
        </p:spPr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Пример за добър стил на програмиране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9456" y="1229295"/>
            <a:ext cx="11173090" cy="51614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(primeCandidate = 1; primeCandidate &lt;= num; primeCandidate++)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isPrime[primeCandidate] = true;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factor = 2; factor &lt; (num / 2); factor++)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int factorableNumber = factor + factor;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while (factorableNumber &lt;= num)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isPrime[factorableNumber] = false;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factorableNumber = factorableNumber + factor;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(primeCandidate = 1; primeCandidate &lt;= num; primeCandidate++)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(isPrime[primeCandidate])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Console.WriteLine(primeCandidate + " is prime.");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46672" y="2958935"/>
            <a:ext cx="1552622" cy="1469572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439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5" y="155843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Програмен код, разчитащ на добър стил на програмиране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Да предостави голяма част от информацията, предвидена за документацията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Основни принципи на </a:t>
            </a:r>
            <a:r>
              <a:rPr lang="bg-BG" sz="2400" dirty="0" err="1">
                <a:latin typeface="Comfortaa" pitchFamily="2" charset="0"/>
              </a:rPr>
              <a:t>самоописателния</a:t>
            </a:r>
            <a:r>
              <a:rPr lang="bg-BG" sz="2400" dirty="0">
                <a:latin typeface="Comfortaa" pitchFamily="2" charset="0"/>
              </a:rPr>
              <a:t> код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>
                <a:latin typeface="Comfortaa" pitchFamily="2" charset="0"/>
              </a:rPr>
              <a:t>Самоописателен</a:t>
            </a:r>
            <a:r>
              <a:rPr lang="bg-BG" dirty="0">
                <a:latin typeface="Comfortaa" pitchFamily="2" charset="0"/>
              </a:rPr>
              <a:t> код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81678" y="3675282"/>
            <a:ext cx="9595179" cy="6184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108000" rIns="144000" bIns="72000">
            <a:spAutoFit/>
          </a:bodyPr>
          <a:lstStyle/>
          <a:p>
            <a:pPr eaLnBrk="0" hangingPunct="0">
              <a:lnSpc>
                <a:spcPts val="3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Най-добрата документация е самият код</a:t>
            </a:r>
            <a:r>
              <a:rPr lang="en-US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 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81678" y="5740627"/>
            <a:ext cx="9595179" cy="61841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108000" rIns="144000" bIns="72000">
            <a:spAutoFit/>
          </a:bodyPr>
          <a:lstStyle/>
          <a:p>
            <a:pPr eaLnBrk="0" hangingPunct="0">
              <a:lnSpc>
                <a:spcPts val="3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Не документирайте лош код, пренапишете го</a:t>
            </a:r>
            <a:r>
              <a:rPr lang="en-US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!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81678" y="4475193"/>
            <a:ext cx="9595179" cy="10800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4000" tIns="108000" rIns="144000" bIns="72000">
            <a:spAutoFit/>
          </a:bodyPr>
          <a:lstStyle/>
          <a:p>
            <a:pPr eaLnBrk="0" hangingPunct="0">
              <a:lnSpc>
                <a:spcPts val="3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Направете кода самообясняващ се и самоописателен</a:t>
            </a:r>
            <a:r>
              <a:rPr lang="en-US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bg-BG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лесен за четене и разбиране</a:t>
            </a:r>
            <a:r>
              <a:rPr lang="en-US" sz="28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10350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076" y="1668090"/>
            <a:ext cx="10557241" cy="42398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Класове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Представлява ли интерфейсът на класа завършена абстракция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Ясно ли е от интерфейса на класа как ще се ползва този клас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Добре именуван ли е класът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Името му описва ли целта му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Може ли да третирате класа като „черна кутия“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Използвате ли от много места кода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вместо да го повтаряте</a:t>
            </a:r>
            <a:r>
              <a:rPr lang="en-US" dirty="0">
                <a:latin typeface="Comfortaa" pitchFamily="2" charset="0"/>
              </a:rPr>
              <a:t>)?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480" y="557309"/>
            <a:ext cx="10794271" cy="1110780"/>
          </a:xfrm>
        </p:spPr>
        <p:txBody>
          <a:bodyPr>
            <a:noAutofit/>
          </a:bodyPr>
          <a:lstStyle/>
          <a:p>
            <a:r>
              <a:rPr lang="bg-BG" sz="3000" b="1" dirty="0">
                <a:latin typeface="Comfortaa" pitchFamily="2" charset="0"/>
              </a:rPr>
              <a:t>Списък с напомняния за самоописателен код</a:t>
            </a:r>
            <a:r>
              <a:rPr lang="en-US" sz="3000" b="1" dirty="0">
                <a:latin typeface="Comfortaa" pitchFamily="2" charset="0"/>
              </a:rPr>
              <a:t> [1/3]</a:t>
            </a:r>
          </a:p>
        </p:txBody>
      </p:sp>
    </p:spTree>
    <p:extLst>
      <p:ext uri="{BB962C8B-B14F-4D97-AF65-F5344CB8AC3E}">
        <p14:creationId xmlns:p14="http://schemas.microsoft.com/office/powerpoint/2010/main" val="3603103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Методи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Описва ли името това, което прави съответният метод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Извършва ли всеки метод една-единствена добре дефинирана задача с минимална зависимост (от други методи)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Имена на данните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Имената на типовете достатъчно ли са описателни, за да подпомагат документирането на декларациите на данни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Променливите ползват ли се с единствена цел</a:t>
            </a:r>
            <a:r>
              <a:rPr lang="en-US" dirty="0">
                <a:latin typeface="Comfortaa" pitchFamily="2" charset="0"/>
              </a:rPr>
              <a:t>? </a:t>
            </a:r>
            <a:r>
              <a:rPr lang="bg-BG" dirty="0">
                <a:latin typeface="Comfortaa" pitchFamily="2" charset="0"/>
              </a:rPr>
              <a:t>Тази цел добре дефинирана ли е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B7983E-5A22-9A56-8208-84E657DF6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80" y="557309"/>
            <a:ext cx="10794271" cy="1110780"/>
          </a:xfrm>
        </p:spPr>
        <p:txBody>
          <a:bodyPr>
            <a:noAutofit/>
          </a:bodyPr>
          <a:lstStyle/>
          <a:p>
            <a:r>
              <a:rPr lang="bg-BG" sz="3000" b="1" dirty="0">
                <a:latin typeface="Comfortaa" pitchFamily="2" charset="0"/>
              </a:rPr>
              <a:t>Списък с напомняния за самоописателен код</a:t>
            </a:r>
            <a:r>
              <a:rPr lang="en-US" sz="3000" b="1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3716158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701" y="1736769"/>
            <a:ext cx="10644234" cy="47055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Имена на данните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Конвенциите на именуване различават ли се при имената на типове, изброими типове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именувани константи, локални променливи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клас-променливи и глобални променливи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Други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Типовете данни достатъчно прости ли са, за да бъде сложността максимално ниска</a:t>
            </a:r>
            <a:r>
              <a:rPr lang="en-US" dirty="0">
                <a:latin typeface="Comfortaa" pitchFamily="2" charset="0"/>
              </a:rPr>
              <a:t>? 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Свързаните команди групирани ли са заедно</a:t>
            </a:r>
            <a:r>
              <a:rPr lang="en-US" dirty="0">
                <a:latin typeface="Comfortaa" pitchFamily="2" charset="0"/>
              </a:rPr>
              <a:t>?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35FDBE-A396-39EA-7577-9B92E96B8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480" y="557309"/>
            <a:ext cx="10794271" cy="1110780"/>
          </a:xfrm>
        </p:spPr>
        <p:txBody>
          <a:bodyPr>
            <a:noAutofit/>
          </a:bodyPr>
          <a:lstStyle/>
          <a:p>
            <a:r>
              <a:rPr lang="bg-BG" sz="3000" b="1" dirty="0">
                <a:latin typeface="Comfortaa" pitchFamily="2" charset="0"/>
              </a:rPr>
              <a:t>Списък с напомняния за самоописателен код</a:t>
            </a:r>
            <a:r>
              <a:rPr lang="en-US" sz="3000" b="1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4133736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Ефективните коментари не повтарят кода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Обясняват го на по-високо ниво и разкриват неочевидни детайли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Най-добрата софтуерна документация е самият програмен код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нека да е изчистен и четлив</a:t>
            </a:r>
            <a:r>
              <a:rPr lang="en-US" dirty="0">
                <a:latin typeface="Comfortaa" pitchFamily="2" charset="0"/>
              </a:rPr>
              <a:t>!</a:t>
            </a:r>
          </a:p>
          <a:p>
            <a:pPr>
              <a:lnSpc>
                <a:spcPct val="100000"/>
              </a:lnSpc>
            </a:pPr>
            <a:r>
              <a:rPr lang="bg-BG" dirty="0" err="1">
                <a:latin typeface="Comfortaa" pitchFamily="2" charset="0"/>
              </a:rPr>
              <a:t>Самоописателният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код се подразбира и не се нуждае от коментари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Прост дизайн, малки добре именувани методи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силна свързаност и слаба зависимост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проста логика, удачни имена на променливите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добро форматиране</a:t>
            </a:r>
            <a:r>
              <a:rPr lang="en-US" dirty="0">
                <a:latin typeface="Comfortaa" pitchFamily="2" charset="0"/>
              </a:rPr>
              <a:t>, …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Ефективни коментари </a:t>
            </a:r>
            <a:r>
              <a:rPr lang="en-US" dirty="0">
                <a:latin typeface="Comfortaa" pitchFamily="2" charset="0"/>
              </a:rPr>
              <a:t>[1/4]</a:t>
            </a:r>
          </a:p>
        </p:txBody>
      </p:sp>
    </p:spTree>
    <p:extLst>
      <p:ext uri="{BB962C8B-B14F-4D97-AF65-F5344CB8AC3E}">
        <p14:creationId xmlns:p14="http://schemas.microsoft.com/office/powerpoint/2010/main" val="3971902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95697" y="1600224"/>
            <a:ext cx="10515600" cy="435133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Подвеждащи коментари</a:t>
            </a:r>
            <a:endParaRPr lang="en-US" dirty="0">
              <a:latin typeface="Comfortaa" pitchFamily="2" charset="0"/>
            </a:endParaRPr>
          </a:p>
          <a:p>
            <a:pPr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48537" y="2344087"/>
            <a:ext cx="10766795" cy="31393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write out the sums 1..n for all n from 1 to num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current = 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previous = 0;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sum = 1;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num;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Console.WriteLine("Sum = " + sum);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sum = current + previous;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previous = current;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current = sum;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917944" y="2905152"/>
            <a:ext cx="3836682" cy="1273328"/>
          </a:xfrm>
          <a:prstGeom prst="wedgeRoundRectCallout">
            <a:avLst>
              <a:gd name="adj1" fmla="val -62926"/>
              <a:gd name="adj2" fmla="val 3387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Какъв проблем разрешава този алгоритъм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475814" y="4846744"/>
            <a:ext cx="4558339" cy="1273328"/>
          </a:xfrm>
          <a:prstGeom prst="wedgeRoundRectCallout">
            <a:avLst>
              <a:gd name="adj1" fmla="val -72694"/>
              <a:gd name="adj2" fmla="val -2776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Можете ли да познаете коя сума е равна на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i</a:t>
            </a:r>
            <a:r>
              <a:rPr lang="bg-BG" sz="2200" b="1" baseline="30000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тото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число на Фибоначи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39177" y="3228352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8F286DD-E782-BDB4-84B8-6A1F941D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Ефективни коментари </a:t>
            </a:r>
            <a:r>
              <a:rPr lang="en-US" dirty="0">
                <a:latin typeface="Comfortaa" pitchFamily="2" charset="0"/>
              </a:rPr>
              <a:t>[2/4]</a:t>
            </a:r>
          </a:p>
        </p:txBody>
      </p:sp>
    </p:spTree>
    <p:extLst>
      <p:ext uri="{BB962C8B-B14F-4D97-AF65-F5344CB8AC3E}">
        <p14:creationId xmlns:p14="http://schemas.microsoft.com/office/powerpoint/2010/main" val="46047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Коментари, повтарящи кода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15749" y="2485902"/>
            <a:ext cx="10360501" cy="31393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set product to "base"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product = base;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loop from 2 to "num"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 int i = 2; i &lt;= num; i++ 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// multiply "base" by "product"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product = product * base;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Console.WriteLine("Product = " + product);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117977" y="2766602"/>
            <a:ext cx="2336191" cy="478784"/>
          </a:xfrm>
          <a:prstGeom prst="wedgeRoundRectCallout">
            <a:avLst>
              <a:gd name="adj1" fmla="val -113724"/>
              <a:gd name="adj2" fmla="val -1966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Очевидно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…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6096000" y="3691293"/>
            <a:ext cx="2358168" cy="478784"/>
          </a:xfrm>
          <a:prstGeom prst="wedgeRoundRectCallout">
            <a:avLst>
              <a:gd name="adj1" fmla="val -80935"/>
              <a:gd name="adj2" fmla="val -2479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Не думай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…</a:t>
            </a: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2120" y="3407862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19E4C3D-FAEF-0999-C089-FC68E94F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Ефективни коментари </a:t>
            </a:r>
            <a:r>
              <a:rPr lang="en-US" dirty="0">
                <a:latin typeface="Comfortaa" pitchFamily="2" charset="0"/>
              </a:rPr>
              <a:t>[3/4]</a:t>
            </a:r>
          </a:p>
        </p:txBody>
      </p:sp>
    </p:spTree>
    <p:extLst>
      <p:ext uri="{BB962C8B-B14F-4D97-AF65-F5344CB8AC3E}">
        <p14:creationId xmlns:p14="http://schemas.microsoft.com/office/powerpoint/2010/main" val="1913454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14175" y="1534680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Лош стил на кода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spcBef>
                <a:spcPts val="4200"/>
              </a:spcBef>
            </a:pPr>
            <a:r>
              <a:rPr lang="bg-BG" sz="3600" dirty="0">
                <a:latin typeface="Comfortaa" pitchFamily="2" charset="0"/>
              </a:rPr>
              <a:t>Не коментирайте лош код, </a:t>
            </a:r>
            <a:br>
              <a:rPr lang="bg-BG" sz="3600" dirty="0">
                <a:latin typeface="Comfortaa" pitchFamily="2" charset="0"/>
              </a:rPr>
            </a:br>
            <a:r>
              <a:rPr lang="bg-BG" sz="3600" dirty="0">
                <a:latin typeface="Comfortaa" pitchFamily="2" charset="0"/>
              </a:rPr>
              <a:t>пренапишете го</a:t>
            </a:r>
            <a:r>
              <a:rPr lang="en-US" sz="3600" dirty="0">
                <a:latin typeface="Comfortaa" pitchFamily="2" charset="0"/>
              </a:rPr>
              <a:t>!</a:t>
            </a:r>
          </a:p>
          <a:p>
            <a:pPr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63559" y="2079516"/>
            <a:ext cx="10039870" cy="230832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compute the square root of num using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the Newton-Raphson approximation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 = num / 2;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(Math.Abs(r - (num / r)) &gt; Tolerance)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r = 0.5 * (r + (num / r) );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Console.WriteLine("r = " + r); </a:t>
            </a: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2546" y="2585978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56EB86F-9E02-C3EB-4710-83A7CC7B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Ефективни коментари </a:t>
            </a:r>
            <a:r>
              <a:rPr lang="en-US" dirty="0">
                <a:latin typeface="Comfortaa" pitchFamily="2" charset="0"/>
              </a:rPr>
              <a:t>[4/4]</a:t>
            </a:r>
          </a:p>
        </p:txBody>
      </p:sp>
    </p:spTree>
    <p:extLst>
      <p:ext uri="{BB962C8B-B14F-4D97-AF65-F5344CB8AC3E}">
        <p14:creationId xmlns:p14="http://schemas.microsoft.com/office/powerpoint/2010/main" val="2308538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318" y="1703325"/>
            <a:ext cx="11552042" cy="4495595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Ползвайте стил, който не блокира промените и не им пречи</a:t>
            </a: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br>
              <a:rPr lang="bg-BG" sz="2400" dirty="0">
                <a:latin typeface="Comfortaa" pitchFamily="2" charset="0"/>
              </a:rPr>
            </a:b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>
              <a:spcBef>
                <a:spcPts val="3000"/>
              </a:spcBef>
            </a:pPr>
            <a:r>
              <a:rPr lang="bg-BG" sz="2400" dirty="0">
                <a:latin typeface="Comfortaa" pitchFamily="2" charset="0"/>
              </a:rPr>
              <a:t>Горните коментари са трудни за поддръжка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013" y="320043"/>
            <a:ext cx="11505347" cy="1110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latin typeface="Comfortaa" pitchFamily="2" charset="0"/>
              </a:rPr>
              <a:t>Ключови аспекти на ефективното коментиране</a:t>
            </a:r>
            <a:r>
              <a:rPr lang="en-US" sz="2800" b="1" dirty="0">
                <a:latin typeface="Comfortaa" pitchFamily="2" charset="0"/>
              </a:rPr>
              <a:t> [1/5]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8274" y="2356904"/>
            <a:ext cx="10766795" cy="28623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Variable            Meaning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--------            -------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xPos .............. X coordinate position (in meters)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yPos .............. Y coordinate position (in meters)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zPos .............. Z coordinate position (in meters)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radius ............ The radius of the sphere where the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        battle ship is located (in meters)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 distance .......... The distance from the start position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           (in meters)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03131" y="3098286"/>
            <a:ext cx="1333637" cy="1295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6704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40" y="1229172"/>
            <a:ext cx="11505347" cy="15445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Коментирайте целта на кода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не детайли от изпълнението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030" y="1828801"/>
            <a:ext cx="10969943" cy="470898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Scan char by char to find the command-word terminator ($)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done = false;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maxLen = inputString.length;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 = 0;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(!done &amp;&amp; (i &lt; maxLen))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(inputString[i] == '$')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done = true;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i++;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11017" y="3718597"/>
            <a:ext cx="1117309" cy="1025106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41379CE-B30C-C77A-2462-7D4B8E96E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3" y="320043"/>
            <a:ext cx="11505347" cy="1110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latin typeface="Comfortaa" pitchFamily="2" charset="0"/>
              </a:rPr>
              <a:t>Ключови аспекти на ефективното коментиране</a:t>
            </a:r>
            <a:r>
              <a:rPr lang="en-US" sz="2800" b="1" dirty="0">
                <a:latin typeface="Comfortaa" pitchFamily="2" charset="0"/>
              </a:rPr>
              <a:t> [2/5]</a:t>
            </a:r>
          </a:p>
        </p:txBody>
      </p:sp>
    </p:spTree>
    <p:extLst>
      <p:ext uri="{BB962C8B-B14F-4D97-AF65-F5344CB8AC3E}">
        <p14:creationId xmlns:p14="http://schemas.microsoft.com/office/powerpoint/2010/main" val="4239212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060" y="1223114"/>
            <a:ext cx="11439880" cy="581935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Фокусът на усилията ви за документиране да е върху кода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1" y="1754466"/>
            <a:ext cx="10773785" cy="477053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Find the command-word terminator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terminatorFound = false;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maxCommandLength = inputString.Length;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testCharPosition = 0;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(!terminatorFound &amp;&amp; (testCharPosition &lt; maxCommandLength))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(inputString[testCharPosition] == CommandWordTerminator)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terminatorFound = true;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terminatorPosition = testCharPosition;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else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testCharPosition = testCharPosition + 1;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871680" y="1964162"/>
            <a:ext cx="4909143" cy="876056"/>
          </a:xfrm>
          <a:prstGeom prst="wedgeRoundRectCallout">
            <a:avLst>
              <a:gd name="adj1" fmla="val -69689"/>
              <a:gd name="adj2" fmla="val -3154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По-добър код </a:t>
            </a:r>
            <a:r>
              <a:rPr lang="en-US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  <a:sym typeface="Wingdings" panose="05000000000000000000" pitchFamily="2" charset="2"/>
              </a:rPr>
              <a:t> </a:t>
            </a: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  <a:sym typeface="Wingdings" panose="05000000000000000000" pitchFamily="2" charset="2"/>
              </a:rPr>
              <a:t>по-малко коментари</a:t>
            </a:r>
            <a:endParaRPr lang="en-US" sz="22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2210" y="5030820"/>
            <a:ext cx="1117309" cy="1025106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2C9437F-3895-36EC-4760-1F4CC2F88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3" y="320043"/>
            <a:ext cx="11505347" cy="1110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latin typeface="Comfortaa" pitchFamily="2" charset="0"/>
              </a:rPr>
              <a:t>Ключови аспекти на ефективното коментиране</a:t>
            </a:r>
            <a:r>
              <a:rPr lang="en-US" sz="2800" b="1" dirty="0">
                <a:latin typeface="Comfortaa" pitchFamily="2" charset="0"/>
              </a:rPr>
              <a:t> [3/5]</a:t>
            </a:r>
          </a:p>
        </p:txBody>
      </p:sp>
    </p:spTree>
    <p:extLst>
      <p:ext uri="{BB962C8B-B14F-4D97-AF65-F5344CB8AC3E}">
        <p14:creationId xmlns:p14="http://schemas.microsoft.com/office/powerpoint/2010/main" val="1146091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362487"/>
            <a:ext cx="10515600" cy="4351338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Коментарите над абзаца – да обясняват </a:t>
            </a:r>
            <a:r>
              <a:rPr lang="en-US" sz="2400" dirty="0">
                <a:latin typeface="Comfortaa" pitchFamily="2" charset="0"/>
              </a:rPr>
              <a:t>„</a:t>
            </a:r>
            <a:r>
              <a:rPr lang="bg-BG" sz="2400" dirty="0">
                <a:latin typeface="Comfortaa" pitchFamily="2" charset="0"/>
              </a:rPr>
              <a:t>защо</a:t>
            </a:r>
            <a:r>
              <a:rPr lang="en-US" sz="2400" dirty="0">
                <a:latin typeface="Comfortaa" pitchFamily="2" charset="0"/>
              </a:rPr>
              <a:t>"</a:t>
            </a:r>
            <a:r>
              <a:rPr lang="bg-BG" sz="2400" dirty="0">
                <a:latin typeface="Comfortaa" pitchFamily="2" charset="0"/>
              </a:rPr>
              <a:t>,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не </a:t>
            </a:r>
            <a:r>
              <a:rPr lang="en-US" sz="2400" dirty="0">
                <a:latin typeface="Comfortaa" pitchFamily="2" charset="0"/>
              </a:rPr>
              <a:t>„</a:t>
            </a:r>
            <a:r>
              <a:rPr lang="bg-BG" sz="2400" dirty="0">
                <a:latin typeface="Comfortaa" pitchFamily="2" charset="0"/>
              </a:rPr>
              <a:t>как</a:t>
            </a:r>
            <a:r>
              <a:rPr lang="en-US" sz="2400" dirty="0">
                <a:latin typeface="Comfortaa" pitchFamily="2" charset="0"/>
              </a:rPr>
              <a:t>“</a:t>
            </a: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>
              <a:spcBef>
                <a:spcPts val="3000"/>
              </a:spcBef>
            </a:pPr>
            <a:r>
              <a:rPr lang="bg-BG" dirty="0">
                <a:latin typeface="Comfortaa" pitchFamily="2" charset="0"/>
              </a:rPr>
              <a:t>Използвайте коментари, за да подготвите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читателя за това, което следва</a:t>
            </a:r>
            <a:endParaRPr lang="en-US" dirty="0">
              <a:latin typeface="Comfortaa" pitchFamily="2" charset="0"/>
            </a:endParaRPr>
          </a:p>
          <a:p>
            <a:pPr lvl="0"/>
            <a:r>
              <a:rPr lang="bg-BG" dirty="0">
                <a:latin typeface="Comfortaa" pitchFamily="2" charset="0"/>
              </a:rPr>
              <a:t>Избягвайте съкращения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6" y="2153119"/>
            <a:ext cx="10563648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Establish a new account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(accountType == AccountType.NewAccount)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…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71491" y="2429325"/>
            <a:ext cx="1117309" cy="1025106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yoursocialmove.com/wp-content/uploads/2011/10/110117-acronyms1-e131965696347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600" y="4857428"/>
            <a:ext cx="2247539" cy="141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71491" y="4935166"/>
            <a:ext cx="1153774" cy="1120694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2DE165C-0417-7C62-5C30-F4AE84A1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3" y="320043"/>
            <a:ext cx="11505347" cy="1110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latin typeface="Comfortaa" pitchFamily="2" charset="0"/>
              </a:rPr>
              <a:t>Ключови аспекти на ефективното коментиране</a:t>
            </a:r>
            <a:r>
              <a:rPr lang="en-US" sz="2800" b="1" dirty="0">
                <a:latin typeface="Comfortaa" pitchFamily="2" charset="0"/>
              </a:rPr>
              <a:t> [4/5]</a:t>
            </a:r>
          </a:p>
        </p:txBody>
      </p:sp>
    </p:spTree>
    <p:extLst>
      <p:ext uri="{BB962C8B-B14F-4D97-AF65-F5344CB8AC3E}">
        <p14:creationId xmlns:p14="http://schemas.microsoft.com/office/powerpoint/2010/main" val="229400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6002" y="1475303"/>
            <a:ext cx="11090409" cy="4836432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Коментирайте всичко, което е заобиколно решение на проблем или пък е </a:t>
            </a:r>
            <a:r>
              <a:rPr lang="bg-BG" dirty="0" err="1">
                <a:latin typeface="Comfortaa" pitchFamily="2" charset="0"/>
              </a:rPr>
              <a:t>недокументирана</a:t>
            </a:r>
            <a:r>
              <a:rPr lang="bg-BG" dirty="0">
                <a:latin typeface="Comfortaa" pitchFamily="2" charset="0"/>
              </a:rPr>
              <a:t> функция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b="1" dirty="0" err="1">
                <a:solidFill>
                  <a:srgbClr val="00B0F0"/>
                </a:solidFill>
                <a:latin typeface="Comfortaa" pitchFamily="2" charset="0"/>
              </a:rPr>
              <a:t>Напр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.</a:t>
            </a:r>
            <a:r>
              <a:rPr lang="en-US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// This is a workaround for bug #3712</a:t>
            </a:r>
          </a:p>
          <a:p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Това оправдава нарушение на добрия стил на програмиране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lvl="0"/>
            <a:r>
              <a:rPr lang="bg-BG" dirty="0">
                <a:latin typeface="Comfortaa" pitchFamily="2" charset="0"/>
              </a:rPr>
              <a:t>Ползвайте вградените в средата начини за коментиране</a:t>
            </a:r>
            <a:endParaRPr lang="en-US" dirty="0">
              <a:latin typeface="Comfortaa" pitchFamily="2" charset="0"/>
            </a:endParaRPr>
          </a:p>
          <a:p>
            <a:pPr lvl="0"/>
            <a:r>
              <a:rPr lang="bg-BG" dirty="0">
                <a:latin typeface="Comfortaa" pitchFamily="2" charset="0"/>
              </a:rPr>
              <a:t>Не коментирайте сложен код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пренапишете го</a:t>
            </a:r>
            <a:endParaRPr lang="en-US" dirty="0">
              <a:latin typeface="Comfortaa" pitchFamily="2" charset="0"/>
            </a:endParaRPr>
          </a:p>
          <a:p>
            <a:pPr lvl="0"/>
            <a:r>
              <a:rPr lang="bg-BG" dirty="0">
                <a:latin typeface="Comfortaa" pitchFamily="2" charset="0"/>
              </a:rPr>
              <a:t>Пишете документацията с помощта на инструменти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XML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коментари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72C452-706A-B66E-1A70-FF7769EB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13" y="320043"/>
            <a:ext cx="11505347" cy="1110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2800" b="1" dirty="0">
                <a:latin typeface="Comfortaa" pitchFamily="2" charset="0"/>
              </a:rPr>
              <a:t>Ключови аспекти на ефективното коментиране</a:t>
            </a:r>
            <a:r>
              <a:rPr lang="en-US" sz="2800" b="1" dirty="0">
                <a:latin typeface="Comfortaa" pitchFamily="2" charset="0"/>
              </a:rPr>
              <a:t> [5/5]</a:t>
            </a:r>
          </a:p>
        </p:txBody>
      </p:sp>
    </p:spTree>
    <p:extLst>
      <p:ext uri="{BB962C8B-B14F-4D97-AF65-F5344CB8AC3E}">
        <p14:creationId xmlns:p14="http://schemas.microsoft.com/office/powerpoint/2010/main" val="3352527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bg-BG" sz="3600" dirty="0">
                <a:latin typeface="Comfortaa" pitchFamily="2" charset="0"/>
              </a:rPr>
              <a:t>Опишете идеята за дизайна на класа</a:t>
            </a:r>
            <a:endParaRPr lang="en-US" sz="3600" dirty="0">
              <a:latin typeface="Comfortaa" pitchFamily="2" charset="0"/>
            </a:endParaRPr>
          </a:p>
          <a:p>
            <a:pPr lvl="0"/>
            <a:r>
              <a:rPr lang="bg-BG" sz="3600" dirty="0">
                <a:latin typeface="Comfortaa" pitchFamily="2" charset="0"/>
              </a:rPr>
              <a:t>Опишете ограничения</a:t>
            </a:r>
            <a:r>
              <a:rPr lang="en-US" sz="3600" dirty="0">
                <a:latin typeface="Comfortaa" pitchFamily="2" charset="0"/>
              </a:rPr>
              <a:t>, </a:t>
            </a:r>
            <a:r>
              <a:rPr lang="bg-BG" sz="3600" dirty="0">
                <a:latin typeface="Comfortaa" pitchFamily="2" charset="0"/>
              </a:rPr>
              <a:t>изисквания за работа и </a:t>
            </a:r>
            <a:r>
              <a:rPr lang="bg-BG" sz="3600" dirty="0" err="1">
                <a:latin typeface="Comfortaa" pitchFamily="2" charset="0"/>
              </a:rPr>
              <a:t>др</a:t>
            </a:r>
            <a:r>
              <a:rPr lang="en-US" sz="3600" dirty="0">
                <a:latin typeface="Comfortaa" pitchFamily="2" charset="0"/>
              </a:rPr>
              <a:t>.</a:t>
            </a:r>
          </a:p>
          <a:p>
            <a:pPr lvl="0"/>
            <a:r>
              <a:rPr lang="bg-BG" sz="3600" dirty="0">
                <a:latin typeface="Comfortaa" pitchFamily="2" charset="0"/>
              </a:rPr>
              <a:t>Коментирайте интерфейса на класа </a:t>
            </a:r>
            <a:r>
              <a:rPr lang="en-US" sz="3600" dirty="0">
                <a:latin typeface="Comfortaa" pitchFamily="2" charset="0"/>
              </a:rPr>
              <a:t>(</a:t>
            </a:r>
            <a:r>
              <a:rPr lang="bg-BG" sz="3600" dirty="0">
                <a:latin typeface="Comfortaa" pitchFamily="2" charset="0"/>
              </a:rPr>
              <a:t>публични методи </a:t>
            </a:r>
            <a:r>
              <a:rPr lang="en-US" sz="3600" dirty="0">
                <a:latin typeface="Comfortaa" pitchFamily="2" charset="0"/>
              </a:rPr>
              <a:t>/ </a:t>
            </a:r>
            <a:r>
              <a:rPr lang="bg-BG" sz="3600" dirty="0">
                <a:latin typeface="Comfortaa" pitchFamily="2" charset="0"/>
              </a:rPr>
              <a:t>свойства </a:t>
            </a:r>
            <a:r>
              <a:rPr lang="en-US" sz="3600" dirty="0">
                <a:latin typeface="Comfortaa" pitchFamily="2" charset="0"/>
              </a:rPr>
              <a:t>/ </a:t>
            </a:r>
            <a:r>
              <a:rPr lang="bg-BG" sz="3600" dirty="0">
                <a:latin typeface="Comfortaa" pitchFamily="2" charset="0"/>
              </a:rPr>
              <a:t>събития </a:t>
            </a:r>
            <a:r>
              <a:rPr lang="en-US" sz="3600" dirty="0">
                <a:latin typeface="Comfortaa" pitchFamily="2" charset="0"/>
              </a:rPr>
              <a:t>/ </a:t>
            </a:r>
            <a:r>
              <a:rPr lang="bg-BG" sz="3600" dirty="0">
                <a:latin typeface="Comfortaa" pitchFamily="2" charset="0"/>
              </a:rPr>
              <a:t>конструктори</a:t>
            </a:r>
            <a:r>
              <a:rPr lang="en-US" sz="3600" dirty="0">
                <a:latin typeface="Comfortaa" pitchFamily="2" charset="0"/>
              </a:rPr>
              <a:t>)</a:t>
            </a:r>
          </a:p>
          <a:p>
            <a:pPr lvl="0"/>
            <a:r>
              <a:rPr lang="bg-BG" sz="3600" dirty="0">
                <a:latin typeface="Comfortaa" pitchFamily="2" charset="0"/>
              </a:rPr>
              <a:t>Не документирайте детайли по изпълнението в интерфейса на класа</a:t>
            </a:r>
            <a:endParaRPr lang="en-US" sz="3600" dirty="0">
              <a:latin typeface="Comfortaa" pitchFamily="2" charset="0"/>
            </a:endParaRPr>
          </a:p>
          <a:p>
            <a:r>
              <a:rPr lang="bg-BG" sz="3600" dirty="0">
                <a:latin typeface="Comfortaa" pitchFamily="2" charset="0"/>
              </a:rPr>
              <a:t>Опишете целта и съдържанието на всеки файл</a:t>
            </a:r>
            <a:endParaRPr lang="en-US" sz="3600" dirty="0">
              <a:latin typeface="Comfortaa" pitchFamily="2" charset="0"/>
            </a:endParaRPr>
          </a:p>
          <a:p>
            <a:r>
              <a:rPr lang="bg-BG" sz="3600" dirty="0">
                <a:latin typeface="Comfortaa" pitchFamily="2" charset="0"/>
              </a:rPr>
              <a:t>Именувайте файла според съдържанието му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1603"/>
            <a:ext cx="10781805" cy="1110780"/>
          </a:xfrm>
        </p:spPr>
        <p:txBody>
          <a:bodyPr>
            <a:noAutofit/>
          </a:bodyPr>
          <a:lstStyle/>
          <a:p>
            <a:r>
              <a:rPr lang="bg-BG" sz="3200" dirty="0">
                <a:latin typeface="Comfortaa" pitchFamily="2" charset="0"/>
              </a:rPr>
              <a:t>Съвети за документация от по-високо ниво</a:t>
            </a:r>
            <a:endParaRPr lang="en-US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239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94381" y="2026472"/>
            <a:ext cx="10875965" cy="3968365"/>
          </a:xfrm>
        </p:spPr>
        <p:txBody>
          <a:bodyPr/>
          <a:lstStyle/>
          <a:p>
            <a:r>
              <a:rPr lang="en-US" sz="3600" dirty="0">
                <a:latin typeface="Comfortaa" pitchFamily="2" charset="0"/>
              </a:rPr>
              <a:t>„</a:t>
            </a:r>
            <a:r>
              <a:rPr lang="bg-BG" sz="3600" b="1" dirty="0">
                <a:solidFill>
                  <a:srgbClr val="00B0F0"/>
                </a:solidFill>
                <a:latin typeface="Comfortaa" pitchFamily="2" charset="0"/>
              </a:rPr>
              <a:t>Нямам време да пиша коментари</a:t>
            </a:r>
            <a:r>
              <a:rPr lang="en-US" sz="3600" dirty="0">
                <a:latin typeface="Comfortaa" pitchFamily="2" charset="0"/>
              </a:rPr>
              <a:t>"</a:t>
            </a:r>
          </a:p>
          <a:p>
            <a:pPr lvl="1"/>
            <a:r>
              <a:rPr lang="bg-BG" dirty="0">
                <a:latin typeface="Comfortaa" pitchFamily="2" charset="0"/>
              </a:rPr>
              <a:t>После </a:t>
            </a:r>
            <a:r>
              <a:rPr lang="bg-BG" dirty="0" err="1">
                <a:latin typeface="Comfortaa" pitchFamily="2" charset="0"/>
              </a:rPr>
              <a:t>дешифроването</a:t>
            </a:r>
            <a:r>
              <a:rPr lang="bg-BG" dirty="0">
                <a:latin typeface="Comfortaa" pitchFamily="2" charset="0"/>
              </a:rPr>
              <a:t> на кода ще отнеме повече време</a:t>
            </a:r>
            <a:endParaRPr lang="en-US" dirty="0">
              <a:latin typeface="Comfortaa" pitchFamily="2" charset="0"/>
            </a:endParaRPr>
          </a:p>
          <a:p>
            <a:r>
              <a:rPr lang="en-US" sz="3200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По-късно ще напиша коментарите</a:t>
            </a:r>
            <a:r>
              <a:rPr lang="en-US" sz="3200" dirty="0">
                <a:latin typeface="Comfortaa" pitchFamily="2" charset="0"/>
              </a:rPr>
              <a:t>"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Най-вероятно това няма да се случи</a:t>
            </a:r>
            <a:endParaRPr lang="en-US" dirty="0">
              <a:latin typeface="Comfortaa" pitchFamily="2" charset="0"/>
            </a:endParaRPr>
          </a:p>
          <a:p>
            <a:r>
              <a:rPr lang="en-US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Кодът ми е </a:t>
            </a:r>
            <a:r>
              <a:rPr lang="bg-BG" dirty="0" err="1">
                <a:latin typeface="Comfortaa" pitchFamily="2" charset="0"/>
              </a:rPr>
              <a:t>самоописателен</a:t>
            </a:r>
            <a:r>
              <a:rPr lang="bg-BG" dirty="0">
                <a:latin typeface="Comfortaa" pitchFamily="2" charset="0"/>
              </a:rPr>
              <a:t>, не му трябват коментари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/>
            <a:r>
              <a:rPr lang="bg-BG" dirty="0">
                <a:latin typeface="Comfortaa" pitchFamily="2" charset="0"/>
              </a:rPr>
              <a:t>Може да са необходими коментари, за да обяснят някоя объркваща част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да опишат структурата и поведението на приложението и </a:t>
            </a:r>
            <a:r>
              <a:rPr lang="bg-BG" dirty="0" err="1">
                <a:latin typeface="Comfortaa" pitchFamily="2" charset="0"/>
              </a:rPr>
              <a:t>др</a:t>
            </a:r>
            <a:r>
              <a:rPr lang="en-US" dirty="0">
                <a:latin typeface="Comfortaa" pitchFamily="2" charset="0"/>
              </a:rPr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381" y="889427"/>
            <a:ext cx="11500853" cy="1110780"/>
          </a:xfrm>
        </p:spPr>
        <p:txBody>
          <a:bodyPr>
            <a:noAutofit/>
          </a:bodyPr>
          <a:lstStyle/>
          <a:p>
            <a:r>
              <a:rPr lang="bg-BG" sz="3600" dirty="0">
                <a:latin typeface="Comfortaa" pitchFamily="2" charset="0"/>
              </a:rPr>
              <a:t>Оправдания и провали в документацията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10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3029"/>
            <a:ext cx="10439713" cy="4939846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В</a:t>
            </a:r>
            <a:r>
              <a:rPr lang="en-US" dirty="0">
                <a:latin typeface="Comfortaa" pitchFamily="2" charset="0"/>
              </a:rPr>
              <a:t> C# </a:t>
            </a:r>
            <a:r>
              <a:rPr lang="bg-BG" dirty="0">
                <a:latin typeface="Comfortaa" pitchFamily="2" charset="0"/>
              </a:rPr>
              <a:t>можете да документирате кода с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тагове в специални коментари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Директно в програмния код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en-US" dirty="0">
                <a:latin typeface="Comfortaa" pitchFamily="2" charset="0"/>
              </a:rPr>
              <a:t>XML doc </a:t>
            </a:r>
            <a:r>
              <a:rPr lang="bg-BG" dirty="0">
                <a:latin typeface="Comfortaa" pitchFamily="2" charset="0"/>
              </a:rPr>
              <a:t>коментарите не са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метаданни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Не са включени в компилираното </a:t>
            </a:r>
            <a:r>
              <a:rPr lang="bg-BG" dirty="0" err="1">
                <a:latin typeface="Comfortaa" pitchFamily="2" charset="0"/>
              </a:rPr>
              <a:t>асембли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Достъпни са като отделен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файл след компилирането на кода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60946" y="3361232"/>
            <a:ext cx="9998940" cy="132343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/// &lt;summary&gt;</a:t>
            </a:r>
          </a:p>
          <a:p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/// This class performs an important function.</a:t>
            </a:r>
          </a:p>
          <a:p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/// &lt;/summary&gt;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MyClass { }</a:t>
            </a:r>
          </a:p>
        </p:txBody>
      </p:sp>
    </p:spTree>
    <p:extLst>
      <p:ext uri="{BB962C8B-B14F-4D97-AF65-F5344CB8AC3E}">
        <p14:creationId xmlns:p14="http://schemas.microsoft.com/office/powerpoint/2010/main" val="18386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64371" cy="46672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&lt;summary&gt;</a:t>
            </a:r>
          </a:p>
          <a:p>
            <a:pPr lvl="1"/>
            <a:r>
              <a:rPr lang="bg-BG" dirty="0">
                <a:latin typeface="Comfortaa" pitchFamily="2" charset="0"/>
              </a:rPr>
              <a:t>Резюме на класа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метода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обекта</a:t>
            </a:r>
            <a:endParaRPr lang="en-US" dirty="0">
              <a:latin typeface="Comfortaa" pitchFamily="2" charset="0"/>
            </a:endParaRPr>
          </a:p>
          <a:p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&lt;param&gt;</a:t>
            </a:r>
          </a:p>
          <a:p>
            <a:endParaRPr lang="en-US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Описва някой от параметрите в метод</a:t>
            </a:r>
            <a:endParaRPr lang="en-US" dirty="0">
              <a:latin typeface="Comfortaa" pitchFamily="2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&lt;returns&gt;</a:t>
            </a:r>
          </a:p>
          <a:p>
            <a:pPr lvl="1"/>
            <a:r>
              <a:rPr lang="bg-BG" dirty="0">
                <a:latin typeface="Comfortaa" pitchFamily="2" charset="0"/>
              </a:rPr>
              <a:t>Описание на връщаната стойност</a:t>
            </a:r>
            <a:endParaRPr lang="en-US" dirty="0">
              <a:latin typeface="Comfortaa" pitchFamily="2" charset="0"/>
            </a:endParaRPr>
          </a:p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&lt;remarks&gt;</a:t>
            </a:r>
          </a:p>
          <a:p>
            <a:pPr lvl="1"/>
            <a:r>
              <a:rPr lang="bg-BG" dirty="0">
                <a:latin typeface="Comfortaa" pitchFamily="2" charset="0"/>
              </a:rPr>
              <a:t>Допълнителна информация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бележки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838543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тагове за документация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73628" y="3378460"/>
            <a:ext cx="9648372" cy="51473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&lt;param name="name"&gt;description&lt;/param&gt;</a:t>
            </a:r>
          </a:p>
        </p:txBody>
      </p:sp>
    </p:spTree>
    <p:extLst>
      <p:ext uri="{BB962C8B-B14F-4D97-AF65-F5344CB8AC3E}">
        <p14:creationId xmlns:p14="http://schemas.microsoft.com/office/powerpoint/2010/main" val="3625446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230" y="1690688"/>
            <a:ext cx="11114627" cy="499477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&lt;c&gt;</a:t>
            </a:r>
            <a:r>
              <a:rPr lang="en-US" sz="3200" dirty="0">
                <a:latin typeface="Comfortaa" pitchFamily="2" charset="0"/>
              </a:rPr>
              <a:t> /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&lt;code&gt;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mfortaa" pitchFamily="2" charset="0"/>
                <a:cs typeface="Consolas" panose="020B0609020204030204" pitchFamily="49" charset="0"/>
              </a:rPr>
              <a:t>- </a:t>
            </a:r>
            <a:r>
              <a:rPr lang="bg-BG" dirty="0">
                <a:latin typeface="Comfortaa" pitchFamily="2" charset="0"/>
              </a:rPr>
              <a:t>позволява обозначаването на код</a:t>
            </a:r>
            <a:endParaRPr lang="en-US" dirty="0">
              <a:latin typeface="Comfortaa" pitchFamily="2" charset="0"/>
            </a:endParaRPr>
          </a:p>
          <a:p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see&gt;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3200" noProof="1">
                <a:latin typeface="Comfortaa" pitchFamily="2" charset="0"/>
              </a:rPr>
              <a:t>/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&lt;seealso&gt;</a:t>
            </a:r>
            <a:r>
              <a:rPr lang="en-US" sz="3200" noProof="1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3200" noProof="1">
                <a:latin typeface="Comfortaa" pitchFamily="2" charset="0"/>
              </a:rPr>
              <a:t>+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cref</a:t>
            </a:r>
            <a:r>
              <a:rPr lang="en-US" sz="3200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noProof="1">
                <a:latin typeface="Comfortaa" pitchFamily="2" charset="0"/>
                <a:cs typeface="Consolas" panose="020B0609020204030204" pitchFamily="49" charset="0"/>
              </a:rPr>
              <a:t>- </a:t>
            </a:r>
            <a:r>
              <a:rPr lang="bg-BG" noProof="1">
                <a:latin typeface="Comfortaa" pitchFamily="2" charset="0"/>
              </a:rPr>
              <a:t>препратка към кода</a:t>
            </a:r>
            <a:br>
              <a:rPr lang="bg-BG" noProof="1">
                <a:latin typeface="Comfortaa" pitchFamily="2" charset="0"/>
              </a:rPr>
            </a:br>
            <a:br>
              <a:rPr lang="bg-BG" sz="3200" noProof="1">
                <a:latin typeface="Comfortaa" pitchFamily="2" charset="0"/>
              </a:rPr>
            </a:br>
            <a:br>
              <a:rPr lang="bg-BG" sz="3200" noProof="1">
                <a:latin typeface="Comfortaa" pitchFamily="2" charset="0"/>
              </a:rPr>
            </a:br>
            <a:endParaRPr lang="en-US" sz="32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&lt;exception&gt;</a:t>
            </a:r>
          </a:p>
          <a:p>
            <a:pPr lvl="1"/>
            <a:r>
              <a:rPr lang="bg-BG" dirty="0">
                <a:latin typeface="Comfortaa" pitchFamily="2" charset="0"/>
              </a:rPr>
              <a:t>Позволява да уточните кои изключения може да се хвърлят</a:t>
            </a:r>
            <a:endParaRPr lang="en-US" dirty="0">
              <a:latin typeface="Comfortaa" pitchFamily="2" charset="0"/>
            </a:endParaRPr>
          </a:p>
          <a:p>
            <a:pPr lvl="1"/>
            <a:endParaRPr lang="en-US" sz="2800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Всички тагове</a:t>
            </a:r>
            <a:r>
              <a:rPr lang="en-US" dirty="0">
                <a:latin typeface="Comfortaa" pitchFamily="2" charset="0"/>
              </a:rPr>
              <a:t>: </a:t>
            </a:r>
            <a:br>
              <a:rPr lang="bg-BG" dirty="0">
                <a:latin typeface="Comfortaa" pitchFamily="2" charset="0"/>
              </a:rPr>
            </a:br>
            <a:r>
              <a:rPr lang="en-US" dirty="0">
                <a:latin typeface="Comfortaa" pitchFamily="2" charset="0"/>
                <a:hlinkClick r:id="rId2"/>
              </a:rPr>
              <a:t>http://msdn.microsoft.com/en-us/library/5ast78ax.aspx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48227" y="2861932"/>
            <a:ext cx="10332131" cy="48396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&lt;see cref="GetConfigurationSettings"/&gt;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48228" y="5000519"/>
            <a:ext cx="10332131" cy="48396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&lt;exception cref="System.Exception"&gt;Thrown when...&lt;/exception&gt;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48226" y="3413317"/>
            <a:ext cx="10332131" cy="48396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tIns="72000" bIns="72000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&lt;seealso cref="TestClass.Main"/&gt;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47B87F7-4A6B-02A6-5A03-15A0F803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5458" cy="132556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тагове за документация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908494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49010"/>
            <a:ext cx="10515600" cy="670257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Пример за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1035382"/>
            <a:ext cx="10563648" cy="54416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&lt;summary&gt;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The GetZero method. Always returns zero.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&lt;/summary&gt;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&lt;example&gt; 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This sample shows how to call the &lt;see cref="GetZero"/&gt; method.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&lt;code&gt;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class TestClass 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{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    static int Main() 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    {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        return GetZero();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    }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}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&lt;/code&gt; 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 &lt;/example&gt;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static int GetZero()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return 0;</a:t>
            </a:r>
          </a:p>
          <a:p>
            <a:pPr>
              <a:lnSpc>
                <a:spcPts val="22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9535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Visual Studio </a:t>
            </a:r>
            <a:r>
              <a:rPr lang="bg-BG" dirty="0">
                <a:latin typeface="Comfortaa" pitchFamily="2" charset="0"/>
              </a:rPr>
              <a:t>ще ползва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документацията за автоматично допълване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Автоматично е, просто ползва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документите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Компилиране на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документацията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Компилирайте кода с опция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/doc</a:t>
            </a:r>
            <a:r>
              <a:rPr lang="bg-BG" dirty="0">
                <a:latin typeface="Comfortaa" pitchFamily="2" charset="0"/>
              </a:rPr>
              <a:t>, за да извлечете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 във външен </a:t>
            </a: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файл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Ползвайте </a:t>
            </a:r>
            <a:r>
              <a:rPr lang="en-US" dirty="0">
                <a:latin typeface="Comfortaa" pitchFamily="2" charset="0"/>
                <a:hlinkClick r:id="rId2"/>
              </a:rPr>
              <a:t>Sandcastle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или друг инструмент да генерирате </a:t>
            </a:r>
            <a:r>
              <a:rPr lang="en-US" dirty="0">
                <a:latin typeface="Comfortaa" pitchFamily="2" charset="0"/>
              </a:rPr>
              <a:t>CHM / PDF / HTML / </a:t>
            </a:r>
            <a:r>
              <a:rPr lang="bg-BG" dirty="0">
                <a:latin typeface="Comfortaa" pitchFamily="2" charset="0"/>
              </a:rPr>
              <a:t>друг </a:t>
            </a:r>
            <a:r>
              <a:rPr lang="en-US" dirty="0">
                <a:latin typeface="Comfortaa" pitchFamily="2" charset="0"/>
              </a:rPr>
              <a:t>MSDN</a:t>
            </a:r>
            <a:r>
              <a:rPr lang="bg-BG" dirty="0">
                <a:latin typeface="Comfortaa" pitchFamily="2" charset="0"/>
              </a:rPr>
              <a:t> стил на документация</a:t>
            </a:r>
            <a:endParaRPr lang="en-US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latin typeface="Comfortaa" pitchFamily="2" charset="0"/>
                <a:hlinkClick r:id="rId3"/>
              </a:rPr>
              <a:t>http://www.ewoodruff.us/shfbdocs/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документация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805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Писане на коментари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Съвети за коментиране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Убедете се, че поясняват кода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Убедете се, че не повтарят кода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 err="1">
                <a:latin typeface="Comfortaa" pitchFamily="2" charset="0"/>
              </a:rPr>
              <a:t>Самоописателен</a:t>
            </a:r>
            <a:r>
              <a:rPr lang="bg-BG" dirty="0">
                <a:latin typeface="Comfortaa" pitchFamily="2" charset="0"/>
              </a:rPr>
              <a:t> код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 err="1">
                <a:latin typeface="Comfortaa" pitchFamily="2" charset="0"/>
              </a:rPr>
              <a:t>Самоописателният</a:t>
            </a:r>
            <a:r>
              <a:rPr lang="bg-BG" dirty="0">
                <a:latin typeface="Comfortaa" pitchFamily="2" charset="0"/>
              </a:rPr>
              <a:t> код не е извинение да прескочите писането на коментари където е необходимо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Comfortaa" pitchFamily="2" charset="0"/>
              </a:rPr>
              <a:t>XML </a:t>
            </a:r>
            <a:r>
              <a:rPr lang="bg-BG" dirty="0">
                <a:latin typeface="Comfortaa" pitchFamily="2" charset="0"/>
              </a:rPr>
              <a:t>документация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53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2553</Words>
  <Application>Microsoft Office PowerPoint</Application>
  <PresentationFormat>Widescreen</PresentationFormat>
  <Paragraphs>414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Comfortaa</vt:lpstr>
      <vt:lpstr>Consolas</vt:lpstr>
      <vt:lpstr>Office Theme</vt:lpstr>
      <vt:lpstr>Документиране и коментиране на кода</vt:lpstr>
      <vt:lpstr>Съдържание</vt:lpstr>
      <vt:lpstr>Какво е проектна документация?</vt:lpstr>
      <vt:lpstr>Стил на програмиране</vt:lpstr>
      <vt:lpstr>Промер за лоши коментари [1/2]</vt:lpstr>
      <vt:lpstr>Промер за лоши коментари [2/2]</vt:lpstr>
      <vt:lpstr>Пример за самоописателен код [1/2]</vt:lpstr>
      <vt:lpstr>Пример за самоописателен код [2/2]</vt:lpstr>
      <vt:lpstr>Пример за лош стил на програмиране</vt:lpstr>
      <vt:lpstr>Пример за добър стил на програмиране</vt:lpstr>
      <vt:lpstr>Самоописателен код</vt:lpstr>
      <vt:lpstr>Списък с напомняния за самоописателен код [1/3]</vt:lpstr>
      <vt:lpstr>Списък с напомняния за самоописателен код [2/3]</vt:lpstr>
      <vt:lpstr>Списък с напомняния за самоописателен код [3/3]</vt:lpstr>
      <vt:lpstr>Ефективни коментари [1/4]</vt:lpstr>
      <vt:lpstr>Ефективни коментари [2/4]</vt:lpstr>
      <vt:lpstr>Ефективни коментари [3/4]</vt:lpstr>
      <vt:lpstr>Ефективни коментари [4/4]</vt:lpstr>
      <vt:lpstr>Ключови аспекти на ефективното коментиране [1/5]</vt:lpstr>
      <vt:lpstr>Ключови аспекти на ефективното коментиране [2/5]</vt:lpstr>
      <vt:lpstr>Ключови аспекти на ефективното коментиране [3/5]</vt:lpstr>
      <vt:lpstr>Ключови аспекти на ефективното коментиране [4/5]</vt:lpstr>
      <vt:lpstr>Ключови аспекти на ефективното коментиране [5/5]</vt:lpstr>
      <vt:lpstr>Съвети за документация от по-високо ниво</vt:lpstr>
      <vt:lpstr>Оправдания и провали в документацията</vt:lpstr>
      <vt:lpstr>XML документация</vt:lpstr>
      <vt:lpstr>XML тагове за документация [1/2]</vt:lpstr>
      <vt:lpstr>XML тагове за документация [2/2]</vt:lpstr>
      <vt:lpstr>Пример за XML документация</vt:lpstr>
      <vt:lpstr>XML документация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2023-02-21T22:58:49Z</dcterms:modified>
</cp:coreProperties>
</file>