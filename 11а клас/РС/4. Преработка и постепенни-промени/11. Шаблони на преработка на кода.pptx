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1"/>
  </p:notesMasterIdLst>
  <p:sldIdLst>
    <p:sldId id="258" r:id="rId2"/>
    <p:sldId id="571" r:id="rId3"/>
    <p:sldId id="570" r:id="rId4"/>
    <p:sldId id="573" r:id="rId5"/>
    <p:sldId id="574" r:id="rId6"/>
    <p:sldId id="575" r:id="rId7"/>
    <p:sldId id="576" r:id="rId8"/>
    <p:sldId id="582" r:id="rId9"/>
    <p:sldId id="583" r:id="rId10"/>
    <p:sldId id="561" r:id="rId11"/>
    <p:sldId id="562" r:id="rId12"/>
    <p:sldId id="563" r:id="rId13"/>
    <p:sldId id="564" r:id="rId14"/>
    <p:sldId id="565" r:id="rId15"/>
    <p:sldId id="566" r:id="rId16"/>
    <p:sldId id="567" r:id="rId17"/>
    <p:sldId id="568" r:id="rId18"/>
    <p:sldId id="590" r:id="rId19"/>
    <p:sldId id="5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Шаблони за преработка" id="{0B0C01F3-1F60-4ADB-AC1E-9589654EAEF3}">
          <p14:sldIdLst>
            <p14:sldId id="570"/>
            <p14:sldId id="573"/>
            <p14:sldId id="574"/>
            <p14:sldId id="575"/>
            <p14:sldId id="576"/>
          </p14:sldIdLst>
        </p14:section>
        <p14:section name="Шаблон Façade" id="{222C8F99-5571-49AC-A0AE-78786109C73C}">
          <p14:sldIdLst>
            <p14:sldId id="582"/>
            <p14:sldId id="583"/>
          </p14:sldIdLst>
        </p14:section>
        <p14:section name="Нива на преработка" id="{63DA3B2A-2CB6-45C6-96D4-D833CD10387B}">
          <p14:sldIdLst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</p14:sldIdLst>
        </p14:section>
        <p14:section name="Заключение" id="{9315BEE7-605C-4839-996A-A4EEA70921D9}">
          <p14:sldIdLst>
            <p14:sldId id="590"/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CA32C-2091-4B8F-B46B-2EA42376D877}" v="21" dt="2023-02-22T17:02:26.5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  <pc:docChgLst>
    <pc:chgData name="Димитър Минчев" userId="6da192e4-d32c-454b-8615-bbadf07b6639" providerId="ADAL" clId="{4F1CA32C-2091-4B8F-B46B-2EA42376D877}"/>
    <pc:docChg chg="custSel addSld delSld modSld sldOrd addSection modSection">
      <pc:chgData name="Димитър Минчев" userId="6da192e4-d32c-454b-8615-bbadf07b6639" providerId="ADAL" clId="{4F1CA32C-2091-4B8F-B46B-2EA42376D877}" dt="2023-02-22T17:03:02.369" v="231" actId="27636"/>
      <pc:docMkLst>
        <pc:docMk/>
      </pc:docMkLst>
      <pc:sldChg chg="modSp mod">
        <pc:chgData name="Димитър Минчев" userId="6da192e4-d32c-454b-8615-bbadf07b6639" providerId="ADAL" clId="{4F1CA32C-2091-4B8F-B46B-2EA42376D877}" dt="2023-02-22T16:54:11.428" v="32" actId="20577"/>
        <pc:sldMkLst>
          <pc:docMk/>
          <pc:sldMk cId="2386959723" sldId="258"/>
        </pc:sldMkLst>
        <pc:spChg chg="mod">
          <ac:chgData name="Димитър Минчев" userId="6da192e4-d32c-454b-8615-bbadf07b6639" providerId="ADAL" clId="{4F1CA32C-2091-4B8F-B46B-2EA42376D877}" dt="2023-02-22T16:54:03.166" v="3" actId="27636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4F1CA32C-2091-4B8F-B46B-2EA42376D877}" dt="2023-02-22T16:54:11.428" v="32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modSp add del mod">
        <pc:chgData name="Димитър Минчев" userId="6da192e4-d32c-454b-8615-bbadf07b6639" providerId="ADAL" clId="{4F1CA32C-2091-4B8F-B46B-2EA42376D877}" dt="2023-02-22T16:58:17.962" v="122" actId="47"/>
        <pc:sldMkLst>
          <pc:docMk/>
          <pc:sldMk cId="3158688745" sldId="560"/>
        </pc:sldMkLst>
        <pc:spChg chg="mod">
          <ac:chgData name="Димитър Минчев" userId="6da192e4-d32c-454b-8615-bbadf07b6639" providerId="ADAL" clId="{4F1CA32C-2091-4B8F-B46B-2EA42376D877}" dt="2023-02-22T16:54:39.774" v="40" actId="27636"/>
          <ac:spMkLst>
            <pc:docMk/>
            <pc:sldMk cId="3158688745" sldId="560"/>
            <ac:spMk id="5" creationId="{00000000-0000-0000-0000-000000000000}"/>
          </ac:spMkLst>
        </pc:spChg>
      </pc:sldChg>
      <pc:sldChg chg="delSp modSp add mod">
        <pc:chgData name="Димитър Минчев" userId="6da192e4-d32c-454b-8615-bbadf07b6639" providerId="ADAL" clId="{4F1CA32C-2091-4B8F-B46B-2EA42376D877}" dt="2023-02-22T16:57:52.171" v="119" actId="207"/>
        <pc:sldMkLst>
          <pc:docMk/>
          <pc:sldMk cId="544124249" sldId="561"/>
        </pc:sldMkLst>
        <pc:spChg chg="mod">
          <ac:chgData name="Димитър Минчев" userId="6da192e4-d32c-454b-8615-bbadf07b6639" providerId="ADAL" clId="{4F1CA32C-2091-4B8F-B46B-2EA42376D877}" dt="2023-02-22T16:57:25.691" v="109" actId="2711"/>
          <ac:spMkLst>
            <pc:docMk/>
            <pc:sldMk cId="544124249" sldId="561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6:57:52.171" v="119" actId="207"/>
          <ac:spMkLst>
            <pc:docMk/>
            <pc:sldMk cId="544124249" sldId="561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4F1CA32C-2091-4B8F-B46B-2EA42376D877}" dt="2023-02-22T16:57:27.524" v="111" actId="478"/>
          <ac:spMkLst>
            <pc:docMk/>
            <pc:sldMk cId="544124249" sldId="561"/>
            <ac:spMk id="7" creationId="{9AA33637-3B9F-4E79-8B12-5CF317CE9352}"/>
          </ac:spMkLst>
        </pc:spChg>
        <pc:picChg chg="del">
          <ac:chgData name="Димитър Минчев" userId="6da192e4-d32c-454b-8615-bbadf07b6639" providerId="ADAL" clId="{4F1CA32C-2091-4B8F-B46B-2EA42376D877}" dt="2023-02-22T16:57:19.783" v="102" actId="478"/>
          <ac:picMkLst>
            <pc:docMk/>
            <pc:sldMk cId="544124249" sldId="561"/>
            <ac:picMk id="1026" creationId="{00000000-0000-0000-0000-000000000000}"/>
          </ac:picMkLst>
        </pc:picChg>
        <pc:picChg chg="del">
          <ac:chgData name="Димитър Минчев" userId="6da192e4-d32c-454b-8615-bbadf07b6639" providerId="ADAL" clId="{4F1CA32C-2091-4B8F-B46B-2EA42376D877}" dt="2023-02-22T16:57:19.268" v="101" actId="478"/>
          <ac:picMkLst>
            <pc:docMk/>
            <pc:sldMk cId="544124249" sldId="561"/>
            <ac:picMk id="5122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4F1CA32C-2091-4B8F-B46B-2EA42376D877}" dt="2023-02-22T16:57:43.330" v="117" actId="207"/>
        <pc:sldMkLst>
          <pc:docMk/>
          <pc:sldMk cId="1951481433" sldId="562"/>
        </pc:sldMkLst>
        <pc:spChg chg="del">
          <ac:chgData name="Димитър Минчев" userId="6da192e4-d32c-454b-8615-bbadf07b6639" providerId="ADAL" clId="{4F1CA32C-2091-4B8F-B46B-2EA42376D877}" dt="2023-02-22T16:57:32.683" v="112" actId="478"/>
          <ac:spMkLst>
            <pc:docMk/>
            <pc:sldMk cId="1951481433" sldId="56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6:57:43.330" v="117" actId="207"/>
          <ac:spMkLst>
            <pc:docMk/>
            <pc:sldMk cId="1951481433" sldId="562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6:54:39.652" v="38"/>
          <ac:spMkLst>
            <pc:docMk/>
            <pc:sldMk cId="1951481433" sldId="562"/>
            <ac:spMk id="6" creationId="{A2C43F05-2EBE-44F0-8915-91393EB80541}"/>
          </ac:spMkLst>
        </pc:spChg>
        <pc:spChg chg="add del mod">
          <ac:chgData name="Димитър Минчев" userId="6da192e4-d32c-454b-8615-bbadf07b6639" providerId="ADAL" clId="{4F1CA32C-2091-4B8F-B46B-2EA42376D877}" dt="2023-02-22T16:57:34.774" v="113" actId="478"/>
          <ac:spMkLst>
            <pc:docMk/>
            <pc:sldMk cId="1951481433" sldId="562"/>
            <ac:spMk id="7" creationId="{0D4E0DA4-D467-E456-63DD-557B51397F40}"/>
          </ac:spMkLst>
        </pc:spChg>
        <pc:spChg chg="add mod">
          <ac:chgData name="Димитър Минчев" userId="6da192e4-d32c-454b-8615-bbadf07b6639" providerId="ADAL" clId="{4F1CA32C-2091-4B8F-B46B-2EA42376D877}" dt="2023-02-22T16:57:35.624" v="114"/>
          <ac:spMkLst>
            <pc:docMk/>
            <pc:sldMk cId="1951481433" sldId="562"/>
            <ac:spMk id="8" creationId="{AE405635-E24E-8E72-38B0-235621F033EB}"/>
          </ac:spMkLst>
        </pc:spChg>
        <pc:picChg chg="del">
          <ac:chgData name="Димитър Минчев" userId="6da192e4-d32c-454b-8615-bbadf07b6639" providerId="ADAL" clId="{4F1CA32C-2091-4B8F-B46B-2EA42376D877}" dt="2023-02-22T16:57:15.195" v="100" actId="478"/>
          <ac:picMkLst>
            <pc:docMk/>
            <pc:sldMk cId="1951481433" sldId="562"/>
            <ac:picMk id="5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4F1CA32C-2091-4B8F-B46B-2EA42376D877}" dt="2023-02-22T16:57:10.445" v="99" actId="207"/>
        <pc:sldMkLst>
          <pc:docMk/>
          <pc:sldMk cId="2601809121" sldId="563"/>
        </pc:sldMkLst>
        <pc:spChg chg="mod">
          <ac:chgData name="Димитър Минчев" userId="6da192e4-d32c-454b-8615-bbadf07b6639" providerId="ADAL" clId="{4F1CA32C-2091-4B8F-B46B-2EA42376D877}" dt="2023-02-22T16:57:00.686" v="97" actId="2711"/>
          <ac:spMkLst>
            <pc:docMk/>
            <pc:sldMk cId="2601809121" sldId="563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6:57:10.445" v="99" actId="207"/>
          <ac:spMkLst>
            <pc:docMk/>
            <pc:sldMk cId="2601809121" sldId="563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4F1CA32C-2091-4B8F-B46B-2EA42376D877}" dt="2023-02-22T16:56:51.941" v="93" actId="478"/>
          <ac:spMkLst>
            <pc:docMk/>
            <pc:sldMk cId="2601809121" sldId="563"/>
            <ac:spMk id="7" creationId="{A19D0FB1-7AFD-4D4A-B439-EC6CB34BFA1C}"/>
          </ac:spMkLst>
        </pc:spChg>
        <pc:picChg chg="del">
          <ac:chgData name="Димитър Минчев" userId="6da192e4-d32c-454b-8615-bbadf07b6639" providerId="ADAL" clId="{4F1CA32C-2091-4B8F-B46B-2EA42376D877}" dt="2023-02-22T16:56:48.167" v="92" actId="478"/>
          <ac:picMkLst>
            <pc:docMk/>
            <pc:sldMk cId="2601809121" sldId="563"/>
            <ac:picMk id="614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4F1CA32C-2091-4B8F-B46B-2EA42376D877}" dt="2023-02-22T16:56:43.930" v="91" actId="14100"/>
        <pc:sldMkLst>
          <pc:docMk/>
          <pc:sldMk cId="1419237314" sldId="564"/>
        </pc:sldMkLst>
        <pc:spChg chg="mod">
          <ac:chgData name="Димитър Минчев" userId="6da192e4-d32c-454b-8615-bbadf07b6639" providerId="ADAL" clId="{4F1CA32C-2091-4B8F-B46B-2EA42376D877}" dt="2023-02-22T16:56:34.236" v="86" actId="2711"/>
          <ac:spMkLst>
            <pc:docMk/>
            <pc:sldMk cId="1419237314" sldId="564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6:56:43.930" v="91" actId="14100"/>
          <ac:spMkLst>
            <pc:docMk/>
            <pc:sldMk cId="1419237314" sldId="564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4F1CA32C-2091-4B8F-B46B-2EA42376D877}" dt="2023-02-22T16:56:40.127" v="89" actId="478"/>
          <ac:spMkLst>
            <pc:docMk/>
            <pc:sldMk cId="1419237314" sldId="564"/>
            <ac:spMk id="7" creationId="{63F29DAE-C194-4062-AFD9-F94D34CB2B55}"/>
          </ac:spMkLst>
        </pc:spChg>
        <pc:picChg chg="del">
          <ac:chgData name="Димитър Минчев" userId="6da192e4-d32c-454b-8615-bbadf07b6639" providerId="ADAL" clId="{4F1CA32C-2091-4B8F-B46B-2EA42376D877}" dt="2023-02-22T16:56:25.774" v="83" actId="478"/>
          <ac:picMkLst>
            <pc:docMk/>
            <pc:sldMk cId="1419237314" sldId="564"/>
            <ac:picMk id="7170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4F1CA32C-2091-4B8F-B46B-2EA42376D877}" dt="2023-02-22T16:56:20.333" v="82" actId="478"/>
        <pc:sldMkLst>
          <pc:docMk/>
          <pc:sldMk cId="2656060606" sldId="565"/>
        </pc:sldMkLst>
        <pc:spChg chg="mod">
          <ac:chgData name="Димитър Минчев" userId="6da192e4-d32c-454b-8615-bbadf07b6639" providerId="ADAL" clId="{4F1CA32C-2091-4B8F-B46B-2EA42376D877}" dt="2023-02-22T16:56:17.482" v="80" actId="2711"/>
          <ac:spMkLst>
            <pc:docMk/>
            <pc:sldMk cId="2656060606" sldId="565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6:56:17.524" v="81" actId="27636"/>
          <ac:spMkLst>
            <pc:docMk/>
            <pc:sldMk cId="2656060606" sldId="565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4F1CA32C-2091-4B8F-B46B-2EA42376D877}" dt="2023-02-22T16:56:20.333" v="82" actId="478"/>
          <ac:spMkLst>
            <pc:docMk/>
            <pc:sldMk cId="2656060606" sldId="565"/>
            <ac:spMk id="7" creationId="{82CBA4D4-E6F8-459A-9F4D-4856B66ED511}"/>
          </ac:spMkLst>
        </pc:spChg>
      </pc:sldChg>
      <pc:sldChg chg="delSp modSp add mod">
        <pc:chgData name="Димитър Минчев" userId="6da192e4-d32c-454b-8615-bbadf07b6639" providerId="ADAL" clId="{4F1CA32C-2091-4B8F-B46B-2EA42376D877}" dt="2023-02-22T16:55:38.603" v="66" actId="478"/>
        <pc:sldMkLst>
          <pc:docMk/>
          <pc:sldMk cId="2457152293" sldId="566"/>
        </pc:sldMkLst>
        <pc:spChg chg="mod">
          <ac:chgData name="Димитър Минчев" userId="6da192e4-d32c-454b-8615-bbadf07b6639" providerId="ADAL" clId="{4F1CA32C-2091-4B8F-B46B-2EA42376D877}" dt="2023-02-22T16:55:33.439" v="65" actId="404"/>
          <ac:spMkLst>
            <pc:docMk/>
            <pc:sldMk cId="2457152293" sldId="56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4F1CA32C-2091-4B8F-B46B-2EA42376D877}" dt="2023-02-22T16:55:38.603" v="66" actId="478"/>
          <ac:spMkLst>
            <pc:docMk/>
            <pc:sldMk cId="2457152293" sldId="566"/>
            <ac:spMk id="5" creationId="{127EDEA5-FD3E-44D2-BF75-D320AD070244}"/>
          </ac:spMkLst>
        </pc:spChg>
        <pc:spChg chg="mod">
          <ac:chgData name="Димитър Минчев" userId="6da192e4-d32c-454b-8615-bbadf07b6639" providerId="ADAL" clId="{4F1CA32C-2091-4B8F-B46B-2EA42376D877}" dt="2023-02-22T16:55:33.439" v="65" actId="404"/>
          <ac:spMkLst>
            <pc:docMk/>
            <pc:sldMk cId="2457152293" sldId="566"/>
            <ac:spMk id="6" creationId="{00000000-0000-0000-0000-000000000000}"/>
          </ac:spMkLst>
        </pc:spChg>
      </pc:sldChg>
      <pc:sldChg chg="addSp delSp modSp add mod">
        <pc:chgData name="Димитър Минчев" userId="6da192e4-d32c-454b-8615-bbadf07b6639" providerId="ADAL" clId="{4F1CA32C-2091-4B8F-B46B-2EA42376D877}" dt="2023-02-22T16:56:07.642" v="79" actId="20577"/>
        <pc:sldMkLst>
          <pc:docMk/>
          <pc:sldMk cId="4265023790" sldId="567"/>
        </pc:sldMkLst>
        <pc:spChg chg="del">
          <ac:chgData name="Димитър Минчев" userId="6da192e4-d32c-454b-8615-bbadf07b6639" providerId="ADAL" clId="{4F1CA32C-2091-4B8F-B46B-2EA42376D877}" dt="2023-02-22T16:55:42.145" v="67" actId="478"/>
          <ac:spMkLst>
            <pc:docMk/>
            <pc:sldMk cId="4265023790" sldId="56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6:56:02.055" v="77" actId="14100"/>
          <ac:spMkLst>
            <pc:docMk/>
            <pc:sldMk cId="4265023790" sldId="567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4F1CA32C-2091-4B8F-B46B-2EA42376D877}" dt="2023-02-22T16:56:03.378" v="78" actId="478"/>
          <ac:spMkLst>
            <pc:docMk/>
            <pc:sldMk cId="4265023790" sldId="567"/>
            <ac:spMk id="5" creationId="{6C10ED17-B9C7-40BD-BB60-E4FA422D9D80}"/>
          </ac:spMkLst>
        </pc:spChg>
        <pc:spChg chg="add del mod">
          <ac:chgData name="Димитър Минчев" userId="6da192e4-d32c-454b-8615-bbadf07b6639" providerId="ADAL" clId="{4F1CA32C-2091-4B8F-B46B-2EA42376D877}" dt="2023-02-22T16:55:43.225" v="68" actId="478"/>
          <ac:spMkLst>
            <pc:docMk/>
            <pc:sldMk cId="4265023790" sldId="567"/>
            <ac:spMk id="6" creationId="{5B2BDEF6-DC22-D549-D214-730A308A2A4A}"/>
          </ac:spMkLst>
        </pc:spChg>
        <pc:spChg chg="add mod">
          <ac:chgData name="Димитър Минчев" userId="6da192e4-d32c-454b-8615-bbadf07b6639" providerId="ADAL" clId="{4F1CA32C-2091-4B8F-B46B-2EA42376D877}" dt="2023-02-22T16:56:07.642" v="79" actId="20577"/>
          <ac:spMkLst>
            <pc:docMk/>
            <pc:sldMk cId="4265023790" sldId="567"/>
            <ac:spMk id="7" creationId="{7F254AC1-F55B-7C24-FFC9-C9B01A688968}"/>
          </ac:spMkLst>
        </pc:spChg>
      </pc:sldChg>
      <pc:sldChg chg="delSp modSp add mod">
        <pc:chgData name="Димитър Минчев" userId="6da192e4-d32c-454b-8615-bbadf07b6639" providerId="ADAL" clId="{4F1CA32C-2091-4B8F-B46B-2EA42376D877}" dt="2023-02-22T17:03:02.369" v="231" actId="27636"/>
        <pc:sldMkLst>
          <pc:docMk/>
          <pc:sldMk cId="4194257810" sldId="568"/>
        </pc:sldMkLst>
        <pc:spChg chg="mod">
          <ac:chgData name="Димитър Минчев" userId="6da192e4-d32c-454b-8615-bbadf07b6639" providerId="ADAL" clId="{4F1CA32C-2091-4B8F-B46B-2EA42376D877}" dt="2023-02-22T16:55:13.723" v="52" actId="2711"/>
          <ac:spMkLst>
            <pc:docMk/>
            <pc:sldMk cId="4194257810" sldId="568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7:03:02.369" v="231" actId="27636"/>
          <ac:spMkLst>
            <pc:docMk/>
            <pc:sldMk cId="4194257810" sldId="568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4F1CA32C-2091-4B8F-B46B-2EA42376D877}" dt="2023-02-22T16:55:15.560" v="54" actId="478"/>
          <ac:spMkLst>
            <pc:docMk/>
            <pc:sldMk cId="4194257810" sldId="568"/>
            <ac:spMk id="7" creationId="{B4F0DC38-AD5B-4C18-8863-AE9FE094DBBE}"/>
          </ac:spMkLst>
        </pc:spChg>
        <pc:picChg chg="del">
          <ac:chgData name="Димитър Минчев" userId="6da192e4-d32c-454b-8615-bbadf07b6639" providerId="ADAL" clId="{4F1CA32C-2091-4B8F-B46B-2EA42376D877}" dt="2023-02-22T16:55:10.706" v="51" actId="478"/>
          <ac:picMkLst>
            <pc:docMk/>
            <pc:sldMk cId="4194257810" sldId="568"/>
            <ac:picMk id="8194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4F1CA32C-2091-4B8F-B46B-2EA42376D877}" dt="2023-02-22T16:59:00.159" v="141" actId="20577"/>
        <pc:sldMkLst>
          <pc:docMk/>
          <pc:sldMk cId="395262772" sldId="570"/>
        </pc:sldMkLst>
        <pc:spChg chg="mod">
          <ac:chgData name="Димитър Минчев" userId="6da192e4-d32c-454b-8615-bbadf07b6639" providerId="ADAL" clId="{4F1CA32C-2091-4B8F-B46B-2EA42376D877}" dt="2023-02-22T16:59:00.159" v="141" actId="20577"/>
          <ac:spMkLst>
            <pc:docMk/>
            <pc:sldMk cId="395262772" sldId="57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6:58:27.932" v="124" actId="27636"/>
          <ac:spMkLst>
            <pc:docMk/>
            <pc:sldMk cId="395262772" sldId="57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4F1CA32C-2091-4B8F-B46B-2EA42376D877}" dt="2023-02-22T16:58:29.445" v="125" actId="478"/>
          <ac:spMkLst>
            <pc:docMk/>
            <pc:sldMk cId="395262772" sldId="570"/>
            <ac:spMk id="5" creationId="{A9A01D27-3541-43A7-8547-7094DC57926E}"/>
          </ac:spMkLst>
        </pc:spChg>
      </pc:sldChg>
      <pc:sldChg chg="modSp mod">
        <pc:chgData name="Димитър Минчев" userId="6da192e4-d32c-454b-8615-bbadf07b6639" providerId="ADAL" clId="{4F1CA32C-2091-4B8F-B46B-2EA42376D877}" dt="2023-02-22T16:54:28.644" v="37" actId="15"/>
        <pc:sldMkLst>
          <pc:docMk/>
          <pc:sldMk cId="2385751420" sldId="571"/>
        </pc:sldMkLst>
        <pc:spChg chg="mod">
          <ac:chgData name="Димитър Минчев" userId="6da192e4-d32c-454b-8615-bbadf07b6639" providerId="ADAL" clId="{4F1CA32C-2091-4B8F-B46B-2EA42376D877}" dt="2023-02-22T16:54:28.644" v="37" actId="15"/>
          <ac:spMkLst>
            <pc:docMk/>
            <pc:sldMk cId="2385751420" sldId="571"/>
            <ac:spMk id="8" creationId="{00000000-0000-0000-0000-000000000000}"/>
          </ac:spMkLst>
        </pc:spChg>
      </pc:sldChg>
      <pc:sldChg chg="addSp delSp modSp add mod">
        <pc:chgData name="Димитър Минчев" userId="6da192e4-d32c-454b-8615-bbadf07b6639" providerId="ADAL" clId="{4F1CA32C-2091-4B8F-B46B-2EA42376D877}" dt="2023-02-22T16:59:07.362" v="142" actId="20577"/>
        <pc:sldMkLst>
          <pc:docMk/>
          <pc:sldMk cId="2170847413" sldId="573"/>
        </pc:sldMkLst>
        <pc:spChg chg="del">
          <ac:chgData name="Димитър Минчев" userId="6da192e4-d32c-454b-8615-bbadf07b6639" providerId="ADAL" clId="{4F1CA32C-2091-4B8F-B46B-2EA42376D877}" dt="2023-02-22T16:58:42.834" v="134" actId="478"/>
          <ac:spMkLst>
            <pc:docMk/>
            <pc:sldMk cId="2170847413" sldId="57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6:58:49.562" v="139" actId="404"/>
          <ac:spMkLst>
            <pc:docMk/>
            <pc:sldMk cId="2170847413" sldId="573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4F1CA32C-2091-4B8F-B46B-2EA42376D877}" dt="2023-02-22T16:58:52.335" v="140" actId="478"/>
          <ac:spMkLst>
            <pc:docMk/>
            <pc:sldMk cId="2170847413" sldId="573"/>
            <ac:spMk id="5" creationId="{0532B1BC-81B2-4C79-B5A8-2D7403149A3C}"/>
          </ac:spMkLst>
        </pc:spChg>
        <pc:spChg chg="add del mod">
          <ac:chgData name="Димитър Минчев" userId="6da192e4-d32c-454b-8615-bbadf07b6639" providerId="ADAL" clId="{4F1CA32C-2091-4B8F-B46B-2EA42376D877}" dt="2023-02-22T16:58:43.934" v="135" actId="478"/>
          <ac:spMkLst>
            <pc:docMk/>
            <pc:sldMk cId="2170847413" sldId="573"/>
            <ac:spMk id="6" creationId="{CC50A59A-3C89-7641-E65C-B7B430B32292}"/>
          </ac:spMkLst>
        </pc:spChg>
        <pc:spChg chg="add mod">
          <ac:chgData name="Димитър Минчев" userId="6da192e4-d32c-454b-8615-bbadf07b6639" providerId="ADAL" clId="{4F1CA32C-2091-4B8F-B46B-2EA42376D877}" dt="2023-02-22T16:59:07.362" v="142" actId="20577"/>
          <ac:spMkLst>
            <pc:docMk/>
            <pc:sldMk cId="2170847413" sldId="573"/>
            <ac:spMk id="7" creationId="{C5F9B19F-E876-8093-1D37-06D330466B3D}"/>
          </ac:spMkLst>
        </pc:spChg>
      </pc:sldChg>
      <pc:sldChg chg="addSp delSp modSp add mod">
        <pc:chgData name="Димитър Минчев" userId="6da192e4-d32c-454b-8615-bbadf07b6639" providerId="ADAL" clId="{4F1CA32C-2091-4B8F-B46B-2EA42376D877}" dt="2023-02-22T16:59:26.648" v="151" actId="478"/>
        <pc:sldMkLst>
          <pc:docMk/>
          <pc:sldMk cId="907221745" sldId="574"/>
        </pc:sldMkLst>
        <pc:spChg chg="del">
          <ac:chgData name="Димитър Минчев" userId="6da192e4-d32c-454b-8615-bbadf07b6639" providerId="ADAL" clId="{4F1CA32C-2091-4B8F-B46B-2EA42376D877}" dt="2023-02-22T16:59:10.597" v="143" actId="478"/>
          <ac:spMkLst>
            <pc:docMk/>
            <pc:sldMk cId="907221745" sldId="57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6:59:24.357" v="150" actId="1076"/>
          <ac:spMkLst>
            <pc:docMk/>
            <pc:sldMk cId="907221745" sldId="574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4F1CA32C-2091-4B8F-B46B-2EA42376D877}" dt="2023-02-22T16:59:26.648" v="151" actId="478"/>
          <ac:spMkLst>
            <pc:docMk/>
            <pc:sldMk cId="907221745" sldId="574"/>
            <ac:spMk id="5" creationId="{EA156819-C0F5-4FF9-9A84-7CC5D7AD37C4}"/>
          </ac:spMkLst>
        </pc:spChg>
        <pc:spChg chg="add del mod">
          <ac:chgData name="Димитър Минчев" userId="6da192e4-d32c-454b-8615-bbadf07b6639" providerId="ADAL" clId="{4F1CA32C-2091-4B8F-B46B-2EA42376D877}" dt="2023-02-22T16:59:13.224" v="144" actId="478"/>
          <ac:spMkLst>
            <pc:docMk/>
            <pc:sldMk cId="907221745" sldId="574"/>
            <ac:spMk id="6" creationId="{89C1FBFD-BE20-8EF5-63CC-BEC2E19A04B5}"/>
          </ac:spMkLst>
        </pc:spChg>
        <pc:spChg chg="add mod">
          <ac:chgData name="Димитър Минчев" userId="6da192e4-d32c-454b-8615-bbadf07b6639" providerId="ADAL" clId="{4F1CA32C-2091-4B8F-B46B-2EA42376D877}" dt="2023-02-22T16:59:16.468" v="146" actId="20577"/>
          <ac:spMkLst>
            <pc:docMk/>
            <pc:sldMk cId="907221745" sldId="574"/>
            <ac:spMk id="7" creationId="{E8E1FFEB-C00B-B6FF-9B4D-C04E708FFA45}"/>
          </ac:spMkLst>
        </pc:spChg>
      </pc:sldChg>
      <pc:sldChg chg="addSp delSp modSp add mod">
        <pc:chgData name="Димитър Минчев" userId="6da192e4-d32c-454b-8615-bbadf07b6639" providerId="ADAL" clId="{4F1CA32C-2091-4B8F-B46B-2EA42376D877}" dt="2023-02-22T16:59:57.037" v="159" actId="478"/>
        <pc:sldMkLst>
          <pc:docMk/>
          <pc:sldMk cId="153639550" sldId="575"/>
        </pc:sldMkLst>
        <pc:spChg chg="del">
          <ac:chgData name="Димитър Минчев" userId="6da192e4-d32c-454b-8615-bbadf07b6639" providerId="ADAL" clId="{4F1CA32C-2091-4B8F-B46B-2EA42376D877}" dt="2023-02-22T16:59:46.286" v="153" actId="478"/>
          <ac:spMkLst>
            <pc:docMk/>
            <pc:sldMk cId="153639550" sldId="57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6:59:54.309" v="158" actId="27636"/>
          <ac:spMkLst>
            <pc:docMk/>
            <pc:sldMk cId="153639550" sldId="575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4F1CA32C-2091-4B8F-B46B-2EA42376D877}" dt="2023-02-22T16:59:57.037" v="159" actId="478"/>
          <ac:spMkLst>
            <pc:docMk/>
            <pc:sldMk cId="153639550" sldId="575"/>
            <ac:spMk id="5" creationId="{02706E56-046D-45AB-9EBF-C9EEF3B78A5A}"/>
          </ac:spMkLst>
        </pc:spChg>
        <pc:spChg chg="add del mod">
          <ac:chgData name="Димитър Минчев" userId="6da192e4-d32c-454b-8615-bbadf07b6639" providerId="ADAL" clId="{4F1CA32C-2091-4B8F-B46B-2EA42376D877}" dt="2023-02-22T16:59:47.026" v="154" actId="478"/>
          <ac:spMkLst>
            <pc:docMk/>
            <pc:sldMk cId="153639550" sldId="575"/>
            <ac:spMk id="6" creationId="{B35B63BA-178D-F41B-0396-926EF28DBE73}"/>
          </ac:spMkLst>
        </pc:spChg>
        <pc:spChg chg="add mod">
          <ac:chgData name="Димитър Минчев" userId="6da192e4-d32c-454b-8615-bbadf07b6639" providerId="ADAL" clId="{4F1CA32C-2091-4B8F-B46B-2EA42376D877}" dt="2023-02-22T16:59:50.202" v="156" actId="20577"/>
          <ac:spMkLst>
            <pc:docMk/>
            <pc:sldMk cId="153639550" sldId="575"/>
            <ac:spMk id="7" creationId="{A0F7490E-8308-D323-5E85-444F65732D62}"/>
          </ac:spMkLst>
        </pc:spChg>
      </pc:sldChg>
      <pc:sldChg chg="addSp delSp modSp add mod">
        <pc:chgData name="Димитър Минчев" userId="6da192e4-d32c-454b-8615-bbadf07b6639" providerId="ADAL" clId="{4F1CA32C-2091-4B8F-B46B-2EA42376D877}" dt="2023-02-22T17:00:21.659" v="172" actId="478"/>
        <pc:sldMkLst>
          <pc:docMk/>
          <pc:sldMk cId="1802537692" sldId="576"/>
        </pc:sldMkLst>
        <pc:spChg chg="del">
          <ac:chgData name="Димитър Минчев" userId="6da192e4-d32c-454b-8615-bbadf07b6639" providerId="ADAL" clId="{4F1CA32C-2091-4B8F-B46B-2EA42376D877}" dt="2023-02-22T17:00:03.197" v="160" actId="478"/>
          <ac:spMkLst>
            <pc:docMk/>
            <pc:sldMk cId="1802537692" sldId="57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7:00:19.954" v="171" actId="207"/>
          <ac:spMkLst>
            <pc:docMk/>
            <pc:sldMk cId="1802537692" sldId="57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4F1CA32C-2091-4B8F-B46B-2EA42376D877}" dt="2023-02-22T17:00:21.659" v="172" actId="478"/>
          <ac:spMkLst>
            <pc:docMk/>
            <pc:sldMk cId="1802537692" sldId="576"/>
            <ac:spMk id="5" creationId="{55CF1CF0-2D7F-439B-B115-9207ED4F625C}"/>
          </ac:spMkLst>
        </pc:spChg>
        <pc:spChg chg="add del mod">
          <ac:chgData name="Димитър Минчев" userId="6da192e4-d32c-454b-8615-bbadf07b6639" providerId="ADAL" clId="{4F1CA32C-2091-4B8F-B46B-2EA42376D877}" dt="2023-02-22T17:00:05.482" v="161" actId="478"/>
          <ac:spMkLst>
            <pc:docMk/>
            <pc:sldMk cId="1802537692" sldId="576"/>
            <ac:spMk id="6" creationId="{0020DDE8-50F5-20F2-DA96-4DE62CB54064}"/>
          </ac:spMkLst>
        </pc:spChg>
        <pc:spChg chg="add mod">
          <ac:chgData name="Димитър Минчев" userId="6da192e4-d32c-454b-8615-bbadf07b6639" providerId="ADAL" clId="{4F1CA32C-2091-4B8F-B46B-2EA42376D877}" dt="2023-02-22T17:00:08.895" v="163" actId="20577"/>
          <ac:spMkLst>
            <pc:docMk/>
            <pc:sldMk cId="1802537692" sldId="576"/>
            <ac:spMk id="7" creationId="{76226C9D-23C1-C871-7299-FA2CAB6FBD56}"/>
          </ac:spMkLst>
        </pc:spChg>
      </pc:sldChg>
      <pc:sldChg chg="delSp modSp add mod">
        <pc:chgData name="Димитър Минчев" userId="6da192e4-d32c-454b-8615-bbadf07b6639" providerId="ADAL" clId="{4F1CA32C-2091-4B8F-B46B-2EA42376D877}" dt="2023-02-22T17:01:24.341" v="193" actId="478"/>
        <pc:sldMkLst>
          <pc:docMk/>
          <pc:sldMk cId="4002216297" sldId="582"/>
        </pc:sldMkLst>
        <pc:spChg chg="del mod">
          <ac:chgData name="Димитър Минчев" userId="6da192e4-d32c-454b-8615-bbadf07b6639" providerId="ADAL" clId="{4F1CA32C-2091-4B8F-B46B-2EA42376D877}" dt="2023-02-22T17:01:24.341" v="193" actId="478"/>
          <ac:spMkLst>
            <pc:docMk/>
            <pc:sldMk cId="4002216297" sldId="582"/>
            <ac:spMk id="7" creationId="{AA1D1677-2993-49D7-8E53-22E89DD9B912}"/>
          </ac:spMkLst>
        </pc:spChg>
        <pc:spChg chg="mod">
          <ac:chgData name="Димитър Минчев" userId="6da192e4-d32c-454b-8615-bbadf07b6639" providerId="ADAL" clId="{4F1CA32C-2091-4B8F-B46B-2EA42376D877}" dt="2023-02-22T17:00:37.306" v="174" actId="2711"/>
          <ac:spMkLst>
            <pc:docMk/>
            <pc:sldMk cId="4002216297" sldId="582"/>
            <ac:spMk id="167938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7:01:22.459" v="192" actId="207"/>
          <ac:spMkLst>
            <pc:docMk/>
            <pc:sldMk cId="4002216297" sldId="582"/>
            <ac:spMk id="167939" creationId="{00000000-0000-0000-0000-000000000000}"/>
          </ac:spMkLst>
        </pc:spChg>
        <pc:picChg chg="mod">
          <ac:chgData name="Димитър Минчев" userId="6da192e4-d32c-454b-8615-bbadf07b6639" providerId="ADAL" clId="{4F1CA32C-2091-4B8F-B46B-2EA42376D877}" dt="2023-02-22T17:01:16.626" v="191" actId="1076"/>
          <ac:picMkLst>
            <pc:docMk/>
            <pc:sldMk cId="4002216297" sldId="582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4F1CA32C-2091-4B8F-B46B-2EA42376D877}" dt="2023-02-22T17:02:31.791" v="227" actId="207"/>
        <pc:sldMkLst>
          <pc:docMk/>
          <pc:sldMk cId="2250210737" sldId="583"/>
        </pc:sldMkLst>
        <pc:spChg chg="mod">
          <ac:chgData name="Димитър Минчев" userId="6da192e4-d32c-454b-8615-bbadf07b6639" providerId="ADAL" clId="{4F1CA32C-2091-4B8F-B46B-2EA42376D877}" dt="2023-02-22T17:02:10.192" v="218" actId="20577"/>
          <ac:spMkLst>
            <pc:docMk/>
            <pc:sldMk cId="2250210737" sldId="583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7:01:57.658" v="214" actId="2711"/>
          <ac:spMkLst>
            <pc:docMk/>
            <pc:sldMk cId="2250210737" sldId="583"/>
            <ac:spMk id="4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7:02:31.791" v="227" actId="207"/>
          <ac:spMkLst>
            <pc:docMk/>
            <pc:sldMk cId="2250210737" sldId="583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7:02:31.791" v="227" actId="207"/>
          <ac:spMkLst>
            <pc:docMk/>
            <pc:sldMk cId="2250210737" sldId="583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4F1CA32C-2091-4B8F-B46B-2EA42376D877}" dt="2023-02-22T17:02:22.376" v="223" actId="478"/>
          <ac:spMkLst>
            <pc:docMk/>
            <pc:sldMk cId="2250210737" sldId="583"/>
            <ac:spMk id="7" creationId="{2CE168C0-33B5-42F1-B5E9-8EA37B6E2816}"/>
          </ac:spMkLst>
        </pc:spChg>
      </pc:sldChg>
      <pc:sldChg chg="delSp modSp add mod ord">
        <pc:chgData name="Димитър Минчев" userId="6da192e4-d32c-454b-8615-bbadf07b6639" providerId="ADAL" clId="{4F1CA32C-2091-4B8F-B46B-2EA42376D877}" dt="2023-02-22T16:55:08.175" v="50" actId="20578"/>
        <pc:sldMkLst>
          <pc:docMk/>
          <pc:sldMk cId="2965963686" sldId="590"/>
        </pc:sldMkLst>
        <pc:spChg chg="mod">
          <ac:chgData name="Димитър Минчев" userId="6da192e4-d32c-454b-8615-bbadf07b6639" providerId="ADAL" clId="{4F1CA32C-2091-4B8F-B46B-2EA42376D877}" dt="2023-02-22T16:55:04.031" v="49" actId="2711"/>
          <ac:spMkLst>
            <pc:docMk/>
            <pc:sldMk cId="2965963686" sldId="59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F1CA32C-2091-4B8F-B46B-2EA42376D877}" dt="2023-02-22T16:55:04.031" v="49" actId="2711"/>
          <ac:spMkLst>
            <pc:docMk/>
            <pc:sldMk cId="2965963686" sldId="59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4F1CA32C-2091-4B8F-B46B-2EA42376D877}" dt="2023-02-22T16:54:48.392" v="45" actId="478"/>
          <ac:spMkLst>
            <pc:docMk/>
            <pc:sldMk cId="2965963686" sldId="590"/>
            <ac:spMk id="7" creationId="{FE77BA67-6610-4B42-8A75-F5667F4D4490}"/>
          </ac:spMkLst>
        </pc:spChg>
        <pc:picChg chg="del">
          <ac:chgData name="Димитър Минчев" userId="6da192e4-d32c-454b-8615-bbadf07b6639" providerId="ADAL" clId="{4F1CA32C-2091-4B8F-B46B-2EA42376D877}" dt="2023-02-22T16:54:45.594" v="44" actId="478"/>
          <ac:picMkLst>
            <pc:docMk/>
            <pc:sldMk cId="2965963686" sldId="590"/>
            <ac:picMk id="6" creationId="{00000000-0000-0000-0000-000000000000}"/>
          </ac:picMkLst>
        </pc:picChg>
      </pc:sldChg>
      <pc:sldChg chg="new del">
        <pc:chgData name="Димитър Минчев" userId="6da192e4-d32c-454b-8615-bbadf07b6639" providerId="ADAL" clId="{4F1CA32C-2091-4B8F-B46B-2EA42376D877}" dt="2023-02-22T17:01:36.271" v="195" actId="47"/>
        <pc:sldMkLst>
          <pc:docMk/>
          <pc:sldMk cId="307838449" sldId="5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dirty="0"/>
              <a:t>Interpreter Pattern</a:t>
            </a:r>
          </a:p>
        </p:txBody>
      </p:sp>
      <p:sp>
        <p:nvSpPr>
          <p:cNvPr id="327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D408F3D-FBB0-498A-8B0D-59A89F24415E}" type="slidenum">
              <a:rPr lang="en-US"/>
              <a:pPr eaLnBrk="1" hangingPunct="1"/>
              <a:t>8</a:t>
            </a:fld>
            <a:endParaRPr lang="en-US" dirty="0"/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13435AC-E829-4A27-A184-68F104A46F2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489287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2E0D5A2-C1E4-4C3E-8FA1-C7A31AC11F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10210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06CCBEA-4C4E-4679-9890-E8198D2F6EA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831644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ofactory.com/net/facade-design-patter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ru-RU" dirty="0">
                <a:latin typeface="Comfortaa" pitchFamily="2" charset="0"/>
              </a:rPr>
              <a:t>Шаблони за преработка на кода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Разработка на софтуер</a:t>
            </a: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Шаблони за преработка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Comfortaa" pitchFamily="2" charset="0"/>
              </a:rPr>
              <a:t>Façade шаблон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Нива на преработка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Comfortaa" pitchFamily="2" charset="0"/>
              </a:rPr>
              <a:t>На ниво данни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Comfortaa" pitchFamily="2" charset="0"/>
              </a:rPr>
              <a:t>На ниво изрази 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Comfortaa" pitchFamily="2" charset="0"/>
              </a:rPr>
              <a:t>На ниво методи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Comfortaa" pitchFamily="2" charset="0"/>
              </a:rPr>
              <a:t>На ниво клас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Comfortaa" pitchFamily="2" charset="0"/>
              </a:rPr>
              <a:t>На системно ниво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Кога </a:t>
            </a:r>
            <a:r>
              <a:rPr lang="bg-BG" dirty="0">
                <a:latin typeface="Comfortaa" pitchFamily="2" charset="0"/>
              </a:rPr>
              <a:t>се налага преработка на кода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1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Неприятното усещане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 кода подсказва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нуждата от преработка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Компонентните тестове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гарантират, че при преработката ще се запази поведението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Шаблони за преработка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Големи повтарящи се фрагменти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код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извличане на дублирания код в метод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Големи методи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разделяме ги локално на части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Голямо тяло на цикъл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или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дълбоко влагане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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 отива в метод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847119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Шаблони за преработка на кода</a:t>
            </a:r>
            <a:r>
              <a:rPr lang="en-US" sz="4000" dirty="0">
                <a:latin typeface="Comfortaa" pitchFamily="2" charset="0"/>
              </a:rPr>
              <a:t> [1/5]</a:t>
            </a:r>
          </a:p>
        </p:txBody>
      </p:sp>
    </p:spTree>
    <p:extLst>
      <p:ext uri="{BB962C8B-B14F-4D97-AF65-F5344CB8AC3E}">
        <p14:creationId xmlns:p14="http://schemas.microsoft.com/office/powerpoint/2010/main" val="395262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Клас или метод има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слаба свързаност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sz="2400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sz="2400" dirty="0">
                <a:latin typeface="Comfortaa" pitchFamily="2" charset="0"/>
                <a:sym typeface="Wingdings" pitchFamily="2" charset="2"/>
              </a:rPr>
              <a:t>разделя се на няколко класа</a:t>
            </a:r>
            <a:r>
              <a:rPr lang="en-US" sz="2400" dirty="0">
                <a:latin typeface="Comfortaa" pitchFamily="2" charset="0"/>
                <a:sym typeface="Wingdings" pitchFamily="2" charset="2"/>
              </a:rPr>
              <a:t> / </a:t>
            </a:r>
            <a:r>
              <a:rPr lang="bg-BG" sz="2400" dirty="0">
                <a:latin typeface="Comfortaa" pitchFamily="2" charset="0"/>
                <a:sym typeface="Wingdings" pitchFamily="2" charset="2"/>
              </a:rPr>
              <a:t>метода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Една промяна се разпространява в няколко класа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sz="2400" dirty="0">
                <a:latin typeface="Comfortaa" pitchFamily="2" charset="0"/>
                <a:sym typeface="Wingdings" pitchFamily="2" charset="2"/>
              </a:rPr>
              <a:t>класовете имат силна зависимост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sz="2400" dirty="0">
                <a:latin typeface="Comfortaa" pitchFamily="2" charset="0"/>
              </a:rPr>
              <a:t>плаче за преработка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Свързани данни винаги се ползват заедно, но не са част от един клас </a:t>
            </a:r>
            <a:r>
              <a:rPr lang="en-US" sz="2400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sz="2400" dirty="0">
                <a:latin typeface="Comfortaa" pitchFamily="2" charset="0"/>
                <a:sym typeface="Wingdings" pitchFamily="2" charset="2"/>
              </a:rPr>
              <a:t>да се групират в клас</a:t>
            </a:r>
            <a:endParaRPr lang="en-US" sz="2400" dirty="0">
              <a:latin typeface="Comfortaa" pitchFamily="2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  <a:sym typeface="Wingdings" pitchFamily="2" charset="2"/>
              </a:rPr>
              <a:t>Метод има </a:t>
            </a:r>
            <a:r>
              <a:rPr lang="en-US" sz="2400" dirty="0">
                <a:latin typeface="Comfortaa" pitchFamily="2" charset="0"/>
                <a:sym typeface="Wingdings" pitchFamily="2" charset="2"/>
              </a:rPr>
              <a:t>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твърде много параметри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 </a:t>
            </a:r>
            <a:r>
              <a:rPr lang="en-US" sz="2400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sz="2400" dirty="0">
                <a:latin typeface="Comfortaa" pitchFamily="2" charset="0"/>
                <a:sym typeface="Wingdings" pitchFamily="2" charset="2"/>
              </a:rPr>
              <a:t>създаване на клас, който да обедини параметрите</a:t>
            </a:r>
            <a:endParaRPr lang="en-US" sz="2400" dirty="0">
              <a:latin typeface="Comfortaa" pitchFamily="2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  <a:sym typeface="Wingdings" pitchFamily="2" charset="2"/>
              </a:rPr>
              <a:t>Метод вика повече методи от чужд клас, вместо от своя</a:t>
            </a:r>
            <a:r>
              <a:rPr lang="en-US" sz="2400" dirty="0">
                <a:latin typeface="Comfortaa" pitchFamily="2" charset="0"/>
                <a:sym typeface="Wingdings" pitchFamily="2" charset="2"/>
              </a:rPr>
              <a:t>  </a:t>
            </a:r>
            <a:r>
              <a:rPr lang="bg-BG" sz="2400" dirty="0">
                <a:latin typeface="Comfortaa" pitchFamily="2" charset="0"/>
                <a:sym typeface="Wingdings" pitchFamily="2" charset="2"/>
              </a:rPr>
              <a:t>местим го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5F9B19F-E876-8093-1D37-06D33046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47119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Шаблони за преработка на кода</a:t>
            </a:r>
            <a:r>
              <a:rPr lang="en-US" sz="4000" dirty="0">
                <a:latin typeface="Comfortaa" pitchFamily="2" charset="0"/>
              </a:rPr>
              <a:t> [1/5]</a:t>
            </a:r>
          </a:p>
        </p:txBody>
      </p:sp>
    </p:spTree>
    <p:extLst>
      <p:ext uri="{BB962C8B-B14F-4D97-AF65-F5344CB8AC3E}">
        <p14:creationId xmlns:p14="http://schemas.microsoft.com/office/powerpoint/2010/main" val="2170847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631" y="1690688"/>
            <a:ext cx="10786737" cy="4679662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Два класа са силно зависими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сливат се или се </a:t>
            </a:r>
            <a:br>
              <a:rPr lang="bg-BG" dirty="0">
                <a:latin typeface="Comfortaa" pitchFamily="2" charset="0"/>
                <a:sym typeface="Wingdings" pitchFamily="2" charset="2"/>
              </a:rPr>
            </a:br>
            <a:r>
              <a:rPr lang="bg-BG" dirty="0">
                <a:latin typeface="Comfortaa" pitchFamily="2" charset="0"/>
                <a:sym typeface="Wingdings" pitchFamily="2" charset="2"/>
              </a:rPr>
              <a:t>преработват, за да си разделят отговорностите</a:t>
            </a:r>
            <a:endParaRPr lang="en-US" dirty="0">
              <a:latin typeface="Comfortaa" pitchFamily="2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Public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полета, които не са константни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 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стават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 private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и се дефинират свойства за достъп</a:t>
            </a:r>
            <a:endParaRPr lang="en-US" dirty="0">
              <a:latin typeface="Comfortaa" pitchFamily="2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Мистериозни числа в кода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 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дали да не станат константи?</a:t>
            </a:r>
            <a:endParaRPr lang="en-US" dirty="0">
              <a:latin typeface="Comfortaa" pitchFamily="2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Лошо именуван клас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 /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метод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 /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променлива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 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преименува се</a:t>
            </a:r>
            <a:endParaRPr lang="en-US" dirty="0">
              <a:latin typeface="Comfortaa" pitchFamily="2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Много сложно булево условие 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разделя се на няколко израза или извиквания на методи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8E1FFEB-C00B-B6FF-9B4D-C04E708FF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47119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Шаблони за преработка на кода</a:t>
            </a:r>
            <a:r>
              <a:rPr lang="en-US" sz="4000" dirty="0">
                <a:latin typeface="Comfortaa" pitchFamily="2" charset="0"/>
              </a:rPr>
              <a:t> [3/5]</a:t>
            </a:r>
          </a:p>
        </p:txBody>
      </p:sp>
    </p:spTree>
    <p:extLst>
      <p:ext uri="{BB962C8B-B14F-4D97-AF65-F5344CB8AC3E}">
        <p14:creationId xmlns:p14="http://schemas.microsoft.com/office/powerpoint/2010/main" val="907221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Сложен израз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 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разделя се на няколко прости части</a:t>
            </a:r>
            <a:endParaRPr lang="en-US" dirty="0">
              <a:latin typeface="Comfortaa" pitchFamily="2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Няколко константи, ползвани като изброим тип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 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преобразуват се в изброим тип</a:t>
            </a:r>
            <a:endParaRPr lang="en-US" dirty="0">
              <a:latin typeface="Comfortaa" pitchFamily="2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Твърде сложна логика в метода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 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разделя се на няколко</a:t>
            </a:r>
            <a:br>
              <a:rPr lang="bg-BG" dirty="0">
                <a:latin typeface="Comfortaa" pitchFamily="2" charset="0"/>
                <a:sym typeface="Wingdings" pitchFamily="2" charset="2"/>
              </a:rPr>
            </a:br>
            <a:r>
              <a:rPr lang="bg-BG" dirty="0">
                <a:latin typeface="Comfortaa" pitchFamily="2" charset="0"/>
                <a:sym typeface="Wingdings" pitchFamily="2" charset="2"/>
              </a:rPr>
              <a:t>по-прости метода или дори се създава нов клас</a:t>
            </a:r>
            <a:endParaRPr lang="en-US" dirty="0">
              <a:latin typeface="Comfortaa" pitchFamily="2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Неизползвани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класове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,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методи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,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параметри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,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променливи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 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махат се</a:t>
            </a:r>
            <a:endParaRPr lang="en-US" dirty="0">
              <a:latin typeface="Comfortaa" pitchFamily="2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Голямо количество данни, предавани по стойност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без особено добра причина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 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да се предават по адрес</a:t>
            </a:r>
            <a:endParaRPr lang="en-US" dirty="0">
              <a:latin typeface="Comfortaa" pitchFamily="2" charset="0"/>
              <a:sym typeface="Wingdings" pitchFamily="2" charset="2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F7490E-8308-D323-5E85-444F65732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47119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Шаблони за преработка на кода</a:t>
            </a:r>
            <a:r>
              <a:rPr lang="en-US" sz="4000" dirty="0">
                <a:latin typeface="Comfortaa" pitchFamily="2" charset="0"/>
              </a:rPr>
              <a:t> [4/5]</a:t>
            </a:r>
          </a:p>
        </p:txBody>
      </p:sp>
    </p:spTree>
    <p:extLst>
      <p:ext uri="{BB962C8B-B14F-4D97-AF65-F5344CB8AC3E}">
        <p14:creationId xmlns:p14="http://schemas.microsoft.com/office/powerpoint/2010/main" val="153639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515" y="1690688"/>
            <a:ext cx="11113308" cy="4716482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Няколко класа, споделящи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една и съща функционалност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sz="2400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sz="2400" dirty="0">
                <a:latin typeface="Comfortaa" pitchFamily="2" charset="0"/>
                <a:sym typeface="Wingdings" pitchFamily="2" charset="2"/>
              </a:rPr>
              <a:t>извлича се общ родителски клас и се слага в него общия код</a:t>
            </a:r>
            <a:endParaRPr lang="en-US" sz="2400" dirty="0">
              <a:latin typeface="Comfortaa" pitchFamily="2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Различни класове </a:t>
            </a:r>
            <a:r>
              <a:rPr lang="bg-BG" sz="2400" dirty="0">
                <a:latin typeface="Comfortaa" pitchFamily="2" charset="0"/>
                <a:sym typeface="Wingdings" pitchFamily="2" charset="2"/>
              </a:rPr>
              <a:t>биват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създавани в зависимост от някаква настройка</a:t>
            </a:r>
            <a:r>
              <a:rPr lang="bg-BG" sz="2400" dirty="0">
                <a:latin typeface="Comfortaa" pitchFamily="2" charset="0"/>
                <a:sym typeface="Wingdings" pitchFamily="2" charset="2"/>
              </a:rPr>
              <a:t> в конфигурацията</a:t>
            </a:r>
            <a:r>
              <a:rPr lang="en-US" sz="2400" dirty="0">
                <a:latin typeface="Comfortaa" pitchFamily="2" charset="0"/>
                <a:sym typeface="Wingdings" pitchFamily="2" charset="2"/>
              </a:rPr>
              <a:t>  </a:t>
            </a:r>
            <a:r>
              <a:rPr lang="bg-BG" sz="2400" dirty="0">
                <a:latin typeface="Comfortaa" pitchFamily="2" charset="0"/>
                <a:sym typeface="Wingdings" pitchFamily="2" charset="2"/>
              </a:rPr>
              <a:t>използва се </a:t>
            </a:r>
            <a:r>
              <a:rPr lang="en-US" sz="2400" dirty="0">
                <a:latin typeface="Comfortaa" pitchFamily="2" charset="0"/>
                <a:sym typeface="Wingdings" pitchFamily="2" charset="2"/>
              </a:rPr>
              <a:t>factory</a:t>
            </a:r>
            <a:r>
              <a:rPr lang="bg-BG" sz="2400" dirty="0">
                <a:latin typeface="Comfortaa" pitchFamily="2" charset="0"/>
                <a:sym typeface="Wingdings" pitchFamily="2" charset="2"/>
              </a:rPr>
              <a:t> шаблона</a:t>
            </a:r>
            <a:endParaRPr lang="en-US" sz="2400" dirty="0">
              <a:latin typeface="Comfortaa" pitchFamily="2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Кодът не е добре форматиран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 </a:t>
            </a:r>
            <a:r>
              <a:rPr lang="en-US" sz="2400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sz="2400" dirty="0">
                <a:latin typeface="Comfortaa" pitchFamily="2" charset="0"/>
                <a:sym typeface="Wingdings" pitchFamily="2" charset="2"/>
              </a:rPr>
              <a:t>преподреждане</a:t>
            </a:r>
            <a:endParaRPr lang="en-US" sz="2400" dirty="0">
              <a:latin typeface="Comfortaa" pitchFamily="2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  <a:sym typeface="Wingdings" pitchFamily="2" charset="2"/>
              </a:rPr>
              <a:t>Твърде много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класове</a:t>
            </a:r>
            <a:r>
              <a:rPr lang="bg-BG" sz="2400" dirty="0">
                <a:latin typeface="Comfortaa" pitchFamily="2" charset="0"/>
                <a:sym typeface="Wingdings" pitchFamily="2" charset="2"/>
              </a:rPr>
              <a:t> в едно пространство от имена</a:t>
            </a:r>
            <a:r>
              <a:rPr lang="en-US" sz="2400" dirty="0">
                <a:latin typeface="Comfortaa" pitchFamily="2" charset="0"/>
                <a:sym typeface="Wingdings" pitchFamily="2" charset="2"/>
              </a:rPr>
              <a:t>  </a:t>
            </a:r>
            <a:r>
              <a:rPr lang="bg-BG" sz="2400" dirty="0">
                <a:latin typeface="Comfortaa" pitchFamily="2" charset="0"/>
                <a:sym typeface="Wingdings" pitchFamily="2" charset="2"/>
              </a:rPr>
              <a:t>разделят се класовете смислово в няколко пространства от имена</a:t>
            </a:r>
            <a:endParaRPr lang="en-US" sz="2400" dirty="0">
              <a:latin typeface="Comfortaa" pitchFamily="2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Неизползвани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  <a:sym typeface="Wingdings" pitchFamily="2" charset="2"/>
              </a:rPr>
              <a:t>using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дефиниции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 </a:t>
            </a:r>
            <a:r>
              <a:rPr lang="en-US" sz="2400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sz="2400" dirty="0">
                <a:latin typeface="Comfortaa" pitchFamily="2" charset="0"/>
                <a:sym typeface="Wingdings" pitchFamily="2" charset="2"/>
              </a:rPr>
              <a:t>махат се</a:t>
            </a:r>
            <a:endParaRPr lang="en-US" sz="2400" dirty="0">
              <a:latin typeface="Comfortaa" pitchFamily="2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Неописателни съобщения за грешки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 </a:t>
            </a:r>
            <a:r>
              <a:rPr lang="en-US" sz="2400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sz="2400" dirty="0">
                <a:latin typeface="Comfortaa" pitchFamily="2" charset="0"/>
                <a:sym typeface="Wingdings" pitchFamily="2" charset="2"/>
              </a:rPr>
              <a:t>оправят се</a:t>
            </a:r>
            <a:endParaRPr lang="en-US" sz="2400" dirty="0">
              <a:latin typeface="Comfortaa" pitchFamily="2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Липса на защитно програмиране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 </a:t>
            </a:r>
            <a:r>
              <a:rPr lang="en-US" sz="2400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sz="2400" dirty="0">
                <a:latin typeface="Comfortaa" pitchFamily="2" charset="0"/>
                <a:sym typeface="Wingdings" pitchFamily="2" charset="2"/>
              </a:rPr>
              <a:t>добавя се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226C9D-23C1-C871-7299-FA2CAB6FB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47119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Шаблони за преработка на кода</a:t>
            </a:r>
            <a:r>
              <a:rPr lang="en-US" sz="4000" dirty="0">
                <a:latin typeface="Comfortaa" pitchFamily="2" charset="0"/>
              </a:rPr>
              <a:t> [5/5]</a:t>
            </a:r>
          </a:p>
        </p:txBody>
      </p:sp>
    </p:spTree>
    <p:extLst>
      <p:ext uri="{BB962C8B-B14F-4D97-AF65-F5344CB8AC3E}">
        <p14:creationId xmlns:p14="http://schemas.microsoft.com/office/powerpoint/2010/main" val="1802537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>
          <a:xfrm>
            <a:off x="750133" y="1590508"/>
            <a:ext cx="10691734" cy="4934493"/>
          </a:xfrm>
          <a:ln>
            <a:noFill/>
          </a:ln>
        </p:spPr>
        <p:txBody>
          <a:bodyPr>
            <a:normAutofit lnSpcReduction="10000"/>
          </a:bodyPr>
          <a:lstStyle/>
          <a:p>
            <a:pPr eaLnBrk="1" hangingPunct="1">
              <a:lnSpc>
                <a:spcPct val="100000"/>
              </a:lnSpc>
              <a:defRPr/>
            </a:pPr>
            <a:r>
              <a:rPr lang="bg-BG" sz="2400" dirty="0">
                <a:latin typeface="Comfortaa" pitchFamily="2" charset="0"/>
              </a:rPr>
              <a:t>За предоставяне на удобен интерфейс от високо ниво към </a:t>
            </a:r>
            <a:r>
              <a:rPr lang="bg-BG" sz="2400" noProof="1">
                <a:latin typeface="Comfortaa" pitchFamily="2" charset="0"/>
              </a:rPr>
              <a:t>множество подсистеми или една сложна подсистема</a:t>
            </a:r>
            <a:endParaRPr lang="en-US" sz="2400" noProof="1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Използван в много</a:t>
            </a:r>
            <a:r>
              <a:rPr lang="en-US" sz="2400" dirty="0">
                <a:latin typeface="Comfortaa" pitchFamily="2" charset="0"/>
              </a:rPr>
              <a:t> Win32 API </a:t>
            </a:r>
            <a:r>
              <a:rPr lang="bg-BG" sz="2400" dirty="0">
                <a:latin typeface="Comfortaa" pitchFamily="2" charset="0"/>
              </a:rPr>
              <a:t>базови класове, за да се скрие сложността на </a:t>
            </a:r>
            <a:r>
              <a:rPr lang="en-US" sz="2400" dirty="0">
                <a:latin typeface="Comfortaa" pitchFamily="2" charset="0"/>
              </a:rPr>
              <a:t>Win32</a:t>
            </a:r>
            <a:endParaRPr lang="bg-BG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Comfortaa" pitchFamily="2" charset="0"/>
                <a:hlinkClick r:id="rId3"/>
              </a:rPr>
              <a:t>http://www.dofactory.com/net/facade-design-pattern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lnSpc>
                <a:spcPct val="85000"/>
              </a:lnSpc>
              <a:defRPr/>
            </a:pPr>
            <a:r>
              <a:rPr lang="bg-BG" dirty="0">
                <a:latin typeface="Comfortaa" pitchFamily="2" charset="0"/>
              </a:rPr>
              <a:t>Шаблон </a:t>
            </a:r>
            <a:r>
              <a:rPr lang="en-US" dirty="0">
                <a:latin typeface="Comfortaa" pitchFamily="2" charset="0"/>
              </a:rPr>
              <a:t>Façade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9" descr="facad05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5246" y="3344679"/>
            <a:ext cx="7905441" cy="22307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2216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5932"/>
            <a:ext cx="10515600" cy="435133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По сложния начин</a:t>
            </a:r>
            <a:r>
              <a:rPr lang="en-US" dirty="0">
                <a:latin typeface="Comfortaa" pitchFamily="2" charset="0"/>
              </a:rPr>
              <a:t>:</a:t>
            </a:r>
            <a:endParaRPr lang="bg-BG" dirty="0">
              <a:latin typeface="Comfortaa" pitchFamily="2" charset="0"/>
            </a:endParaRPr>
          </a:p>
          <a:p>
            <a:endParaRPr lang="bg-BG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>
              <a:spcBef>
                <a:spcPts val="1800"/>
              </a:spcBef>
            </a:pPr>
            <a:r>
              <a:rPr lang="bg-BG" dirty="0">
                <a:latin typeface="Comfortaa" pitchFamily="2" charset="0"/>
              </a:rPr>
              <a:t>С </a:t>
            </a:r>
            <a:r>
              <a:rPr lang="en-US" dirty="0">
                <a:latin typeface="Comfortaa" pitchFamily="2" charset="0"/>
              </a:rPr>
              <a:t>Façade:</a:t>
            </a: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Пример за шаблон </a:t>
            </a:r>
            <a:r>
              <a:rPr lang="en-US" dirty="0">
                <a:latin typeface="Comfortaa" pitchFamily="2" charset="0"/>
              </a:rPr>
              <a:t>Façade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48091" y="2233110"/>
            <a:ext cx="9652517" cy="286232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speakers.On();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speakers.SetSurroundSound(true);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speakers.SetVolume(25/100);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speakers.SetOptions(SoundOptions.BlueRay);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environment.DimLights();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projector.On();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projector.SetMode(Modes.WideScreen);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dvd.On();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dvd.Play(movieName);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48090" y="5835425"/>
            <a:ext cx="9652517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homeTheater.WatchMovie(movieName)</a:t>
            </a:r>
          </a:p>
        </p:txBody>
      </p:sp>
    </p:spTree>
    <p:extLst>
      <p:ext uri="{BB962C8B-B14F-4D97-AF65-F5344CB8AC3E}">
        <p14:creationId xmlns:p14="http://schemas.microsoft.com/office/powerpoint/2010/main" val="2250210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spcBef>
                <a:spcPts val="300"/>
              </a:spcBef>
            </a:pPr>
            <a:r>
              <a:rPr lang="bg-BG" sz="3100" dirty="0">
                <a:latin typeface="Comfortaa" pitchFamily="2" charset="0"/>
              </a:rPr>
              <a:t>Замяна на магически числа с именувани константи</a:t>
            </a:r>
            <a:endParaRPr lang="en-US" sz="3100" dirty="0">
              <a:latin typeface="Comfortaa" pitchFamily="2" charset="0"/>
            </a:endParaRPr>
          </a:p>
          <a:p>
            <a:pPr>
              <a:spcBef>
                <a:spcPts val="300"/>
              </a:spcBef>
            </a:pPr>
            <a:r>
              <a:rPr lang="bg-BG" sz="3100" dirty="0">
                <a:latin typeface="Comfortaa" pitchFamily="2" charset="0"/>
              </a:rPr>
              <a:t>Преименуване на променлива с по-описателно име</a:t>
            </a:r>
          </a:p>
          <a:p>
            <a:pPr>
              <a:spcBef>
                <a:spcPts val="300"/>
              </a:spcBef>
            </a:pPr>
            <a:r>
              <a:rPr lang="bg-BG" sz="3100" dirty="0">
                <a:latin typeface="Comfortaa" pitchFamily="2" charset="0"/>
              </a:rPr>
              <a:t>Замяна на израз с метод</a:t>
            </a:r>
            <a:endParaRPr lang="en-US" sz="3100" dirty="0">
              <a:latin typeface="Comfortaa" pitchFamily="2" charset="0"/>
            </a:endParaRPr>
          </a:p>
          <a:p>
            <a:pPr lvl="1">
              <a:spcBef>
                <a:spcPts val="300"/>
              </a:spcBef>
            </a:pPr>
            <a:r>
              <a:rPr lang="bg-BG" sz="2900" dirty="0">
                <a:latin typeface="Comfortaa" pitchFamily="2" charset="0"/>
              </a:rPr>
              <a:t>За опростяване или за да се избегнат повторения</a:t>
            </a:r>
          </a:p>
          <a:p>
            <a:pPr>
              <a:spcBef>
                <a:spcPts val="300"/>
              </a:spcBef>
            </a:pPr>
            <a:r>
              <a:rPr lang="bg-BG" sz="3100" dirty="0">
                <a:latin typeface="Comfortaa" pitchFamily="2" charset="0"/>
              </a:rPr>
              <a:t>Преместване на израз да е</a:t>
            </a:r>
            <a:r>
              <a:rPr lang="en-US" sz="3100" dirty="0">
                <a:latin typeface="Comfortaa" pitchFamily="2" charset="0"/>
              </a:rPr>
              <a:t> </a:t>
            </a:r>
            <a:r>
              <a:rPr lang="en-US" sz="3100" b="1" dirty="0">
                <a:solidFill>
                  <a:srgbClr val="00B0F0"/>
                </a:solidFill>
                <a:latin typeface="Comfortaa" pitchFamily="2" charset="0"/>
              </a:rPr>
              <a:t>inline</a:t>
            </a:r>
          </a:p>
          <a:p>
            <a:pPr>
              <a:spcBef>
                <a:spcPts val="300"/>
              </a:spcBef>
            </a:pPr>
            <a:r>
              <a:rPr lang="bg-BG" sz="3100" dirty="0">
                <a:latin typeface="Comfortaa" pitchFamily="2" charset="0"/>
              </a:rPr>
              <a:t>Добавяне на междинна променлива</a:t>
            </a:r>
            <a:endParaRPr lang="en-US" sz="3100" dirty="0">
              <a:latin typeface="Comfortaa" pitchFamily="2" charset="0"/>
            </a:endParaRPr>
          </a:p>
          <a:p>
            <a:pPr lvl="1">
              <a:spcBef>
                <a:spcPts val="300"/>
              </a:spcBef>
            </a:pPr>
            <a:r>
              <a:rPr lang="bg-BG" sz="2900" dirty="0">
                <a:latin typeface="Comfortaa" pitchFamily="2" charset="0"/>
              </a:rPr>
              <a:t>Въвежда поясняваща променлива</a:t>
            </a:r>
            <a:endParaRPr lang="en-US" sz="2900" dirty="0">
              <a:latin typeface="Comfortaa" pitchFamily="2" charset="0"/>
            </a:endParaRPr>
          </a:p>
          <a:p>
            <a:pPr>
              <a:spcBef>
                <a:spcPts val="300"/>
              </a:spcBef>
            </a:pPr>
            <a:r>
              <a:rPr lang="bg-BG" sz="3100" dirty="0">
                <a:latin typeface="Comfortaa" pitchFamily="2" charset="0"/>
              </a:rPr>
              <a:t>Замяна на променлива с много употреби в множество променливи, ползвани за едно нещо</a:t>
            </a:r>
            <a:endParaRPr lang="en-US" sz="3100" dirty="0">
              <a:latin typeface="Comfortaa" pitchFamily="2" charset="0"/>
            </a:endParaRPr>
          </a:p>
          <a:p>
            <a:pPr lvl="1">
              <a:spcBef>
                <a:spcPts val="300"/>
              </a:spcBef>
            </a:pPr>
            <a:r>
              <a:rPr lang="bg-BG" sz="2900" dirty="0">
                <a:latin typeface="Comfortaa" pitchFamily="2" charset="0"/>
              </a:rPr>
              <a:t>Създава се отделна променлива за всяка употреба</a:t>
            </a:r>
            <a:endParaRPr lang="en-US" sz="2900" dirty="0">
              <a:latin typeface="Comfortaa" pitchFamily="2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Преработка на ниво данни</a:t>
            </a:r>
            <a:r>
              <a:rPr lang="en-US" dirty="0">
                <a:latin typeface="Comfortaa" pitchFamily="2" charset="0"/>
              </a:rPr>
              <a:t> [1/2] 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124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Създава локална променлива за локалните обработки вместо да ползва параметър за целта</a:t>
            </a:r>
            <a:endParaRPr lang="en-US" dirty="0">
              <a:latin typeface="Comfortaa" pitchFamily="2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Преобразуване на прости данни в клас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Предлага и логика за валидиране</a:t>
            </a:r>
            <a:r>
              <a:rPr lang="en-US" dirty="0">
                <a:latin typeface="Comfortaa" pitchFamily="2" charset="0"/>
              </a:rPr>
              <a:t> (money)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Преобразува набор от кодове на типове (константи) в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enum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Преобразува набор от кодове на типове в клас с подкласове с различно поведение</a:t>
            </a:r>
            <a:endParaRPr lang="en-US" dirty="0">
              <a:latin typeface="Comfortaa" pitchFamily="2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Смяна на масив с обект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Когато се използва масив с различни типове в него</a:t>
            </a:r>
            <a:endParaRPr lang="en-US" dirty="0">
              <a:latin typeface="Comfortaa" pitchFamily="2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Капсулиране на колекция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A2C43F05-2EBE-44F0-8915-91393EB80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AE405635-E24E-8E72-38B0-235621F03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Преработка на ниво данни</a:t>
            </a:r>
            <a:r>
              <a:rPr lang="en-US" dirty="0">
                <a:latin typeface="Comfortaa" pitchFamily="2" charset="0"/>
              </a:rPr>
              <a:t> [1/2] 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481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578634"/>
            <a:ext cx="10768923" cy="4839979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Разделяне на части на булев израз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Местене на сложен булев израз в ясно именувана булева функция</a:t>
            </a:r>
          </a:p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Използване на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break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или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return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вместо управляващата променлива на цикъл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Връщане на резултат веднага щом е ясен отговора вместо да се  присвоява връщаната стойност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Обединяване на дублирания код в условни команди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Замяна на условните команди с полиморфизъм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Използване на </a:t>
            </a:r>
            <a:r>
              <a:rPr lang="en-US" sz="3200" dirty="0">
                <a:latin typeface="Comfortaa" pitchFamily="2" charset="0"/>
              </a:rPr>
              <a:t>null</a:t>
            </a:r>
            <a:r>
              <a:rPr lang="bg-BG" sz="3200" dirty="0">
                <a:latin typeface="Comfortaa" pitchFamily="2" charset="0"/>
              </a:rPr>
              <a:t>-</a:t>
            </a:r>
            <a:r>
              <a:rPr lang="en-US" sz="3200" dirty="0">
                <a:latin typeface="Comfortaa" pitchFamily="2" charset="0"/>
              </a:rPr>
              <a:t>object </a:t>
            </a:r>
            <a:r>
              <a:rPr lang="bg-BG" sz="3200" dirty="0">
                <a:latin typeface="Comfortaa" pitchFamily="2" charset="0"/>
              </a:rPr>
              <a:t>шаблона вместо проверки за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null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Преработка на ниво израз</a:t>
            </a:r>
          </a:p>
        </p:txBody>
      </p:sp>
    </p:spTree>
    <p:extLst>
      <p:ext uri="{BB962C8B-B14F-4D97-AF65-F5344CB8AC3E}">
        <p14:creationId xmlns:p14="http://schemas.microsoft.com/office/powerpoint/2010/main" val="2601809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1" y="1559626"/>
            <a:ext cx="10515600" cy="4829299"/>
          </a:xfrm>
        </p:spPr>
        <p:txBody>
          <a:bodyPr>
            <a:noAutofit/>
          </a:bodyPr>
          <a:lstStyle/>
          <a:p>
            <a:r>
              <a:rPr lang="bg-BG" sz="2400" dirty="0">
                <a:latin typeface="Comfortaa" pitchFamily="2" charset="0"/>
              </a:rPr>
              <a:t>Извличане </a:t>
            </a:r>
            <a:r>
              <a:rPr lang="en-US" sz="2400" dirty="0">
                <a:latin typeface="Comfortaa" pitchFamily="2" charset="0"/>
              </a:rPr>
              <a:t>/ </a:t>
            </a:r>
            <a:r>
              <a:rPr lang="bg-BG" sz="2400" dirty="0">
                <a:latin typeface="Comfortaa" pitchFamily="2" charset="0"/>
              </a:rPr>
              <a:t>вграждане на метод</a:t>
            </a:r>
            <a:endParaRPr lang="en-US" sz="24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Преименуване на метод</a:t>
            </a:r>
            <a:endParaRPr lang="en-US" sz="24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Превръщане на дълга процедура в клас</a:t>
            </a:r>
            <a:endParaRPr lang="en-US" sz="24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Добавяне / махане на параметри</a:t>
            </a:r>
            <a:endParaRPr lang="en-US" sz="24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Комбиниране на подобни методи чрез </a:t>
            </a:r>
            <a:r>
              <a:rPr lang="bg-BG" sz="2400" dirty="0" err="1">
                <a:latin typeface="Comfortaa" pitchFamily="2" charset="0"/>
              </a:rPr>
              <a:t>параметризиране</a:t>
            </a:r>
            <a:endParaRPr lang="en-US" sz="24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Замяна на сложен алгоритъм с по-прост</a:t>
            </a:r>
            <a:endParaRPr lang="en-US" sz="24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Разделяна на методи, чието поведение зависи от подадените параметри</a:t>
            </a:r>
            <a:r>
              <a:rPr lang="en-US" sz="2400" dirty="0">
                <a:latin typeface="Comfortaa" pitchFamily="2" charset="0"/>
              </a:rPr>
              <a:t> (</a:t>
            </a:r>
            <a:r>
              <a:rPr lang="bg-BG" sz="2400" dirty="0">
                <a:latin typeface="Comfortaa" pitchFamily="2" charset="0"/>
              </a:rPr>
              <a:t>създаване на нови методи</a:t>
            </a:r>
            <a:r>
              <a:rPr lang="en-US" sz="2400" dirty="0">
                <a:latin typeface="Comfortaa" pitchFamily="2" charset="0"/>
              </a:rPr>
              <a:t>)</a:t>
            </a:r>
          </a:p>
          <a:p>
            <a:r>
              <a:rPr lang="bg-BG" sz="2400" dirty="0">
                <a:latin typeface="Comfortaa" pitchFamily="2" charset="0"/>
              </a:rPr>
              <a:t>Подаване на целия обект вместо само негови отделни полета</a:t>
            </a:r>
            <a:endParaRPr lang="en-US" sz="24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Капсулиране надолу </a:t>
            </a:r>
            <a:r>
              <a:rPr lang="en-US" sz="2400" dirty="0">
                <a:latin typeface="Comfortaa" pitchFamily="2" charset="0"/>
              </a:rPr>
              <a:t>/ </a:t>
            </a:r>
            <a:r>
              <a:rPr lang="bg-BG" sz="2400" dirty="0">
                <a:latin typeface="Comfortaa" pitchFamily="2" charset="0"/>
              </a:rPr>
              <a:t>връщане на интерфейсни типове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Преработка на ниво метод</a:t>
            </a:r>
          </a:p>
        </p:txBody>
      </p:sp>
    </p:spTree>
    <p:extLst>
      <p:ext uri="{BB962C8B-B14F-4D97-AF65-F5344CB8AC3E}">
        <p14:creationId xmlns:p14="http://schemas.microsoft.com/office/powerpoint/2010/main" val="1419237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Промяна на структура в клас или обратно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Местене на членове нагоре</a:t>
            </a:r>
            <a:r>
              <a:rPr lang="en-US" dirty="0">
                <a:latin typeface="Comfortaa" pitchFamily="2" charset="0"/>
              </a:rPr>
              <a:t> / </a:t>
            </a:r>
            <a:r>
              <a:rPr lang="bg-BG" dirty="0">
                <a:latin typeface="Comfortaa" pitchFamily="2" charset="0"/>
              </a:rPr>
              <a:t>надолу по йерархията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Извличане на специализирания код в подклас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Комбиниране на подобния код в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общ родителски клас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Свиване на йерархията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Замяна на наследяване с делегиране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Замяна на делегиране с наследяване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Преработка на ниво клас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977648" y="3505201"/>
            <a:ext cx="3580705" cy="250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060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300"/>
              </a:spcAft>
            </a:pPr>
            <a:r>
              <a:rPr lang="bg-BG" sz="2000" dirty="0">
                <a:latin typeface="Comfortaa" pitchFamily="2" charset="0"/>
              </a:rPr>
              <a:t>Извличане на интерфейс(и)</a:t>
            </a:r>
            <a:r>
              <a:rPr lang="en-US" sz="2000" dirty="0">
                <a:latin typeface="Comfortaa" pitchFamily="2" charset="0"/>
              </a:rPr>
              <a:t> / </a:t>
            </a:r>
            <a:r>
              <a:rPr lang="bg-BG" sz="2000" dirty="0">
                <a:latin typeface="Comfortaa" pitchFamily="2" charset="0"/>
              </a:rPr>
              <a:t>запазване на изолацията им</a:t>
            </a:r>
            <a:endParaRPr lang="en-US" sz="2000" dirty="0">
              <a:latin typeface="Comfortaa" pitchFamily="2" charset="0"/>
            </a:endParaRPr>
          </a:p>
          <a:p>
            <a:pPr>
              <a:spcAft>
                <a:spcPts val="300"/>
              </a:spcAft>
            </a:pPr>
            <a:r>
              <a:rPr lang="bg-BG" sz="2000" dirty="0">
                <a:latin typeface="Comfortaa" pitchFamily="2" charset="0"/>
              </a:rPr>
              <a:t>Преместване на метод в друг клас</a:t>
            </a:r>
            <a:endParaRPr lang="en-US" sz="2000" dirty="0">
              <a:latin typeface="Comfortaa" pitchFamily="2" charset="0"/>
            </a:endParaRPr>
          </a:p>
          <a:p>
            <a:pPr>
              <a:spcAft>
                <a:spcPts val="300"/>
              </a:spcAft>
            </a:pPr>
            <a:r>
              <a:rPr lang="bg-BG" sz="2000" dirty="0">
                <a:latin typeface="Comfortaa" pitchFamily="2" charset="0"/>
              </a:rPr>
              <a:t>Разцепване на клас</a:t>
            </a:r>
            <a:r>
              <a:rPr lang="en-US" sz="2000" dirty="0">
                <a:latin typeface="Comfortaa" pitchFamily="2" charset="0"/>
              </a:rPr>
              <a:t> / </a:t>
            </a:r>
            <a:r>
              <a:rPr lang="bg-BG" sz="2000" dirty="0">
                <a:latin typeface="Comfortaa" pitchFamily="2" charset="0"/>
              </a:rPr>
              <a:t>сливане на класове</a:t>
            </a:r>
            <a:r>
              <a:rPr lang="en-US" sz="2000" dirty="0">
                <a:latin typeface="Comfortaa" pitchFamily="2" charset="0"/>
              </a:rPr>
              <a:t> / </a:t>
            </a:r>
            <a:r>
              <a:rPr lang="bg-BG" sz="2000" dirty="0">
                <a:latin typeface="Comfortaa" pitchFamily="2" charset="0"/>
              </a:rPr>
              <a:t>изтриване на клас</a:t>
            </a:r>
            <a:endParaRPr lang="en-US" sz="2000" dirty="0">
              <a:latin typeface="Comfortaa" pitchFamily="2" charset="0"/>
            </a:endParaRPr>
          </a:p>
          <a:p>
            <a:pPr>
              <a:spcAft>
                <a:spcPts val="300"/>
              </a:spcAft>
            </a:pPr>
            <a:r>
              <a:rPr lang="bg-BG" sz="2000" dirty="0">
                <a:latin typeface="Comfortaa" pitchFamily="2" charset="0"/>
              </a:rPr>
              <a:t>Скриване на делегиращ клас</a:t>
            </a:r>
            <a:endParaRPr lang="en-US" sz="2000" dirty="0">
              <a:latin typeface="Comfortaa" pitchFamily="2" charset="0"/>
            </a:endParaRPr>
          </a:p>
          <a:p>
            <a:pPr lvl="1">
              <a:spcAft>
                <a:spcPts val="300"/>
              </a:spcAft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A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вика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B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C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когато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A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трябва да извиква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B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B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да извиква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C</a:t>
            </a:r>
          </a:p>
          <a:p>
            <a:pPr>
              <a:spcAft>
                <a:spcPts val="300"/>
              </a:spcAft>
            </a:pPr>
            <a:r>
              <a:rPr lang="bg-BG" sz="2000" dirty="0">
                <a:latin typeface="Comfortaa" pitchFamily="2" charset="0"/>
              </a:rPr>
              <a:t>Премахване на посредника</a:t>
            </a:r>
            <a:endParaRPr lang="en-US" sz="2000" dirty="0">
              <a:latin typeface="Comfortaa" pitchFamily="2" charset="0"/>
            </a:endParaRPr>
          </a:p>
          <a:p>
            <a:pPr>
              <a:spcAft>
                <a:spcPts val="300"/>
              </a:spcAft>
            </a:pPr>
            <a:r>
              <a:rPr lang="bg-BG" sz="2000" dirty="0">
                <a:latin typeface="Comfortaa" pitchFamily="2" charset="0"/>
              </a:rPr>
              <a:t>Въвеждане </a:t>
            </a:r>
            <a:r>
              <a:rPr lang="en-US" sz="2000" dirty="0">
                <a:latin typeface="Comfortaa" pitchFamily="2" charset="0"/>
              </a:rPr>
              <a:t>(</a:t>
            </a:r>
            <a:r>
              <a:rPr lang="bg-BG" sz="2000" dirty="0">
                <a:latin typeface="Comfortaa" pitchFamily="2" charset="0"/>
              </a:rPr>
              <a:t>и използване</a:t>
            </a:r>
            <a:r>
              <a:rPr lang="en-US" sz="2000" dirty="0">
                <a:latin typeface="Comfortaa" pitchFamily="2" charset="0"/>
              </a:rPr>
              <a:t>) </a:t>
            </a:r>
            <a:r>
              <a:rPr lang="bg-BG" sz="2000" dirty="0">
                <a:latin typeface="Comfortaa" pitchFamily="2" charset="0"/>
              </a:rPr>
              <a:t>на клас за разширение</a:t>
            </a:r>
            <a:endParaRPr lang="en-US" sz="2000" dirty="0">
              <a:latin typeface="Comfortaa" pitchFamily="2" charset="0"/>
            </a:endParaRPr>
          </a:p>
          <a:p>
            <a:pPr lvl="1">
              <a:spcAft>
                <a:spcPts val="300"/>
              </a:spcAft>
            </a:pPr>
            <a:r>
              <a:rPr lang="bg-BG" sz="2000" dirty="0">
                <a:latin typeface="Comfortaa" pitchFamily="2" charset="0"/>
              </a:rPr>
              <a:t>Когато няма достъп до оригиналния клас</a:t>
            </a:r>
            <a:endParaRPr lang="en-US" sz="2000" dirty="0">
              <a:latin typeface="Comfortaa" pitchFamily="2" charset="0"/>
            </a:endParaRPr>
          </a:p>
          <a:p>
            <a:pPr lvl="1">
              <a:spcAft>
                <a:spcPts val="300"/>
              </a:spcAft>
            </a:pPr>
            <a:r>
              <a:rPr lang="bg-BG" sz="2000" dirty="0">
                <a:latin typeface="Comfortaa" pitchFamily="2" charset="0"/>
              </a:rPr>
              <a:t>Или като алтернатива да се ползва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Decorator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шаблона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882745" cy="1325563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Преработка на ниво интерфейс на класа</a:t>
            </a:r>
            <a:r>
              <a:rPr lang="en-US" sz="3200" dirty="0">
                <a:latin typeface="Comfortaa" pitchFamily="2" charset="0"/>
              </a:rPr>
              <a:t> [1/2]</a:t>
            </a:r>
            <a:endParaRPr lang="bg-BG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152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652" y="1567542"/>
            <a:ext cx="10218717" cy="4625439"/>
          </a:xfrm>
        </p:spPr>
        <p:txBody>
          <a:bodyPr>
            <a:normAutofit lnSpcReduction="10000"/>
          </a:bodyPr>
          <a:lstStyle/>
          <a:p>
            <a:r>
              <a:rPr lang="bg-BG" sz="2400" dirty="0">
                <a:latin typeface="Comfortaa" pitchFamily="2" charset="0"/>
              </a:rPr>
              <a:t>Капсулиране на член-променлива, до която има достъп</a:t>
            </a:r>
            <a:endParaRPr lang="en-US" sz="24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Винаги ползвайте свойства</a:t>
            </a:r>
            <a:endParaRPr lang="en-US" sz="20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Подсигурете подходящ достъп до </a:t>
            </a:r>
            <a:r>
              <a:rPr lang="en-US" sz="2000" dirty="0">
                <a:latin typeface="Comfortaa" pitchFamily="2" charset="0"/>
              </a:rPr>
              <a:t>getters </a:t>
            </a:r>
            <a:r>
              <a:rPr lang="bg-BG" sz="2000" dirty="0">
                <a:latin typeface="Comfortaa" pitchFamily="2" charset="0"/>
              </a:rPr>
              <a:t>и </a:t>
            </a:r>
            <a:r>
              <a:rPr lang="en-US" sz="2000" dirty="0">
                <a:latin typeface="Comfortaa" pitchFamily="2" charset="0"/>
              </a:rPr>
              <a:t>setters</a:t>
            </a:r>
          </a:p>
          <a:p>
            <a:pPr lvl="2"/>
            <a:r>
              <a:rPr lang="bg-BG" sz="1800" dirty="0">
                <a:latin typeface="Comfortaa" pitchFamily="2" charset="0"/>
              </a:rPr>
              <a:t>Премахнете </a:t>
            </a:r>
            <a:r>
              <a:rPr lang="en-US" sz="1800" dirty="0">
                <a:latin typeface="Comfortaa" pitchFamily="2" charset="0"/>
              </a:rPr>
              <a:t>setter</a:t>
            </a:r>
            <a:r>
              <a:rPr lang="bg-BG" sz="1800" dirty="0">
                <a:latin typeface="Comfortaa" pitchFamily="2" charset="0"/>
              </a:rPr>
              <a:t>-</a:t>
            </a:r>
            <a:r>
              <a:rPr lang="bg-BG" sz="1800" dirty="0" err="1">
                <a:latin typeface="Comfortaa" pitchFamily="2" charset="0"/>
              </a:rPr>
              <a:t>ите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на данните само за четене</a:t>
            </a:r>
            <a:endParaRPr lang="en-US" sz="18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Скриване на данни и процедури, които не са предназначени да бъдат ползвани извън класа / йерархията</a:t>
            </a:r>
            <a:endParaRPr lang="en-US" sz="2400" dirty="0">
              <a:latin typeface="Comfortaa" pitchFamily="2" charset="0"/>
            </a:endParaRPr>
          </a:p>
          <a:p>
            <a:pPr lvl="1"/>
            <a:r>
              <a:rPr lang="en-US" sz="2000" dirty="0">
                <a:latin typeface="Comfortaa" pitchFamily="2" charset="0"/>
              </a:rPr>
              <a:t>private -&gt; protected -&gt; internal -&gt; public</a:t>
            </a:r>
          </a:p>
          <a:p>
            <a:r>
              <a:rPr lang="bg-BG" sz="2400" dirty="0">
                <a:latin typeface="Comfortaa" pitchFamily="2" charset="0"/>
              </a:rPr>
              <a:t>Ползване на стратегия за избягване на голяма йерархия от класове</a:t>
            </a:r>
            <a:endParaRPr lang="en-US" sz="24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Прилагане на други шаблони в проектирането за често срещани казуси с класове и йерархии от класове</a:t>
            </a:r>
            <a:r>
              <a:rPr lang="en-US" sz="2400" dirty="0">
                <a:latin typeface="Comfortaa" pitchFamily="2" charset="0"/>
              </a:rPr>
              <a:t> (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Façade</a:t>
            </a:r>
            <a:r>
              <a:rPr lang="en-US" sz="2400" dirty="0">
                <a:latin typeface="Comfortaa" pitchFamily="2" charset="0"/>
              </a:rPr>
              <a:t>,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Adapter</a:t>
            </a:r>
            <a:r>
              <a:rPr lang="en-US" sz="2400" dirty="0">
                <a:latin typeface="Comfortaa" pitchFamily="2" charset="0"/>
              </a:rPr>
              <a:t>, </a:t>
            </a:r>
            <a:r>
              <a:rPr lang="bg-BG" sz="2400" dirty="0" err="1">
                <a:latin typeface="Comfortaa" pitchFamily="2" charset="0"/>
              </a:rPr>
              <a:t>т.н</a:t>
            </a:r>
            <a:r>
              <a:rPr lang="en-US" sz="2400" dirty="0">
                <a:latin typeface="Comfortaa" pitchFamily="2" charset="0"/>
              </a:rPr>
              <a:t>.)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F254AC1-F55B-7C24-FFC9-C9B01A688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82745" cy="1325563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Преработка на ниво интерфейс на класа</a:t>
            </a:r>
            <a:r>
              <a:rPr lang="en-US" sz="3200" dirty="0">
                <a:latin typeface="Comfortaa" pitchFamily="2" charset="0"/>
              </a:rPr>
              <a:t> [2/2]</a:t>
            </a:r>
            <a:endParaRPr lang="bg-BG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023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Преместване на клас (или няколко класа</a:t>
            </a:r>
            <a:r>
              <a:rPr lang="en-US" dirty="0">
                <a:latin typeface="Comfortaa" pitchFamily="2" charset="0"/>
              </a:rPr>
              <a:t>) </a:t>
            </a:r>
            <a:r>
              <a:rPr lang="bg-BG" dirty="0">
                <a:latin typeface="Comfortaa" pitchFamily="2" charset="0"/>
              </a:rPr>
              <a:t>в друго пространство от имена или </a:t>
            </a:r>
            <a:r>
              <a:rPr lang="bg-BG" dirty="0" err="1">
                <a:latin typeface="Comfortaa" pitchFamily="2" charset="0"/>
              </a:rPr>
              <a:t>асембли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Предоставяне на </a:t>
            </a:r>
            <a:r>
              <a:rPr lang="en-US" dirty="0">
                <a:latin typeface="Comfortaa" pitchFamily="2" charset="0"/>
              </a:rPr>
              <a:t>factory </a:t>
            </a:r>
            <a:r>
              <a:rPr lang="bg-BG" dirty="0">
                <a:latin typeface="Comfortaa" pitchFamily="2" charset="0"/>
              </a:rPr>
              <a:t>метод вместо прост конструктор</a:t>
            </a:r>
            <a:r>
              <a:rPr lang="en-US" dirty="0">
                <a:latin typeface="Comfortaa" pitchFamily="2" charset="0"/>
              </a:rPr>
              <a:t> / </a:t>
            </a:r>
            <a:r>
              <a:rPr lang="bg-BG" dirty="0">
                <a:latin typeface="Comfortaa" pitchFamily="2" charset="0"/>
              </a:rPr>
              <a:t>използване на </a:t>
            </a:r>
            <a:r>
              <a:rPr lang="en-US" dirty="0">
                <a:latin typeface="Comfortaa" pitchFamily="2" charset="0"/>
              </a:rPr>
              <a:t>fluent API</a:t>
            </a:r>
          </a:p>
          <a:p>
            <a:r>
              <a:rPr lang="bg-BG" dirty="0">
                <a:latin typeface="Comfortaa" pitchFamily="2" charset="0"/>
              </a:rPr>
              <a:t>Смяна на код за грешки с изключения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Изнасяне на низове в ресурсни файлове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Ползване на </a:t>
            </a:r>
            <a:r>
              <a:rPr lang="en-US" dirty="0">
                <a:latin typeface="Comfortaa" pitchFamily="2" charset="0"/>
              </a:rPr>
              <a:t>dependency injection</a:t>
            </a:r>
          </a:p>
          <a:p>
            <a:r>
              <a:rPr lang="bg-BG" dirty="0">
                <a:latin typeface="Comfortaa" pitchFamily="2" charset="0"/>
              </a:rPr>
              <a:t>Прилагане на архитектурни шаблони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Преработка на системно ниво</a:t>
            </a:r>
          </a:p>
        </p:txBody>
      </p:sp>
    </p:spTree>
    <p:extLst>
      <p:ext uri="{BB962C8B-B14F-4D97-AF65-F5344CB8AC3E}">
        <p14:creationId xmlns:p14="http://schemas.microsoft.com/office/powerpoint/2010/main" val="4194257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3837" y="2348139"/>
            <a:ext cx="9914906" cy="346483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Шаблони за преработка</a:t>
            </a:r>
            <a:endParaRPr lang="en-US" dirty="0">
              <a:latin typeface="Comfortaa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Видове преработка</a:t>
            </a:r>
            <a:endParaRPr lang="en-US" dirty="0">
              <a:latin typeface="Comfortaa" pitchFamily="2" charset="0"/>
            </a:endParaRPr>
          </a:p>
          <a:p>
            <a:pPr marL="819096" lvl="1" indent="-514350"/>
            <a:r>
              <a:rPr lang="bg-BG" dirty="0">
                <a:latin typeface="Comfortaa" pitchFamily="2" charset="0"/>
              </a:rPr>
              <a:t>На ниво данни</a:t>
            </a:r>
            <a:endParaRPr lang="en-US" dirty="0">
              <a:latin typeface="Comfortaa" pitchFamily="2" charset="0"/>
            </a:endParaRPr>
          </a:p>
          <a:p>
            <a:pPr marL="819096" lvl="1" indent="-514350"/>
            <a:r>
              <a:rPr lang="bg-BG" dirty="0">
                <a:latin typeface="Comfortaa" pitchFamily="2" charset="0"/>
              </a:rPr>
              <a:t>На ниво изрази</a:t>
            </a:r>
            <a:endParaRPr lang="en-US" dirty="0">
              <a:latin typeface="Comfortaa" pitchFamily="2" charset="0"/>
            </a:endParaRPr>
          </a:p>
          <a:p>
            <a:pPr marL="819096" lvl="1" indent="-514350"/>
            <a:r>
              <a:rPr lang="bg-BG" dirty="0">
                <a:latin typeface="Comfortaa" pitchFamily="2" charset="0"/>
              </a:rPr>
              <a:t>На ниво метод</a:t>
            </a:r>
            <a:endParaRPr lang="en-US" dirty="0">
              <a:latin typeface="Comfortaa" pitchFamily="2" charset="0"/>
            </a:endParaRPr>
          </a:p>
          <a:p>
            <a:pPr marL="819096" lvl="1" indent="-514350"/>
            <a:r>
              <a:rPr lang="bg-BG" dirty="0">
                <a:latin typeface="Comfortaa" pitchFamily="2" charset="0"/>
              </a:rPr>
              <a:t>На ниво клас</a:t>
            </a:r>
            <a:endParaRPr lang="en-US" dirty="0">
              <a:latin typeface="Comfortaa" pitchFamily="2" charset="0"/>
            </a:endParaRPr>
          </a:p>
          <a:p>
            <a:pPr marL="819096" lvl="1" indent="-514350"/>
            <a:r>
              <a:rPr lang="bg-BG" dirty="0">
                <a:latin typeface="Comfortaa" pitchFamily="2" charset="0"/>
              </a:rPr>
              <a:t>На системно ниво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3837" y="994518"/>
            <a:ext cx="9914906" cy="1055504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963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</TotalTime>
  <Words>1307</Words>
  <Application>Microsoft Office PowerPoint</Application>
  <PresentationFormat>Widescreen</PresentationFormat>
  <Paragraphs>177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Comfortaa</vt:lpstr>
      <vt:lpstr>Consolas</vt:lpstr>
      <vt:lpstr>Office Theme</vt:lpstr>
      <vt:lpstr>Шаблони за преработка на кода</vt:lpstr>
      <vt:lpstr>Съдържание</vt:lpstr>
      <vt:lpstr>Шаблони за преработка на кода [1/5]</vt:lpstr>
      <vt:lpstr>Шаблони за преработка на кода [1/5]</vt:lpstr>
      <vt:lpstr>Шаблони за преработка на кода [3/5]</vt:lpstr>
      <vt:lpstr>Шаблони за преработка на кода [4/5]</vt:lpstr>
      <vt:lpstr>Шаблони за преработка на кода [5/5]</vt:lpstr>
      <vt:lpstr>Шаблон Façade</vt:lpstr>
      <vt:lpstr>Пример за шаблон Façade</vt:lpstr>
      <vt:lpstr>Преработка на ниво данни [1/2] </vt:lpstr>
      <vt:lpstr>Преработка на ниво данни [1/2] </vt:lpstr>
      <vt:lpstr>Преработка на ниво израз</vt:lpstr>
      <vt:lpstr>Преработка на ниво метод</vt:lpstr>
      <vt:lpstr>Преработка на ниво клас</vt:lpstr>
      <vt:lpstr>Преработка на ниво интерфейс на класа [1/2]</vt:lpstr>
      <vt:lpstr>Преработка на ниво интерфейс на класа [2/2]</vt:lpstr>
      <vt:lpstr>Преработка на системно ниво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2023-02-22T17:03:05Z</dcterms:modified>
</cp:coreProperties>
</file>