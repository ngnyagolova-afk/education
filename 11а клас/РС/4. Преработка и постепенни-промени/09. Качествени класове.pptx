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50"/>
  </p:notesMasterIdLst>
  <p:sldIdLst>
    <p:sldId id="258" r:id="rId2"/>
    <p:sldId id="571" r:id="rId3"/>
    <p:sldId id="508" r:id="rId4"/>
    <p:sldId id="510" r:id="rId5"/>
    <p:sldId id="511" r:id="rId6"/>
    <p:sldId id="513" r:id="rId7"/>
    <p:sldId id="514" r:id="rId8"/>
    <p:sldId id="515" r:id="rId9"/>
    <p:sldId id="517" r:id="rId10"/>
    <p:sldId id="518" r:id="rId11"/>
    <p:sldId id="519" r:id="rId12"/>
    <p:sldId id="521" r:id="rId13"/>
    <p:sldId id="522" r:id="rId14"/>
    <p:sldId id="523" r:id="rId15"/>
    <p:sldId id="524" r:id="rId16"/>
    <p:sldId id="525" r:id="rId17"/>
    <p:sldId id="526" r:id="rId18"/>
    <p:sldId id="527" r:id="rId19"/>
    <p:sldId id="528" r:id="rId20"/>
    <p:sldId id="529" r:id="rId21"/>
    <p:sldId id="530" r:id="rId22"/>
    <p:sldId id="531" r:id="rId23"/>
    <p:sldId id="532" r:id="rId24"/>
    <p:sldId id="533" r:id="rId25"/>
    <p:sldId id="534" r:id="rId26"/>
    <p:sldId id="535" r:id="rId27"/>
    <p:sldId id="562" r:id="rId28"/>
    <p:sldId id="536" r:id="rId29"/>
    <p:sldId id="537" r:id="rId30"/>
    <p:sldId id="538" r:id="rId31"/>
    <p:sldId id="540" r:id="rId32"/>
    <p:sldId id="541" r:id="rId33"/>
    <p:sldId id="542" r:id="rId34"/>
    <p:sldId id="543" r:id="rId35"/>
    <p:sldId id="544" r:id="rId36"/>
    <p:sldId id="545" r:id="rId37"/>
    <p:sldId id="546" r:id="rId38"/>
    <p:sldId id="547" r:id="rId39"/>
    <p:sldId id="548" r:id="rId40"/>
    <p:sldId id="549" r:id="rId41"/>
    <p:sldId id="550" r:id="rId42"/>
    <p:sldId id="551" r:id="rId43"/>
    <p:sldId id="552" r:id="rId44"/>
    <p:sldId id="553" r:id="rId45"/>
    <p:sldId id="554" r:id="rId46"/>
    <p:sldId id="555" r:id="rId47"/>
    <p:sldId id="565" r:id="rId48"/>
    <p:sldId id="572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08"/>
            <p14:sldId id="510"/>
            <p14:sldId id="511"/>
            <p14:sldId id="513"/>
            <p14:sldId id="514"/>
            <p14:sldId id="515"/>
            <p14:sldId id="517"/>
            <p14:sldId id="518"/>
            <p14:sldId id="519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62"/>
            <p14:sldId id="536"/>
            <p14:sldId id="537"/>
            <p14:sldId id="538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6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6E98DD-8CBC-4DAB-9704-F943A3C3AFA9}" v="151" dt="2023-02-22T16:36:35.9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>
        <p:scale>
          <a:sx n="66" d="100"/>
          <a:sy n="66" d="100"/>
        </p:scale>
        <p:origin x="1063" y="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Димитър Минчев" userId="6da192e4-d32c-454b-8615-bbadf07b6639" providerId="ADAL" clId="{656E98DD-8CBC-4DAB-9704-F943A3C3AFA9}"/>
    <pc:docChg chg="undo custSel addSld modSld">
      <pc:chgData name="Димитър Минчев" userId="6da192e4-d32c-454b-8615-bbadf07b6639" providerId="ADAL" clId="{656E98DD-8CBC-4DAB-9704-F943A3C3AFA9}" dt="2023-02-22T16:37:11.935" v="915" actId="478"/>
      <pc:docMkLst>
        <pc:docMk/>
      </pc:docMkLst>
      <pc:sldChg chg="modSp mod">
        <pc:chgData name="Димитър Минчев" userId="6da192e4-d32c-454b-8615-bbadf07b6639" providerId="ADAL" clId="{656E98DD-8CBC-4DAB-9704-F943A3C3AFA9}" dt="2023-02-22T15:52:16.642" v="2"/>
        <pc:sldMkLst>
          <pc:docMk/>
          <pc:sldMk cId="2386959723" sldId="258"/>
        </pc:sldMkLst>
        <pc:spChg chg="mod">
          <ac:chgData name="Димитър Минчев" userId="6da192e4-d32c-454b-8615-bbadf07b6639" providerId="ADAL" clId="{656E98DD-8CBC-4DAB-9704-F943A3C3AFA9}" dt="2023-02-22T15:52:10.044" v="1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656E98DD-8CBC-4DAB-9704-F943A3C3AFA9}" dt="2023-02-22T15:52:16.642" v="2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Димитър Минчев" userId="6da192e4-d32c-454b-8615-bbadf07b6639" providerId="ADAL" clId="{656E98DD-8CBC-4DAB-9704-F943A3C3AFA9}" dt="2023-02-22T15:53:55.851" v="39" actId="113"/>
        <pc:sldMkLst>
          <pc:docMk/>
          <pc:sldMk cId="3907789196" sldId="508"/>
        </pc:sldMkLst>
        <pc:spChg chg="mod">
          <ac:chgData name="Димитър Минчев" userId="6da192e4-d32c-454b-8615-bbadf07b6639" providerId="ADAL" clId="{656E98DD-8CBC-4DAB-9704-F943A3C3AFA9}" dt="2023-02-22T15:53:08.267" v="21" actId="2711"/>
          <ac:spMkLst>
            <pc:docMk/>
            <pc:sldMk cId="3907789196" sldId="50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3:55.851" v="39" actId="113"/>
          <ac:spMkLst>
            <pc:docMk/>
            <pc:sldMk cId="3907789196" sldId="50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5:53:10.399" v="23" actId="478"/>
          <ac:spMkLst>
            <pc:docMk/>
            <pc:sldMk cId="3907789196" sldId="508"/>
            <ac:spMk id="5" creationId="{DBC4E05F-5B13-41C9-AFBD-C65D2E2E83C5}"/>
          </ac:spMkLst>
        </pc:spChg>
      </pc:sldChg>
      <pc:sldChg chg="delSp modSp add mod">
        <pc:chgData name="Димитър Минчев" userId="6da192e4-d32c-454b-8615-bbadf07b6639" providerId="ADAL" clId="{656E98DD-8CBC-4DAB-9704-F943A3C3AFA9}" dt="2023-02-22T15:54:02.629" v="40" actId="207"/>
        <pc:sldMkLst>
          <pc:docMk/>
          <pc:sldMk cId="572212844" sldId="510"/>
        </pc:sldMkLst>
        <pc:spChg chg="mod">
          <ac:chgData name="Димитър Минчев" userId="6da192e4-d32c-454b-8615-bbadf07b6639" providerId="ADAL" clId="{656E98DD-8CBC-4DAB-9704-F943A3C3AFA9}" dt="2023-02-22T15:53:14.445" v="24" actId="2711"/>
          <ac:spMkLst>
            <pc:docMk/>
            <pc:sldMk cId="572212844" sldId="51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4:02.629" v="40" actId="207"/>
          <ac:spMkLst>
            <pc:docMk/>
            <pc:sldMk cId="572212844" sldId="510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3:29.402" v="29" actId="207"/>
          <ac:spMkLst>
            <pc:docMk/>
            <pc:sldMk cId="572212844" sldId="510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5:53:31.038" v="30" actId="478"/>
          <ac:spMkLst>
            <pc:docMk/>
            <pc:sldMk cId="572212844" sldId="510"/>
            <ac:spMk id="8" creationId="{22083F6E-562B-41EE-9F30-2C886DCF584E}"/>
          </ac:spMkLst>
        </pc:spChg>
        <pc:picChg chg="mod">
          <ac:chgData name="Димитър Минчев" userId="6da192e4-d32c-454b-8615-bbadf07b6639" providerId="ADAL" clId="{656E98DD-8CBC-4DAB-9704-F943A3C3AFA9}" dt="2023-02-22T15:53:22.225" v="26" actId="1076"/>
          <ac:picMkLst>
            <pc:docMk/>
            <pc:sldMk cId="572212844" sldId="510"/>
            <ac:picMk id="7" creationId="{00000000-0000-0000-0000-000000000000}"/>
          </ac:picMkLst>
        </pc:picChg>
      </pc:sldChg>
      <pc:sldChg chg="modSp add mod">
        <pc:chgData name="Димитър Минчев" userId="6da192e4-d32c-454b-8615-bbadf07b6639" providerId="ADAL" clId="{656E98DD-8CBC-4DAB-9704-F943A3C3AFA9}" dt="2023-02-22T15:53:47.517" v="35" actId="113"/>
        <pc:sldMkLst>
          <pc:docMk/>
          <pc:sldMk cId="839781363" sldId="511"/>
        </pc:sldMkLst>
        <pc:spChg chg="mod">
          <ac:chgData name="Димитър Минчев" userId="6da192e4-d32c-454b-8615-bbadf07b6639" providerId="ADAL" clId="{656E98DD-8CBC-4DAB-9704-F943A3C3AFA9}" dt="2023-02-22T15:53:38.100" v="31" actId="2711"/>
          <ac:spMkLst>
            <pc:docMk/>
            <pc:sldMk cId="839781363" sldId="51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3:47.517" v="35" actId="113"/>
          <ac:spMkLst>
            <pc:docMk/>
            <pc:sldMk cId="839781363" sldId="51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2:56.567" v="10"/>
          <ac:spMkLst>
            <pc:docMk/>
            <pc:sldMk cId="839781363" sldId="511"/>
            <ac:spMk id="5" creationId="{8E8A8515-CD9B-431A-92A2-ED06F29EAB53}"/>
          </ac:spMkLst>
        </pc:spChg>
      </pc:sldChg>
      <pc:sldChg chg="delSp modSp add mod">
        <pc:chgData name="Димитър Минчев" userId="6da192e4-d32c-454b-8615-bbadf07b6639" providerId="ADAL" clId="{656E98DD-8CBC-4DAB-9704-F943A3C3AFA9}" dt="2023-02-22T15:54:41.841" v="84" actId="207"/>
        <pc:sldMkLst>
          <pc:docMk/>
          <pc:sldMk cId="2244711541" sldId="513"/>
        </pc:sldMkLst>
        <pc:spChg chg="mod">
          <ac:chgData name="Димитър Минчев" userId="6da192e4-d32c-454b-8615-bbadf07b6639" providerId="ADAL" clId="{656E98DD-8CBC-4DAB-9704-F943A3C3AFA9}" dt="2023-02-22T15:54:35.238" v="81" actId="2711"/>
          <ac:spMkLst>
            <pc:docMk/>
            <pc:sldMk cId="2244711541" sldId="51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4:41.841" v="84" actId="207"/>
          <ac:spMkLst>
            <pc:docMk/>
            <pc:sldMk cId="2244711541" sldId="513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5:54:37.597" v="82" actId="478"/>
          <ac:spMkLst>
            <pc:docMk/>
            <pc:sldMk cId="2244711541" sldId="513"/>
            <ac:spMk id="7" creationId="{8666EE02-64EE-42B5-89C3-584F95AE117F}"/>
          </ac:spMkLst>
        </pc:spChg>
        <pc:picChg chg="mod">
          <ac:chgData name="Димитър Минчев" userId="6da192e4-d32c-454b-8615-bbadf07b6639" providerId="ADAL" clId="{656E98DD-8CBC-4DAB-9704-F943A3C3AFA9}" dt="2023-02-22T15:54:31.872" v="80" actId="1076"/>
          <ac:picMkLst>
            <pc:docMk/>
            <pc:sldMk cId="2244711541" sldId="513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656E98DD-8CBC-4DAB-9704-F943A3C3AFA9}" dt="2023-02-22T15:55:16.648" v="111" actId="478"/>
        <pc:sldMkLst>
          <pc:docMk/>
          <pc:sldMk cId="4091949617" sldId="514"/>
        </pc:sldMkLst>
        <pc:spChg chg="mod">
          <ac:chgData name="Димитър Минчев" userId="6da192e4-d32c-454b-8615-bbadf07b6639" providerId="ADAL" clId="{656E98DD-8CBC-4DAB-9704-F943A3C3AFA9}" dt="2023-02-22T15:55:00.348" v="104" actId="2711"/>
          <ac:spMkLst>
            <pc:docMk/>
            <pc:sldMk cId="4091949617" sldId="51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5:15.233" v="110" actId="207"/>
          <ac:spMkLst>
            <pc:docMk/>
            <pc:sldMk cId="4091949617" sldId="514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5:55:16.648" v="111" actId="478"/>
          <ac:spMkLst>
            <pc:docMk/>
            <pc:sldMk cId="4091949617" sldId="514"/>
            <ac:spMk id="6" creationId="{571966CC-EFEA-4E6F-BFF5-7EFE6975AFE7}"/>
          </ac:spMkLst>
        </pc:spChg>
        <pc:picChg chg="mod">
          <ac:chgData name="Димитър Минчев" userId="6da192e4-d32c-454b-8615-bbadf07b6639" providerId="ADAL" clId="{656E98DD-8CBC-4DAB-9704-F943A3C3AFA9}" dt="2023-02-22T15:55:07.121" v="107" actId="1076"/>
          <ac:picMkLst>
            <pc:docMk/>
            <pc:sldMk cId="4091949617" sldId="514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656E98DD-8CBC-4DAB-9704-F943A3C3AFA9}" dt="2023-02-22T15:55:35.144" v="117" actId="478"/>
        <pc:sldMkLst>
          <pc:docMk/>
          <pc:sldMk cId="1796748693" sldId="515"/>
        </pc:sldMkLst>
        <pc:spChg chg="mod">
          <ac:chgData name="Димитър Минчев" userId="6da192e4-d32c-454b-8615-bbadf07b6639" providerId="ADAL" clId="{656E98DD-8CBC-4DAB-9704-F943A3C3AFA9}" dt="2023-02-22T15:55:24.275" v="112" actId="2711"/>
          <ac:spMkLst>
            <pc:docMk/>
            <pc:sldMk cId="1796748693" sldId="51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5:32.445" v="116" actId="113"/>
          <ac:spMkLst>
            <pc:docMk/>
            <pc:sldMk cId="1796748693" sldId="51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5:55:35.144" v="117" actId="478"/>
          <ac:spMkLst>
            <pc:docMk/>
            <pc:sldMk cId="1796748693" sldId="515"/>
            <ac:spMk id="5" creationId="{4A98F4E1-4142-495B-A422-D31BE8867F96}"/>
          </ac:spMkLst>
        </pc:spChg>
      </pc:sldChg>
      <pc:sldChg chg="delSp modSp add mod">
        <pc:chgData name="Димитър Минчев" userId="6da192e4-d32c-454b-8615-bbadf07b6639" providerId="ADAL" clId="{656E98DD-8CBC-4DAB-9704-F943A3C3AFA9}" dt="2023-02-22T15:55:48.333" v="122" actId="478"/>
        <pc:sldMkLst>
          <pc:docMk/>
          <pc:sldMk cId="2878537787" sldId="517"/>
        </pc:sldMkLst>
        <pc:spChg chg="mod">
          <ac:chgData name="Димитър Минчев" userId="6da192e4-d32c-454b-8615-bbadf07b6639" providerId="ADAL" clId="{656E98DD-8CBC-4DAB-9704-F943A3C3AFA9}" dt="2023-02-22T15:55:43.498" v="118" actId="2711"/>
          <ac:spMkLst>
            <pc:docMk/>
            <pc:sldMk cId="2878537787" sldId="51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5:46.356" v="121" actId="113"/>
          <ac:spMkLst>
            <pc:docMk/>
            <pc:sldMk cId="2878537787" sldId="51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5:55:48.333" v="122" actId="478"/>
          <ac:spMkLst>
            <pc:docMk/>
            <pc:sldMk cId="2878537787" sldId="517"/>
            <ac:spMk id="5" creationId="{A77212CA-D7EB-40C3-8175-2087828467FE}"/>
          </ac:spMkLst>
        </pc:spChg>
      </pc:sldChg>
      <pc:sldChg chg="delSp modSp add mod">
        <pc:chgData name="Димитър Минчев" userId="6da192e4-d32c-454b-8615-bbadf07b6639" providerId="ADAL" clId="{656E98DD-8CBC-4DAB-9704-F943A3C3AFA9}" dt="2023-02-22T15:56:06.710" v="126" actId="478"/>
        <pc:sldMkLst>
          <pc:docMk/>
          <pc:sldMk cId="1273572508" sldId="518"/>
        </pc:sldMkLst>
        <pc:spChg chg="mod">
          <ac:chgData name="Димитър Минчев" userId="6da192e4-d32c-454b-8615-bbadf07b6639" providerId="ADAL" clId="{656E98DD-8CBC-4DAB-9704-F943A3C3AFA9}" dt="2023-02-22T15:55:54.260" v="123" actId="2711"/>
          <ac:spMkLst>
            <pc:docMk/>
            <pc:sldMk cId="1273572508" sldId="51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6:04.581" v="125" actId="207"/>
          <ac:spMkLst>
            <pc:docMk/>
            <pc:sldMk cId="1273572508" sldId="51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5:56:06.710" v="126" actId="478"/>
          <ac:spMkLst>
            <pc:docMk/>
            <pc:sldMk cId="1273572508" sldId="518"/>
            <ac:spMk id="5" creationId="{5279C3FF-2B2E-4DFB-96F2-A45C92BC2579}"/>
          </ac:spMkLst>
        </pc:spChg>
      </pc:sldChg>
      <pc:sldChg chg="delSp modSp add mod">
        <pc:chgData name="Димитър Минчев" userId="6da192e4-d32c-454b-8615-bbadf07b6639" providerId="ADAL" clId="{656E98DD-8CBC-4DAB-9704-F943A3C3AFA9}" dt="2023-02-22T15:56:39.722" v="151" actId="1076"/>
        <pc:sldMkLst>
          <pc:docMk/>
          <pc:sldMk cId="324054556" sldId="519"/>
        </pc:sldMkLst>
        <pc:spChg chg="mod">
          <ac:chgData name="Димитър Минчев" userId="6da192e4-d32c-454b-8615-bbadf07b6639" providerId="ADAL" clId="{656E98DD-8CBC-4DAB-9704-F943A3C3AFA9}" dt="2023-02-22T15:56:23.248" v="144" actId="2711"/>
          <ac:spMkLst>
            <pc:docMk/>
            <pc:sldMk cId="324054556" sldId="51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6:38.126" v="150" actId="404"/>
          <ac:spMkLst>
            <pc:docMk/>
            <pc:sldMk cId="324054556" sldId="519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5:56:34.902" v="149" actId="478"/>
          <ac:spMkLst>
            <pc:docMk/>
            <pc:sldMk cId="324054556" sldId="519"/>
            <ac:spMk id="7" creationId="{97E3B586-85C3-4A75-9FBB-AD7F074A9E07}"/>
          </ac:spMkLst>
        </pc:spChg>
        <pc:picChg chg="mod">
          <ac:chgData name="Димитър Минчев" userId="6da192e4-d32c-454b-8615-bbadf07b6639" providerId="ADAL" clId="{656E98DD-8CBC-4DAB-9704-F943A3C3AFA9}" dt="2023-02-22T15:56:39.722" v="151" actId="1076"/>
          <ac:picMkLst>
            <pc:docMk/>
            <pc:sldMk cId="324054556" sldId="519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656E98DD-8CBC-4DAB-9704-F943A3C3AFA9}" dt="2023-02-22T16:00:04.329" v="223" actId="478"/>
        <pc:sldMkLst>
          <pc:docMk/>
          <pc:sldMk cId="2843239777" sldId="521"/>
        </pc:sldMkLst>
        <pc:spChg chg="mod">
          <ac:chgData name="Димитър Минчев" userId="6da192e4-d32c-454b-8615-bbadf07b6639" providerId="ADAL" clId="{656E98DD-8CBC-4DAB-9704-F943A3C3AFA9}" dt="2023-02-22T15:56:56.283" v="154" actId="14100"/>
          <ac:spMkLst>
            <pc:docMk/>
            <pc:sldMk cId="2843239777" sldId="52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00:01.815" v="222" actId="20577"/>
          <ac:spMkLst>
            <pc:docMk/>
            <pc:sldMk cId="2843239777" sldId="521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00:04.329" v="223" actId="478"/>
          <ac:spMkLst>
            <pc:docMk/>
            <pc:sldMk cId="2843239777" sldId="521"/>
            <ac:spMk id="5" creationId="{8205FD9F-5AA2-4F16-AB4E-E2472AC0D74A}"/>
          </ac:spMkLst>
        </pc:spChg>
      </pc:sldChg>
      <pc:sldChg chg="delSp modSp add mod">
        <pc:chgData name="Димитър Минчев" userId="6da192e4-d32c-454b-8615-bbadf07b6639" providerId="ADAL" clId="{656E98DD-8CBC-4DAB-9704-F943A3C3AFA9}" dt="2023-02-22T15:58:00.031" v="181" actId="478"/>
        <pc:sldMkLst>
          <pc:docMk/>
          <pc:sldMk cId="3343860105" sldId="522"/>
        </pc:sldMkLst>
        <pc:spChg chg="mod">
          <ac:chgData name="Димитър Минчев" userId="6da192e4-d32c-454b-8615-bbadf07b6639" providerId="ADAL" clId="{656E98DD-8CBC-4DAB-9704-F943A3C3AFA9}" dt="2023-02-22T15:57:45.418" v="176" actId="2711"/>
          <ac:spMkLst>
            <pc:docMk/>
            <pc:sldMk cId="3343860105" sldId="52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7:58.587" v="180" actId="207"/>
          <ac:spMkLst>
            <pc:docMk/>
            <pc:sldMk cId="3343860105" sldId="522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5:58:00.031" v="181" actId="478"/>
          <ac:spMkLst>
            <pc:docMk/>
            <pc:sldMk cId="3343860105" sldId="522"/>
            <ac:spMk id="7" creationId="{8A8D7CDB-1F19-45B2-879D-BCC6A2F44403}"/>
          </ac:spMkLst>
        </pc:spChg>
        <pc:picChg chg="mod">
          <ac:chgData name="Димитър Минчев" userId="6da192e4-d32c-454b-8615-bbadf07b6639" providerId="ADAL" clId="{656E98DD-8CBC-4DAB-9704-F943A3C3AFA9}" dt="2023-02-22T15:57:57.446" v="179" actId="13822"/>
          <ac:picMkLst>
            <pc:docMk/>
            <pc:sldMk cId="3343860105" sldId="522"/>
            <ac:picMk id="6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656E98DD-8CBC-4DAB-9704-F943A3C3AFA9}" dt="2023-02-22T15:58:45.561" v="208"/>
        <pc:sldMkLst>
          <pc:docMk/>
          <pc:sldMk cId="711918163" sldId="523"/>
        </pc:sldMkLst>
        <pc:spChg chg="mod">
          <ac:chgData name="Димитър Минчев" userId="6da192e4-d32c-454b-8615-bbadf07b6639" providerId="ADAL" clId="{656E98DD-8CBC-4DAB-9704-F943A3C3AFA9}" dt="2023-02-22T15:58:18.938" v="200" actId="2711"/>
          <ac:spMkLst>
            <pc:docMk/>
            <pc:sldMk cId="711918163" sldId="52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8:30.972" v="203" actId="207"/>
          <ac:spMkLst>
            <pc:docMk/>
            <pc:sldMk cId="711918163" sldId="523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8:37.348" v="205" actId="2085"/>
          <ac:spMkLst>
            <pc:docMk/>
            <pc:sldMk cId="711918163" sldId="523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8:37.348" v="205" actId="2085"/>
          <ac:spMkLst>
            <pc:docMk/>
            <pc:sldMk cId="711918163" sldId="523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5:58:41.157" v="207" actId="478"/>
          <ac:spMkLst>
            <pc:docMk/>
            <pc:sldMk cId="711918163" sldId="523"/>
            <ac:spMk id="8" creationId="{88B9D448-C7B8-4A66-84A8-086FC31C6280}"/>
          </ac:spMkLst>
        </pc:spChg>
        <pc:picChg chg="mod">
          <ac:chgData name="Димитър Минчев" userId="6da192e4-d32c-454b-8615-bbadf07b6639" providerId="ADAL" clId="{656E98DD-8CBC-4DAB-9704-F943A3C3AFA9}" dt="2023-02-22T15:58:39.617" v="206" actId="1076"/>
          <ac:picMkLst>
            <pc:docMk/>
            <pc:sldMk cId="711918163" sldId="523"/>
            <ac:picMk id="9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656E98DD-8CBC-4DAB-9704-F943A3C3AFA9}" dt="2023-02-22T16:03:56.546" v="290" actId="255"/>
        <pc:sldMkLst>
          <pc:docMk/>
          <pc:sldMk cId="3657157612" sldId="524"/>
        </pc:sldMkLst>
        <pc:spChg chg="mod">
          <ac:chgData name="Димитър Минчев" userId="6da192e4-d32c-454b-8615-bbadf07b6639" providerId="ADAL" clId="{656E98DD-8CBC-4DAB-9704-F943A3C3AFA9}" dt="2023-02-22T16:01:29.127" v="245" actId="20577"/>
          <ac:spMkLst>
            <pc:docMk/>
            <pc:sldMk cId="3657157612" sldId="52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03:56.546" v="290" actId="255"/>
          <ac:spMkLst>
            <pc:docMk/>
            <pc:sldMk cId="3657157612" sldId="52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5:58:57.452" v="211" actId="478"/>
          <ac:spMkLst>
            <pc:docMk/>
            <pc:sldMk cId="3657157612" sldId="524"/>
            <ac:spMk id="5" creationId="{7859E519-AE24-41B3-AE0D-8A47FCD81E25}"/>
          </ac:spMkLst>
        </pc:spChg>
      </pc:sldChg>
      <pc:sldChg chg="addSp delSp modSp add mod">
        <pc:chgData name="Димитър Минчев" userId="6da192e4-d32c-454b-8615-bbadf07b6639" providerId="ADAL" clId="{656E98DD-8CBC-4DAB-9704-F943A3C3AFA9}" dt="2023-02-22T16:03:14.802" v="277" actId="20577"/>
        <pc:sldMkLst>
          <pc:docMk/>
          <pc:sldMk cId="29710244" sldId="525"/>
        </pc:sldMkLst>
        <pc:spChg chg="del">
          <ac:chgData name="Димитър Минчев" userId="6da192e4-d32c-454b-8615-bbadf07b6639" providerId="ADAL" clId="{656E98DD-8CBC-4DAB-9704-F943A3C3AFA9}" dt="2023-02-22T16:01:35.483" v="246" actId="478"/>
          <ac:spMkLst>
            <pc:docMk/>
            <pc:sldMk cId="29710244" sldId="52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03:14.802" v="277" actId="20577"/>
          <ac:spMkLst>
            <pc:docMk/>
            <pc:sldMk cId="29710244" sldId="525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02:51.677" v="263" actId="207"/>
          <ac:spMkLst>
            <pc:docMk/>
            <pc:sldMk cId="29710244" sldId="525"/>
            <ac:spMk id="5" creationId="{00000000-0000-0000-0000-000000000000}"/>
          </ac:spMkLst>
        </pc:spChg>
        <pc:spChg chg="add del mod">
          <ac:chgData name="Димитър Минчев" userId="6da192e4-d32c-454b-8615-bbadf07b6639" providerId="ADAL" clId="{656E98DD-8CBC-4DAB-9704-F943A3C3AFA9}" dt="2023-02-22T16:01:37.845" v="247" actId="478"/>
          <ac:spMkLst>
            <pc:docMk/>
            <pc:sldMk cId="29710244" sldId="525"/>
            <ac:spMk id="6" creationId="{F498B4BD-7503-9ED9-1DDA-E50C72F0728E}"/>
          </ac:spMkLst>
        </pc:spChg>
        <pc:spChg chg="del mod">
          <ac:chgData name="Димитър Минчев" userId="6da192e4-d32c-454b-8615-bbadf07b6639" providerId="ADAL" clId="{656E98DD-8CBC-4DAB-9704-F943A3C3AFA9}" dt="2023-02-22T16:02:44.846" v="260" actId="478"/>
          <ac:spMkLst>
            <pc:docMk/>
            <pc:sldMk cId="29710244" sldId="525"/>
            <ac:spMk id="8" creationId="{2BD8902F-F3FA-4AA7-BD3E-C40CD306E6C2}"/>
          </ac:spMkLst>
        </pc:spChg>
        <pc:spChg chg="add mod">
          <ac:chgData name="Димитър Минчев" userId="6da192e4-d32c-454b-8615-bbadf07b6639" providerId="ADAL" clId="{656E98DD-8CBC-4DAB-9704-F943A3C3AFA9}" dt="2023-02-22T16:01:40.459" v="249" actId="20577"/>
          <ac:spMkLst>
            <pc:docMk/>
            <pc:sldMk cId="29710244" sldId="525"/>
            <ac:spMk id="9" creationId="{C13D3678-B91B-0FDE-9CF4-B185A5B524CD}"/>
          </ac:spMkLst>
        </pc:spChg>
        <pc:picChg chg="mod">
          <ac:chgData name="Димитър Минчев" userId="6da192e4-d32c-454b-8615-bbadf07b6639" providerId="ADAL" clId="{656E98DD-8CBC-4DAB-9704-F943A3C3AFA9}" dt="2023-02-22T16:02:43.347" v="259" actId="1076"/>
          <ac:picMkLst>
            <pc:docMk/>
            <pc:sldMk cId="29710244" sldId="525"/>
            <ac:picMk id="7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656E98DD-8CBC-4DAB-9704-F943A3C3AFA9}" dt="2023-02-22T16:07:04.684" v="335" actId="20577"/>
        <pc:sldMkLst>
          <pc:docMk/>
          <pc:sldMk cId="856870798" sldId="526"/>
        </pc:sldMkLst>
        <pc:spChg chg="add del mod">
          <ac:chgData name="Димитър Минчев" userId="6da192e4-d32c-454b-8615-bbadf07b6639" providerId="ADAL" clId="{656E98DD-8CBC-4DAB-9704-F943A3C3AFA9}" dt="2023-02-22T16:07:04.684" v="335" actId="20577"/>
          <ac:spMkLst>
            <pc:docMk/>
            <pc:sldMk cId="856870798" sldId="526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06:13.598" v="316" actId="478"/>
          <ac:spMkLst>
            <pc:docMk/>
            <pc:sldMk cId="856870798" sldId="52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06:45.730" v="324" actId="478"/>
          <ac:spMkLst>
            <pc:docMk/>
            <pc:sldMk cId="856870798" sldId="526"/>
            <ac:spMk id="5" creationId="{EBEB6B3E-68E9-4E05-8166-6DFB50152554}"/>
          </ac:spMkLst>
        </pc:spChg>
        <pc:spChg chg="add mod">
          <ac:chgData name="Димитър Минчев" userId="6da192e4-d32c-454b-8615-bbadf07b6639" providerId="ADAL" clId="{656E98DD-8CBC-4DAB-9704-F943A3C3AFA9}" dt="2023-02-22T16:06:41.801" v="323" actId="207"/>
          <ac:spMkLst>
            <pc:docMk/>
            <pc:sldMk cId="856870798" sldId="526"/>
            <ac:spMk id="6" creationId="{6CA544F9-F330-8D3F-9194-38674C2AE026}"/>
          </ac:spMkLst>
        </pc:spChg>
        <pc:spChg chg="add del mod">
          <ac:chgData name="Димитър Минчев" userId="6da192e4-d32c-454b-8615-bbadf07b6639" providerId="ADAL" clId="{656E98DD-8CBC-4DAB-9704-F943A3C3AFA9}" dt="2023-02-22T16:06:11.953" v="315" actId="478"/>
          <ac:spMkLst>
            <pc:docMk/>
            <pc:sldMk cId="856870798" sldId="526"/>
            <ac:spMk id="8" creationId="{2C3CF41A-DB67-5313-5341-E4FB87580725}"/>
          </ac:spMkLst>
        </pc:spChg>
        <pc:spChg chg="add del mod">
          <ac:chgData name="Димитър Минчев" userId="6da192e4-d32c-454b-8615-bbadf07b6639" providerId="ADAL" clId="{656E98DD-8CBC-4DAB-9704-F943A3C3AFA9}" dt="2023-02-22T16:06:15.554" v="317" actId="478"/>
          <ac:spMkLst>
            <pc:docMk/>
            <pc:sldMk cId="856870798" sldId="526"/>
            <ac:spMk id="10" creationId="{D843BC39-DEF5-A209-995C-A2D03D5C32F9}"/>
          </ac:spMkLst>
        </pc:spChg>
      </pc:sldChg>
      <pc:sldChg chg="addSp delSp modSp add mod">
        <pc:chgData name="Димитър Минчев" userId="6da192e4-d32c-454b-8615-bbadf07b6639" providerId="ADAL" clId="{656E98DD-8CBC-4DAB-9704-F943A3C3AFA9}" dt="2023-02-22T16:09:23.650" v="366" actId="478"/>
        <pc:sldMkLst>
          <pc:docMk/>
          <pc:sldMk cId="963012995" sldId="527"/>
        </pc:sldMkLst>
        <pc:spChg chg="del">
          <ac:chgData name="Димитър Минчев" userId="6da192e4-d32c-454b-8615-bbadf07b6639" providerId="ADAL" clId="{656E98DD-8CBC-4DAB-9704-F943A3C3AFA9}" dt="2023-02-22T16:07:12.802" v="336" actId="478"/>
          <ac:spMkLst>
            <pc:docMk/>
            <pc:sldMk cId="963012995" sldId="527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08:57.879" v="358" actId="478"/>
          <ac:spMkLst>
            <pc:docMk/>
            <pc:sldMk cId="963012995" sldId="52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09:23.650" v="366" actId="478"/>
          <ac:spMkLst>
            <pc:docMk/>
            <pc:sldMk cId="963012995" sldId="527"/>
            <ac:spMk id="5" creationId="{1E657349-6903-4F02-8842-D7E65AFBD416}"/>
          </ac:spMkLst>
        </pc:spChg>
        <pc:spChg chg="add del mod">
          <ac:chgData name="Димитър Минчев" userId="6da192e4-d32c-454b-8615-bbadf07b6639" providerId="ADAL" clId="{656E98DD-8CBC-4DAB-9704-F943A3C3AFA9}" dt="2023-02-22T16:07:14.393" v="337" actId="478"/>
          <ac:spMkLst>
            <pc:docMk/>
            <pc:sldMk cId="963012995" sldId="527"/>
            <ac:spMk id="6" creationId="{AC176662-08A5-18B0-9608-7D566A393E9B}"/>
          </ac:spMkLst>
        </pc:spChg>
        <pc:spChg chg="add mod">
          <ac:chgData name="Димитър Минчев" userId="6da192e4-d32c-454b-8615-bbadf07b6639" providerId="ADAL" clId="{656E98DD-8CBC-4DAB-9704-F943A3C3AFA9}" dt="2023-02-22T16:07:17.559" v="339" actId="20577"/>
          <ac:spMkLst>
            <pc:docMk/>
            <pc:sldMk cId="963012995" sldId="527"/>
            <ac:spMk id="7" creationId="{04583FEA-3790-6C9A-0A75-7F2E0B99B32E}"/>
          </ac:spMkLst>
        </pc:spChg>
        <pc:spChg chg="add mod">
          <ac:chgData name="Димитър Минчев" userId="6da192e4-d32c-454b-8615-bbadf07b6639" providerId="ADAL" clId="{656E98DD-8CBC-4DAB-9704-F943A3C3AFA9}" dt="2023-02-22T16:09:18.236" v="365" actId="404"/>
          <ac:spMkLst>
            <pc:docMk/>
            <pc:sldMk cId="963012995" sldId="527"/>
            <ac:spMk id="9" creationId="{2FB9C17C-B797-0BF6-1C3A-019D92764342}"/>
          </ac:spMkLst>
        </pc:spChg>
        <pc:spChg chg="add del mod">
          <ac:chgData name="Димитър Минчев" userId="6da192e4-d32c-454b-8615-bbadf07b6639" providerId="ADAL" clId="{656E98DD-8CBC-4DAB-9704-F943A3C3AFA9}" dt="2023-02-22T16:09:02.044" v="359" actId="478"/>
          <ac:spMkLst>
            <pc:docMk/>
            <pc:sldMk cId="963012995" sldId="527"/>
            <ac:spMk id="11" creationId="{C65A8A1E-AD04-8681-CC22-32297917253E}"/>
          </ac:spMkLst>
        </pc:spChg>
      </pc:sldChg>
      <pc:sldChg chg="addSp delSp modSp add mod">
        <pc:chgData name="Димитър Минчев" userId="6da192e4-d32c-454b-8615-bbadf07b6639" providerId="ADAL" clId="{656E98DD-8CBC-4DAB-9704-F943A3C3AFA9}" dt="2023-02-22T16:11:50.777" v="400" actId="1076"/>
        <pc:sldMkLst>
          <pc:docMk/>
          <pc:sldMk cId="2943648450" sldId="528"/>
        </pc:sldMkLst>
        <pc:spChg chg="del">
          <ac:chgData name="Димитър Минчев" userId="6da192e4-d32c-454b-8615-bbadf07b6639" providerId="ADAL" clId="{656E98DD-8CBC-4DAB-9704-F943A3C3AFA9}" dt="2023-02-22T16:07:21.832" v="340" actId="478"/>
          <ac:spMkLst>
            <pc:docMk/>
            <pc:sldMk cId="2943648450" sldId="528"/>
            <ac:spMk id="2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10:48.299" v="381" actId="478"/>
          <ac:spMkLst>
            <pc:docMk/>
            <pc:sldMk cId="2943648450" sldId="528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656E98DD-8CBC-4DAB-9704-F943A3C3AFA9}" dt="2023-02-22T16:07:22.942" v="341" actId="478"/>
          <ac:spMkLst>
            <pc:docMk/>
            <pc:sldMk cId="2943648450" sldId="528"/>
            <ac:spMk id="6" creationId="{19E077D4-7746-50B5-9BF5-BFB9F1886445}"/>
          </ac:spMkLst>
        </pc:spChg>
        <pc:spChg chg="del mod">
          <ac:chgData name="Димитър Минчев" userId="6da192e4-d32c-454b-8615-bbadf07b6639" providerId="ADAL" clId="{656E98DD-8CBC-4DAB-9704-F943A3C3AFA9}" dt="2023-02-22T16:11:36.922" v="397" actId="478"/>
          <ac:spMkLst>
            <pc:docMk/>
            <pc:sldMk cId="2943648450" sldId="528"/>
            <ac:spMk id="8" creationId="{4A1C5FCE-3C38-42ED-8DE4-424F2022432F}"/>
          </ac:spMkLst>
        </pc:spChg>
        <pc:spChg chg="add mod">
          <ac:chgData name="Димитър Минчев" userId="6da192e4-d32c-454b-8615-bbadf07b6639" providerId="ADAL" clId="{656E98DD-8CBC-4DAB-9704-F943A3C3AFA9}" dt="2023-02-22T16:07:25.729" v="343" actId="20577"/>
          <ac:spMkLst>
            <pc:docMk/>
            <pc:sldMk cId="2943648450" sldId="528"/>
            <ac:spMk id="9" creationId="{F8248CE4-7ADD-2F8F-9F01-B9C6E9A55B81}"/>
          </ac:spMkLst>
        </pc:spChg>
        <pc:spChg chg="add mod">
          <ac:chgData name="Димитър Минчев" userId="6da192e4-d32c-454b-8615-bbadf07b6639" providerId="ADAL" clId="{656E98DD-8CBC-4DAB-9704-F943A3C3AFA9}" dt="2023-02-22T16:11:50.777" v="400" actId="1076"/>
          <ac:spMkLst>
            <pc:docMk/>
            <pc:sldMk cId="2943648450" sldId="528"/>
            <ac:spMk id="11" creationId="{B40B82F6-1004-8523-FB1A-E7F0854E61F9}"/>
          </ac:spMkLst>
        </pc:spChg>
        <pc:spChg chg="add del mod">
          <ac:chgData name="Димитър Минчев" userId="6da192e4-d32c-454b-8615-bbadf07b6639" providerId="ADAL" clId="{656E98DD-8CBC-4DAB-9704-F943A3C3AFA9}" dt="2023-02-22T16:10:51.440" v="382" actId="478"/>
          <ac:spMkLst>
            <pc:docMk/>
            <pc:sldMk cId="2943648450" sldId="528"/>
            <ac:spMk id="13" creationId="{743806DF-F0E2-AA84-A444-A79F6E2F9920}"/>
          </ac:spMkLst>
        </pc:spChg>
        <pc:picChg chg="mod">
          <ac:chgData name="Димитър Минчев" userId="6da192e4-d32c-454b-8615-bbadf07b6639" providerId="ADAL" clId="{656E98DD-8CBC-4DAB-9704-F943A3C3AFA9}" dt="2023-02-22T16:11:50.777" v="400" actId="1076"/>
          <ac:picMkLst>
            <pc:docMk/>
            <pc:sldMk cId="2943648450" sldId="528"/>
            <ac:picMk id="5" creationId="{00000000-0000-0000-0000-000000000000}"/>
          </ac:picMkLst>
        </pc:picChg>
        <pc:picChg chg="mod">
          <ac:chgData name="Димитър Минчев" userId="6da192e4-d32c-454b-8615-bbadf07b6639" providerId="ADAL" clId="{656E98DD-8CBC-4DAB-9704-F943A3C3AFA9}" dt="2023-02-22T16:11:50.777" v="400" actId="1076"/>
          <ac:picMkLst>
            <pc:docMk/>
            <pc:sldMk cId="2943648450" sldId="528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656E98DD-8CBC-4DAB-9704-F943A3C3AFA9}" dt="2023-02-22T16:12:24.455" v="405" actId="207"/>
        <pc:sldMkLst>
          <pc:docMk/>
          <pc:sldMk cId="3195464910" sldId="529"/>
        </pc:sldMkLst>
        <pc:spChg chg="mod">
          <ac:chgData name="Димитър Минчев" userId="6da192e4-d32c-454b-8615-bbadf07b6639" providerId="ADAL" clId="{656E98DD-8CBC-4DAB-9704-F943A3C3AFA9}" dt="2023-02-22T16:12:10.362" v="402" actId="1076"/>
          <ac:spMkLst>
            <pc:docMk/>
            <pc:sldMk cId="3195464910" sldId="52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2:24.455" v="405" actId="207"/>
          <ac:spMkLst>
            <pc:docMk/>
            <pc:sldMk cId="3195464910" sldId="52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12:13.555" v="403" actId="478"/>
          <ac:spMkLst>
            <pc:docMk/>
            <pc:sldMk cId="3195464910" sldId="529"/>
            <ac:spMk id="5" creationId="{EE9C3742-1A46-4814-8E07-579095811CE3}"/>
          </ac:spMkLst>
        </pc:spChg>
      </pc:sldChg>
      <pc:sldChg chg="delSp modSp add mod">
        <pc:chgData name="Димитър Минчев" userId="6da192e4-d32c-454b-8615-bbadf07b6639" providerId="ADAL" clId="{656E98DD-8CBC-4DAB-9704-F943A3C3AFA9}" dt="2023-02-22T16:13:29.670" v="420" actId="478"/>
        <pc:sldMkLst>
          <pc:docMk/>
          <pc:sldMk cId="2729428850" sldId="530"/>
        </pc:sldMkLst>
        <pc:spChg chg="mod">
          <ac:chgData name="Димитър Минчев" userId="6da192e4-d32c-454b-8615-bbadf07b6639" providerId="ADAL" clId="{656E98DD-8CBC-4DAB-9704-F943A3C3AFA9}" dt="2023-02-22T16:13:10.090" v="415" actId="20577"/>
          <ac:spMkLst>
            <pc:docMk/>
            <pc:sldMk cId="2729428850" sldId="53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3:27.466" v="419" actId="207"/>
          <ac:spMkLst>
            <pc:docMk/>
            <pc:sldMk cId="2729428850" sldId="53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13:29.670" v="420" actId="478"/>
          <ac:spMkLst>
            <pc:docMk/>
            <pc:sldMk cId="2729428850" sldId="530"/>
            <ac:spMk id="5" creationId="{C2472A6A-4A9A-4D17-99B1-7BD5F50066D8}"/>
          </ac:spMkLst>
        </pc:spChg>
      </pc:sldChg>
      <pc:sldChg chg="addSp delSp modSp add mod">
        <pc:chgData name="Димитър Минчев" userId="6da192e4-d32c-454b-8615-bbadf07b6639" providerId="ADAL" clId="{656E98DD-8CBC-4DAB-9704-F943A3C3AFA9}" dt="2023-02-22T16:14:14.570" v="434" actId="207"/>
        <pc:sldMkLst>
          <pc:docMk/>
          <pc:sldMk cId="2321859764" sldId="531"/>
        </pc:sldMkLst>
        <pc:spChg chg="del">
          <ac:chgData name="Димитър Минчев" userId="6da192e4-d32c-454b-8615-bbadf07b6639" providerId="ADAL" clId="{656E98DD-8CBC-4DAB-9704-F943A3C3AFA9}" dt="2023-02-22T16:13:35.114" v="421" actId="478"/>
          <ac:spMkLst>
            <pc:docMk/>
            <pc:sldMk cId="2321859764" sldId="53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4:14.570" v="434" actId="207"/>
          <ac:spMkLst>
            <pc:docMk/>
            <pc:sldMk cId="2321859764" sldId="53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3:57.677" v="431" actId="6549"/>
          <ac:spMkLst>
            <pc:docMk/>
            <pc:sldMk cId="2321859764" sldId="531"/>
            <ac:spMk id="5" creationId="{54DE764A-1D78-48AE-B287-64925FEEAB9C}"/>
          </ac:spMkLst>
        </pc:spChg>
        <pc:spChg chg="add del mod">
          <ac:chgData name="Димитър Минчев" userId="6da192e4-d32c-454b-8615-bbadf07b6639" providerId="ADAL" clId="{656E98DD-8CBC-4DAB-9704-F943A3C3AFA9}" dt="2023-02-22T16:13:36.607" v="422" actId="478"/>
          <ac:spMkLst>
            <pc:docMk/>
            <pc:sldMk cId="2321859764" sldId="531"/>
            <ac:spMk id="6" creationId="{EAFD631D-9EEE-3B85-D82E-701ED18FE557}"/>
          </ac:spMkLst>
        </pc:spChg>
        <pc:spChg chg="add mod">
          <ac:chgData name="Димитър Минчев" userId="6da192e4-d32c-454b-8615-bbadf07b6639" providerId="ADAL" clId="{656E98DD-8CBC-4DAB-9704-F943A3C3AFA9}" dt="2023-02-22T16:13:37.594" v="423"/>
          <ac:spMkLst>
            <pc:docMk/>
            <pc:sldMk cId="2321859764" sldId="531"/>
            <ac:spMk id="7" creationId="{8F4B245F-3019-A807-030E-09E5F1BB44AB}"/>
          </ac:spMkLst>
        </pc:spChg>
      </pc:sldChg>
      <pc:sldChg chg="addSp delSp modSp add mod">
        <pc:chgData name="Димитър Минчев" userId="6da192e4-d32c-454b-8615-bbadf07b6639" providerId="ADAL" clId="{656E98DD-8CBC-4DAB-9704-F943A3C3AFA9}" dt="2023-02-22T16:15:10.870" v="453" actId="478"/>
        <pc:sldMkLst>
          <pc:docMk/>
          <pc:sldMk cId="160594426" sldId="532"/>
        </pc:sldMkLst>
        <pc:spChg chg="del">
          <ac:chgData name="Димитър Минчев" userId="6da192e4-d32c-454b-8615-bbadf07b6639" providerId="ADAL" clId="{656E98DD-8CBC-4DAB-9704-F943A3C3AFA9}" dt="2023-02-22T16:14:21.533" v="435" actId="478"/>
          <ac:spMkLst>
            <pc:docMk/>
            <pc:sldMk cId="160594426" sldId="53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5:01.434" v="449" actId="207"/>
          <ac:spMkLst>
            <pc:docMk/>
            <pc:sldMk cId="160594426" sldId="53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5:08.229" v="452" actId="207"/>
          <ac:spMkLst>
            <pc:docMk/>
            <pc:sldMk cId="160594426" sldId="532"/>
            <ac:spMk id="5" creationId="{00000000-0000-0000-0000-000000000000}"/>
          </ac:spMkLst>
        </pc:spChg>
        <pc:spChg chg="add del mod">
          <ac:chgData name="Димитър Минчев" userId="6da192e4-d32c-454b-8615-bbadf07b6639" providerId="ADAL" clId="{656E98DD-8CBC-4DAB-9704-F943A3C3AFA9}" dt="2023-02-22T16:14:22.268" v="436" actId="478"/>
          <ac:spMkLst>
            <pc:docMk/>
            <pc:sldMk cId="160594426" sldId="532"/>
            <ac:spMk id="6" creationId="{9A46A0D5-9CED-100F-6295-A41F3FC781BD}"/>
          </ac:spMkLst>
        </pc:spChg>
        <pc:spChg chg="del mod">
          <ac:chgData name="Димитър Минчев" userId="6da192e4-d32c-454b-8615-bbadf07b6639" providerId="ADAL" clId="{656E98DD-8CBC-4DAB-9704-F943A3C3AFA9}" dt="2023-02-22T16:15:10.870" v="453" actId="478"/>
          <ac:spMkLst>
            <pc:docMk/>
            <pc:sldMk cId="160594426" sldId="532"/>
            <ac:spMk id="8" creationId="{289DCFA5-3014-49FC-9B16-DB0949661990}"/>
          </ac:spMkLst>
        </pc:spChg>
        <pc:spChg chg="add mod">
          <ac:chgData name="Димитър Минчев" userId="6da192e4-d32c-454b-8615-bbadf07b6639" providerId="ADAL" clId="{656E98DD-8CBC-4DAB-9704-F943A3C3AFA9}" dt="2023-02-22T16:14:25.544" v="438" actId="20577"/>
          <ac:spMkLst>
            <pc:docMk/>
            <pc:sldMk cId="160594426" sldId="532"/>
            <ac:spMk id="9" creationId="{B7261ACD-5195-5E53-05B4-A16457647E94}"/>
          </ac:spMkLst>
        </pc:spChg>
        <pc:picChg chg="mod">
          <ac:chgData name="Димитър Минчев" userId="6da192e4-d32c-454b-8615-bbadf07b6639" providerId="ADAL" clId="{656E98DD-8CBC-4DAB-9704-F943A3C3AFA9}" dt="2023-02-22T16:14:52.905" v="448" actId="1076"/>
          <ac:picMkLst>
            <pc:docMk/>
            <pc:sldMk cId="160594426" sldId="532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656E98DD-8CBC-4DAB-9704-F943A3C3AFA9}" dt="2023-02-22T16:15:39.467" v="461" actId="14100"/>
        <pc:sldMkLst>
          <pc:docMk/>
          <pc:sldMk cId="200644628" sldId="533"/>
        </pc:sldMkLst>
        <pc:spChg chg="mod">
          <ac:chgData name="Димитър Минчев" userId="6da192e4-d32c-454b-8615-bbadf07b6639" providerId="ADAL" clId="{656E98DD-8CBC-4DAB-9704-F943A3C3AFA9}" dt="2023-02-22T16:15:31.380" v="457" actId="2711"/>
          <ac:spMkLst>
            <pc:docMk/>
            <pc:sldMk cId="200644628" sldId="53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5:39.467" v="461" actId="14100"/>
          <ac:spMkLst>
            <pc:docMk/>
            <pc:sldMk cId="200644628" sldId="533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15:37.041" v="460" actId="478"/>
          <ac:spMkLst>
            <pc:docMk/>
            <pc:sldMk cId="200644628" sldId="533"/>
            <ac:spMk id="5" creationId="{9E618EA0-2B4F-4104-87E4-D980D6E2315E}"/>
          </ac:spMkLst>
        </pc:spChg>
      </pc:sldChg>
      <pc:sldChg chg="delSp modSp add mod">
        <pc:chgData name="Димитър Минчев" userId="6da192e4-d32c-454b-8615-bbadf07b6639" providerId="ADAL" clId="{656E98DD-8CBC-4DAB-9704-F943A3C3AFA9}" dt="2023-02-22T16:16:06.352" v="469" actId="113"/>
        <pc:sldMkLst>
          <pc:docMk/>
          <pc:sldMk cId="605012345" sldId="534"/>
        </pc:sldMkLst>
        <pc:spChg chg="mod">
          <ac:chgData name="Димитър Минчев" userId="6da192e4-d32c-454b-8615-bbadf07b6639" providerId="ADAL" clId="{656E98DD-8CBC-4DAB-9704-F943A3C3AFA9}" dt="2023-02-22T16:15:44.045" v="462" actId="2711"/>
          <ac:spMkLst>
            <pc:docMk/>
            <pc:sldMk cId="605012345" sldId="53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6:06.352" v="469" actId="113"/>
          <ac:spMkLst>
            <pc:docMk/>
            <pc:sldMk cId="605012345" sldId="534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15:46.943" v="464" actId="478"/>
          <ac:spMkLst>
            <pc:docMk/>
            <pc:sldMk cId="605012345" sldId="534"/>
            <ac:spMk id="5" creationId="{9BF9D51D-1764-4AA4-905F-C51D340C9BC6}"/>
          </ac:spMkLst>
        </pc:spChg>
      </pc:sldChg>
      <pc:sldChg chg="delSp modSp add mod">
        <pc:chgData name="Димитър Минчев" userId="6da192e4-d32c-454b-8615-bbadf07b6639" providerId="ADAL" clId="{656E98DD-8CBC-4DAB-9704-F943A3C3AFA9}" dt="2023-02-22T16:16:32.890" v="475" actId="478"/>
        <pc:sldMkLst>
          <pc:docMk/>
          <pc:sldMk cId="1973544335" sldId="535"/>
        </pc:sldMkLst>
        <pc:spChg chg="mod">
          <ac:chgData name="Димитър Минчев" userId="6da192e4-d32c-454b-8615-bbadf07b6639" providerId="ADAL" clId="{656E98DD-8CBC-4DAB-9704-F943A3C3AFA9}" dt="2023-02-22T16:16:13.331" v="470" actId="2711"/>
          <ac:spMkLst>
            <pc:docMk/>
            <pc:sldMk cId="1973544335" sldId="53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6:22.445" v="473" actId="113"/>
          <ac:spMkLst>
            <pc:docMk/>
            <pc:sldMk cId="1973544335" sldId="53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16:32.890" v="475" actId="478"/>
          <ac:spMkLst>
            <pc:docMk/>
            <pc:sldMk cId="1973544335" sldId="535"/>
            <ac:spMk id="5" creationId="{807D316C-8CF2-4004-A29E-C598E2B2396F}"/>
          </ac:spMkLst>
        </pc:spChg>
      </pc:sldChg>
      <pc:sldChg chg="modSp add mod">
        <pc:chgData name="Димитър Минчев" userId="6da192e4-d32c-454b-8615-bbadf07b6639" providerId="ADAL" clId="{656E98DD-8CBC-4DAB-9704-F943A3C3AFA9}" dt="2023-02-22T16:18:42.549" v="541" actId="20577"/>
        <pc:sldMkLst>
          <pc:docMk/>
          <pc:sldMk cId="1150122486" sldId="536"/>
        </pc:sldMkLst>
        <pc:spChg chg="mod">
          <ac:chgData name="Димитър Минчев" userId="6da192e4-d32c-454b-8615-bbadf07b6639" providerId="ADAL" clId="{656E98DD-8CBC-4DAB-9704-F943A3C3AFA9}" dt="2023-02-22T16:18:42.549" v="541" actId="20577"/>
          <ac:spMkLst>
            <pc:docMk/>
            <pc:sldMk cId="1150122486" sldId="53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8:29.688" v="532" actId="27636"/>
          <ac:spMkLst>
            <pc:docMk/>
            <pc:sldMk cId="1150122486" sldId="536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2:56.567" v="10"/>
          <ac:spMkLst>
            <pc:docMk/>
            <pc:sldMk cId="1150122486" sldId="536"/>
            <ac:spMk id="5" creationId="{DF25E55B-E92F-4C5C-86FA-9CEE585C1A64}"/>
          </ac:spMkLst>
        </pc:spChg>
      </pc:sldChg>
      <pc:sldChg chg="addSp delSp modSp add mod">
        <pc:chgData name="Димитър Минчев" userId="6da192e4-d32c-454b-8615-bbadf07b6639" providerId="ADAL" clId="{656E98DD-8CBC-4DAB-9704-F943A3C3AFA9}" dt="2023-02-22T16:19:06.980" v="550" actId="113"/>
        <pc:sldMkLst>
          <pc:docMk/>
          <pc:sldMk cId="1156717308" sldId="537"/>
        </pc:sldMkLst>
        <pc:spChg chg="del">
          <ac:chgData name="Димитър Минчев" userId="6da192e4-d32c-454b-8615-bbadf07b6639" providerId="ADAL" clId="{656E98DD-8CBC-4DAB-9704-F943A3C3AFA9}" dt="2023-02-22T16:18:48.633" v="542" actId="478"/>
          <ac:spMkLst>
            <pc:docMk/>
            <pc:sldMk cId="1156717308" sldId="53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9:06.980" v="550" actId="113"/>
          <ac:spMkLst>
            <pc:docMk/>
            <pc:sldMk cId="1156717308" sldId="53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2:56.567" v="10"/>
          <ac:spMkLst>
            <pc:docMk/>
            <pc:sldMk cId="1156717308" sldId="537"/>
            <ac:spMk id="5" creationId="{92556A0F-BF5E-460C-91A0-71D914D4DC1B}"/>
          </ac:spMkLst>
        </pc:spChg>
        <pc:spChg chg="add del mod">
          <ac:chgData name="Димитър Минчев" userId="6da192e4-d32c-454b-8615-bbadf07b6639" providerId="ADAL" clId="{656E98DD-8CBC-4DAB-9704-F943A3C3AFA9}" dt="2023-02-22T16:18:49.371" v="543" actId="478"/>
          <ac:spMkLst>
            <pc:docMk/>
            <pc:sldMk cId="1156717308" sldId="537"/>
            <ac:spMk id="6" creationId="{D672AB05-84AC-E8F2-A3BF-CC067B6195A4}"/>
          </ac:spMkLst>
        </pc:spChg>
        <pc:spChg chg="add mod">
          <ac:chgData name="Димитър Минчев" userId="6da192e4-d32c-454b-8615-bbadf07b6639" providerId="ADAL" clId="{656E98DD-8CBC-4DAB-9704-F943A3C3AFA9}" dt="2023-02-22T16:18:52.051" v="545" actId="20577"/>
          <ac:spMkLst>
            <pc:docMk/>
            <pc:sldMk cId="1156717308" sldId="537"/>
            <ac:spMk id="7" creationId="{32868179-F519-84DC-23D1-CD7FD4E35CC6}"/>
          </ac:spMkLst>
        </pc:spChg>
      </pc:sldChg>
      <pc:sldChg chg="delSp modSp add mod">
        <pc:chgData name="Димитър Минчев" userId="6da192e4-d32c-454b-8615-bbadf07b6639" providerId="ADAL" clId="{656E98DD-8CBC-4DAB-9704-F943A3C3AFA9}" dt="2023-02-22T16:19:48.629" v="565" actId="478"/>
        <pc:sldMkLst>
          <pc:docMk/>
          <pc:sldMk cId="2603571586" sldId="538"/>
        </pc:sldMkLst>
        <pc:spChg chg="mod">
          <ac:chgData name="Димитър Минчев" userId="6da192e4-d32c-454b-8615-bbadf07b6639" providerId="ADAL" clId="{656E98DD-8CBC-4DAB-9704-F943A3C3AFA9}" dt="2023-02-22T16:19:13.715" v="552" actId="2711"/>
          <ac:spMkLst>
            <pc:docMk/>
            <pc:sldMk cId="2603571586" sldId="53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9:38.229" v="561" actId="207"/>
          <ac:spMkLst>
            <pc:docMk/>
            <pc:sldMk cId="2603571586" sldId="538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9:45.602" v="564" actId="207"/>
          <ac:spMkLst>
            <pc:docMk/>
            <pc:sldMk cId="2603571586" sldId="538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19:48.629" v="565" actId="478"/>
          <ac:spMkLst>
            <pc:docMk/>
            <pc:sldMk cId="2603571586" sldId="538"/>
            <ac:spMk id="7" creationId="{7C25ED7A-A04D-45ED-9DF1-7A01734DF283}"/>
          </ac:spMkLst>
        </pc:spChg>
        <pc:picChg chg="mod">
          <ac:chgData name="Димитър Минчев" userId="6da192e4-d32c-454b-8615-bbadf07b6639" providerId="ADAL" clId="{656E98DD-8CBC-4DAB-9704-F943A3C3AFA9}" dt="2023-02-22T16:19:28.794" v="558" actId="1076"/>
          <ac:picMkLst>
            <pc:docMk/>
            <pc:sldMk cId="2603571586" sldId="538"/>
            <ac:picMk id="6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656E98DD-8CBC-4DAB-9704-F943A3C3AFA9}" dt="2023-02-22T16:20:50.969" v="585"/>
        <pc:sldMkLst>
          <pc:docMk/>
          <pc:sldMk cId="370482164" sldId="540"/>
        </pc:sldMkLst>
        <pc:spChg chg="mod">
          <ac:chgData name="Димитър Минчев" userId="6da192e4-d32c-454b-8615-bbadf07b6639" providerId="ADAL" clId="{656E98DD-8CBC-4DAB-9704-F943A3C3AFA9}" dt="2023-02-22T16:20:33.277" v="577" actId="1076"/>
          <ac:spMkLst>
            <pc:docMk/>
            <pc:sldMk cId="370482164" sldId="54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0:36.761" v="578" actId="207"/>
          <ac:spMkLst>
            <pc:docMk/>
            <pc:sldMk cId="370482164" sldId="540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0:43.177" v="581" actId="207"/>
          <ac:spMkLst>
            <pc:docMk/>
            <pc:sldMk cId="370482164" sldId="540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0:45.890" v="583" actId="2085"/>
          <ac:spMkLst>
            <pc:docMk/>
            <pc:sldMk cId="370482164" sldId="540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0:43.177" v="581" actId="207"/>
          <ac:spMkLst>
            <pc:docMk/>
            <pc:sldMk cId="370482164" sldId="540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20:47.617" v="584" actId="478"/>
          <ac:spMkLst>
            <pc:docMk/>
            <pc:sldMk cId="370482164" sldId="540"/>
            <ac:spMk id="11" creationId="{5B5CC795-26AC-4425-A043-595F01B3C6A8}"/>
          </ac:spMkLst>
        </pc:spChg>
        <pc:picChg chg="mod">
          <ac:chgData name="Димитър Минчев" userId="6da192e4-d32c-454b-8615-bbadf07b6639" providerId="ADAL" clId="{656E98DD-8CBC-4DAB-9704-F943A3C3AFA9}" dt="2023-02-22T16:20:33.277" v="577" actId="1076"/>
          <ac:picMkLst>
            <pc:docMk/>
            <pc:sldMk cId="370482164" sldId="540"/>
            <ac:picMk id="9" creationId="{00000000-0000-0000-0000-000000000000}"/>
          </ac:picMkLst>
        </pc:picChg>
        <pc:picChg chg="mod">
          <ac:chgData name="Димитър Минчев" userId="6da192e4-d32c-454b-8615-bbadf07b6639" providerId="ADAL" clId="{656E98DD-8CBC-4DAB-9704-F943A3C3AFA9}" dt="2023-02-22T16:20:33.277" v="577" actId="1076"/>
          <ac:picMkLst>
            <pc:docMk/>
            <pc:sldMk cId="370482164" sldId="540"/>
            <ac:picMk id="10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656E98DD-8CBC-4DAB-9704-F943A3C3AFA9}" dt="2023-02-22T16:21:37.785" v="599"/>
        <pc:sldMkLst>
          <pc:docMk/>
          <pc:sldMk cId="916526544" sldId="541"/>
        </pc:sldMkLst>
        <pc:spChg chg="mod">
          <ac:chgData name="Димитър Минчев" userId="6da192e4-d32c-454b-8615-bbadf07b6639" providerId="ADAL" clId="{656E98DD-8CBC-4DAB-9704-F943A3C3AFA9}" dt="2023-02-22T16:21:08.505" v="589" actId="404"/>
          <ac:spMkLst>
            <pc:docMk/>
            <pc:sldMk cId="916526544" sldId="54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1:33.371" v="598" actId="1076"/>
          <ac:spMkLst>
            <pc:docMk/>
            <pc:sldMk cId="916526544" sldId="541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1:33.371" v="598" actId="1076"/>
          <ac:spMkLst>
            <pc:docMk/>
            <pc:sldMk cId="916526544" sldId="541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1:33.371" v="598" actId="1076"/>
          <ac:spMkLst>
            <pc:docMk/>
            <pc:sldMk cId="916526544" sldId="541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21:28.329" v="597" actId="478"/>
          <ac:spMkLst>
            <pc:docMk/>
            <pc:sldMk cId="916526544" sldId="541"/>
            <ac:spMk id="8" creationId="{A7A7B1D4-09F9-4AB3-9D9A-A33DC1A303E8}"/>
          </ac:spMkLst>
        </pc:spChg>
        <pc:picChg chg="mod">
          <ac:chgData name="Димитър Минчев" userId="6da192e4-d32c-454b-8615-bbadf07b6639" providerId="ADAL" clId="{656E98DD-8CBC-4DAB-9704-F943A3C3AFA9}" dt="2023-02-22T16:21:33.371" v="598" actId="1076"/>
          <ac:picMkLst>
            <pc:docMk/>
            <pc:sldMk cId="916526544" sldId="541"/>
            <ac:picMk id="9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656E98DD-8CBC-4DAB-9704-F943A3C3AFA9}" dt="2023-02-22T16:22:41.906" v="619"/>
        <pc:sldMkLst>
          <pc:docMk/>
          <pc:sldMk cId="4190891650" sldId="542"/>
        </pc:sldMkLst>
        <pc:spChg chg="mod">
          <ac:chgData name="Димитър Минчев" userId="6da192e4-d32c-454b-8615-bbadf07b6639" providerId="ADAL" clId="{656E98DD-8CBC-4DAB-9704-F943A3C3AFA9}" dt="2023-02-22T16:21:48.581" v="602" actId="404"/>
          <ac:spMkLst>
            <pc:docMk/>
            <pc:sldMk cId="4190891650" sldId="54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1:58.374" v="605" actId="207"/>
          <ac:spMkLst>
            <pc:docMk/>
            <pc:sldMk cId="4190891650" sldId="542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2:35.665" v="616" actId="207"/>
          <ac:spMkLst>
            <pc:docMk/>
            <pc:sldMk cId="4190891650" sldId="542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22:29.668" v="613" actId="478"/>
          <ac:spMkLst>
            <pc:docMk/>
            <pc:sldMk cId="4190891650" sldId="542"/>
            <ac:spMk id="8" creationId="{0C24BC2D-F291-42E4-AC04-C4236F0EED7F}"/>
          </ac:spMkLst>
        </pc:spChg>
        <pc:spChg chg="mod">
          <ac:chgData name="Димитър Минчев" userId="6da192e4-d32c-454b-8615-bbadf07b6639" providerId="ADAL" clId="{656E98DD-8CBC-4DAB-9704-F943A3C3AFA9}" dt="2023-02-22T16:22:38.754" v="618" actId="2085"/>
          <ac:spMkLst>
            <pc:docMk/>
            <pc:sldMk cId="4190891650" sldId="542"/>
            <ac:spMk id="9" creationId="{00000000-0000-0000-0000-000000000000}"/>
          </ac:spMkLst>
        </pc:spChg>
        <pc:picChg chg="mod">
          <ac:chgData name="Димитър Минчев" userId="6da192e4-d32c-454b-8615-bbadf07b6639" providerId="ADAL" clId="{656E98DD-8CBC-4DAB-9704-F943A3C3AFA9}" dt="2023-02-22T16:22:28.322" v="612" actId="1076"/>
          <ac:picMkLst>
            <pc:docMk/>
            <pc:sldMk cId="4190891650" sldId="542"/>
            <ac:picMk id="10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656E98DD-8CBC-4DAB-9704-F943A3C3AFA9}" dt="2023-02-22T16:23:59.818" v="640"/>
        <pc:sldMkLst>
          <pc:docMk/>
          <pc:sldMk cId="2952358405" sldId="543"/>
        </pc:sldMkLst>
        <pc:spChg chg="mod">
          <ac:chgData name="Димитър Минчев" userId="6da192e4-d32c-454b-8615-bbadf07b6639" providerId="ADAL" clId="{656E98DD-8CBC-4DAB-9704-F943A3C3AFA9}" dt="2023-02-22T16:22:57.961" v="623" actId="404"/>
          <ac:spMkLst>
            <pc:docMk/>
            <pc:sldMk cId="2952358405" sldId="54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3:15.803" v="627" actId="113"/>
          <ac:spMkLst>
            <pc:docMk/>
            <pc:sldMk cId="2952358405" sldId="543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3:28.263" v="630" actId="207"/>
          <ac:spMkLst>
            <pc:docMk/>
            <pc:sldMk cId="2952358405" sldId="543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3:54.204" v="638"/>
          <ac:spMkLst>
            <pc:docMk/>
            <pc:sldMk cId="2952358405" sldId="543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23:56.458" v="639" actId="478"/>
          <ac:spMkLst>
            <pc:docMk/>
            <pc:sldMk cId="2952358405" sldId="543"/>
            <ac:spMk id="9" creationId="{8A00E6D2-AD69-4FE7-9C11-CE9C592AF1DC}"/>
          </ac:spMkLst>
        </pc:spChg>
        <pc:picChg chg="mod">
          <ac:chgData name="Димитър Минчев" userId="6da192e4-d32c-454b-8615-bbadf07b6639" providerId="ADAL" clId="{656E98DD-8CBC-4DAB-9704-F943A3C3AFA9}" dt="2023-02-22T16:23:18.617" v="628" actId="1076"/>
          <ac:picMkLst>
            <pc:docMk/>
            <pc:sldMk cId="2952358405" sldId="543"/>
            <ac:picMk id="8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656E98DD-8CBC-4DAB-9704-F943A3C3AFA9}" dt="2023-02-22T16:25:28.377" v="662"/>
        <pc:sldMkLst>
          <pc:docMk/>
          <pc:sldMk cId="3206344400" sldId="544"/>
        </pc:sldMkLst>
        <pc:spChg chg="mod">
          <ac:chgData name="Димитър Минчев" userId="6da192e4-d32c-454b-8615-bbadf07b6639" providerId="ADAL" clId="{656E98DD-8CBC-4DAB-9704-F943A3C3AFA9}" dt="2023-02-22T16:24:07.388" v="641" actId="2711"/>
          <ac:spMkLst>
            <pc:docMk/>
            <pc:sldMk cId="3206344400" sldId="54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4:23.660" v="644" actId="20577"/>
          <ac:spMkLst>
            <pc:docMk/>
            <pc:sldMk cId="3206344400" sldId="544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5:18.134" v="658" actId="207"/>
          <ac:spMkLst>
            <pc:docMk/>
            <pc:sldMk cId="3206344400" sldId="544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5:22.971" v="660" actId="2085"/>
          <ac:spMkLst>
            <pc:docMk/>
            <pc:sldMk cId="3206344400" sldId="544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5:18.134" v="658" actId="207"/>
          <ac:spMkLst>
            <pc:docMk/>
            <pc:sldMk cId="3206344400" sldId="544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5:18.134" v="658" actId="207"/>
          <ac:spMkLst>
            <pc:docMk/>
            <pc:sldMk cId="3206344400" sldId="544"/>
            <ac:spMk id="9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25:24.506" v="661" actId="478"/>
          <ac:spMkLst>
            <pc:docMk/>
            <pc:sldMk cId="3206344400" sldId="544"/>
            <ac:spMk id="13" creationId="{BD007F61-A3EE-48CC-AA48-CB95D0B63AFD}"/>
          </ac:spMkLst>
        </pc:spChg>
        <pc:picChg chg="mod">
          <ac:chgData name="Димитър Минчев" userId="6da192e4-d32c-454b-8615-bbadf07b6639" providerId="ADAL" clId="{656E98DD-8CBC-4DAB-9704-F943A3C3AFA9}" dt="2023-02-22T16:25:02.674" v="653" actId="1076"/>
          <ac:picMkLst>
            <pc:docMk/>
            <pc:sldMk cId="3206344400" sldId="544"/>
            <ac:picMk id="10" creationId="{00000000-0000-0000-0000-000000000000}"/>
          </ac:picMkLst>
        </pc:picChg>
        <pc:picChg chg="mod">
          <ac:chgData name="Димитър Минчев" userId="6da192e4-d32c-454b-8615-bbadf07b6639" providerId="ADAL" clId="{656E98DD-8CBC-4DAB-9704-F943A3C3AFA9}" dt="2023-02-22T16:24:53.169" v="651" actId="1076"/>
          <ac:picMkLst>
            <pc:docMk/>
            <pc:sldMk cId="3206344400" sldId="544"/>
            <ac:picMk id="11" creationId="{00000000-0000-0000-0000-000000000000}"/>
          </ac:picMkLst>
        </pc:picChg>
        <pc:picChg chg="mod">
          <ac:chgData name="Димитър Минчев" userId="6da192e4-d32c-454b-8615-bbadf07b6639" providerId="ADAL" clId="{656E98DD-8CBC-4DAB-9704-F943A3C3AFA9}" dt="2023-02-22T16:24:58.378" v="652" actId="1076"/>
          <ac:picMkLst>
            <pc:docMk/>
            <pc:sldMk cId="3206344400" sldId="544"/>
            <ac:picMk id="12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656E98DD-8CBC-4DAB-9704-F943A3C3AFA9}" dt="2023-02-22T16:26:03.497" v="673"/>
        <pc:sldMkLst>
          <pc:docMk/>
          <pc:sldMk cId="2851741610" sldId="545"/>
        </pc:sldMkLst>
        <pc:spChg chg="mod">
          <ac:chgData name="Димитър Минчев" userId="6da192e4-d32c-454b-8615-bbadf07b6639" providerId="ADAL" clId="{656E98DD-8CBC-4DAB-9704-F943A3C3AFA9}" dt="2023-02-22T16:25:35.149" v="663" actId="2711"/>
          <ac:spMkLst>
            <pc:docMk/>
            <pc:sldMk cId="2851741610" sldId="54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5:40.226" v="664" actId="1076"/>
          <ac:spMkLst>
            <pc:docMk/>
            <pc:sldMk cId="2851741610" sldId="545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5:52.454" v="669" actId="207"/>
          <ac:spMkLst>
            <pc:docMk/>
            <pc:sldMk cId="2851741610" sldId="545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5:56.553" v="671" actId="2085"/>
          <ac:spMkLst>
            <pc:docMk/>
            <pc:sldMk cId="2851741610" sldId="545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25:58.182" v="672" actId="478"/>
          <ac:spMkLst>
            <pc:docMk/>
            <pc:sldMk cId="2851741610" sldId="545"/>
            <ac:spMk id="10" creationId="{528722B1-8B89-47C0-86B9-62179786B6D2}"/>
          </ac:spMkLst>
        </pc:spChg>
        <pc:picChg chg="mod">
          <ac:chgData name="Димитър Минчев" userId="6da192e4-d32c-454b-8615-bbadf07b6639" providerId="ADAL" clId="{656E98DD-8CBC-4DAB-9704-F943A3C3AFA9}" dt="2023-02-22T16:25:46.418" v="666" actId="1076"/>
          <ac:picMkLst>
            <pc:docMk/>
            <pc:sldMk cId="2851741610" sldId="545"/>
            <ac:picMk id="9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656E98DD-8CBC-4DAB-9704-F943A3C3AFA9}" dt="2023-02-22T16:26:54.113" v="688"/>
        <pc:sldMkLst>
          <pc:docMk/>
          <pc:sldMk cId="2830416682" sldId="546"/>
        </pc:sldMkLst>
        <pc:spChg chg="mod">
          <ac:chgData name="Димитър Минчев" userId="6da192e4-d32c-454b-8615-bbadf07b6639" providerId="ADAL" clId="{656E98DD-8CBC-4DAB-9704-F943A3C3AFA9}" dt="2023-02-22T16:26:25.510" v="679" actId="1076"/>
          <ac:spMkLst>
            <pc:docMk/>
            <pc:sldMk cId="2830416682" sldId="54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6:23.049" v="678" actId="1076"/>
          <ac:spMkLst>
            <pc:docMk/>
            <pc:sldMk cId="2830416682" sldId="546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6:44.922" v="686" actId="14100"/>
          <ac:spMkLst>
            <pc:docMk/>
            <pc:sldMk cId="2830416682" sldId="546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6:40.442" v="684" actId="2085"/>
          <ac:spMkLst>
            <pc:docMk/>
            <pc:sldMk cId="2830416682" sldId="546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6:40.442" v="684" actId="2085"/>
          <ac:spMkLst>
            <pc:docMk/>
            <pc:sldMk cId="2830416682" sldId="546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26:42.280" v="685" actId="478"/>
          <ac:spMkLst>
            <pc:docMk/>
            <pc:sldMk cId="2830416682" sldId="546"/>
            <ac:spMk id="10" creationId="{F2B0E6FE-19F5-47E0-968F-3DC5F2CCBF72}"/>
          </ac:spMkLst>
        </pc:spChg>
        <pc:picChg chg="mod">
          <ac:chgData name="Димитър Минчев" userId="6da192e4-d32c-454b-8615-bbadf07b6639" providerId="ADAL" clId="{656E98DD-8CBC-4DAB-9704-F943A3C3AFA9}" dt="2023-02-22T16:26:46.473" v="687" actId="1076"/>
          <ac:picMkLst>
            <pc:docMk/>
            <pc:sldMk cId="2830416682" sldId="546"/>
            <ac:picMk id="9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656E98DD-8CBC-4DAB-9704-F943A3C3AFA9}" dt="2023-02-22T16:27:57.698" v="709"/>
        <pc:sldMkLst>
          <pc:docMk/>
          <pc:sldMk cId="4049192386" sldId="547"/>
        </pc:sldMkLst>
        <pc:spChg chg="mod">
          <ac:chgData name="Димитър Минчев" userId="6da192e4-d32c-454b-8615-bbadf07b6639" providerId="ADAL" clId="{656E98DD-8CBC-4DAB-9704-F943A3C3AFA9}" dt="2023-02-22T16:27:54.402" v="708" actId="1076"/>
          <ac:spMkLst>
            <pc:docMk/>
            <pc:sldMk cId="4049192386" sldId="54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7:54.402" v="708" actId="1076"/>
          <ac:spMkLst>
            <pc:docMk/>
            <pc:sldMk cId="4049192386" sldId="547"/>
            <ac:spMk id="5" creationId="{00000000-0000-0000-0000-000000000000}"/>
          </ac:spMkLst>
        </pc:spChg>
        <pc:spChg chg="mod ord">
          <ac:chgData name="Димитър Минчев" userId="6da192e4-d32c-454b-8615-bbadf07b6639" providerId="ADAL" clId="{656E98DD-8CBC-4DAB-9704-F943A3C3AFA9}" dt="2023-02-22T16:27:54.402" v="708" actId="1076"/>
          <ac:spMkLst>
            <pc:docMk/>
            <pc:sldMk cId="4049192386" sldId="547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7:54.402" v="708" actId="1076"/>
          <ac:spMkLst>
            <pc:docMk/>
            <pc:sldMk cId="4049192386" sldId="547"/>
            <ac:spMk id="9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27:46.276" v="705" actId="478"/>
          <ac:spMkLst>
            <pc:docMk/>
            <pc:sldMk cId="4049192386" sldId="547"/>
            <ac:spMk id="10" creationId="{BC0DE29F-6275-4F64-BFCB-7AF7DF2521BB}"/>
          </ac:spMkLst>
        </pc:spChg>
        <pc:picChg chg="mod">
          <ac:chgData name="Димитър Минчев" userId="6da192e4-d32c-454b-8615-bbadf07b6639" providerId="ADAL" clId="{656E98DD-8CBC-4DAB-9704-F943A3C3AFA9}" dt="2023-02-22T16:27:54.402" v="708" actId="1076"/>
          <ac:picMkLst>
            <pc:docMk/>
            <pc:sldMk cId="4049192386" sldId="547"/>
            <ac:picMk id="8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656E98DD-8CBC-4DAB-9704-F943A3C3AFA9}" dt="2023-02-22T16:28:41.448" v="723"/>
        <pc:sldMkLst>
          <pc:docMk/>
          <pc:sldMk cId="3676729912" sldId="548"/>
        </pc:sldMkLst>
        <pc:spChg chg="mod">
          <ac:chgData name="Димитър Минчев" userId="6da192e4-d32c-454b-8615-bbadf07b6639" providerId="ADAL" clId="{656E98DD-8CBC-4DAB-9704-F943A3C3AFA9}" dt="2023-02-22T16:28:20.786" v="715" actId="404"/>
          <ac:spMkLst>
            <pc:docMk/>
            <pc:sldMk cId="3676729912" sldId="54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8:18.365" v="714" actId="404"/>
          <ac:spMkLst>
            <pc:docMk/>
            <pc:sldMk cId="3676729912" sldId="548"/>
            <ac:spMk id="5" creationId="{00000000-0000-0000-0000-000000000000}"/>
          </ac:spMkLst>
        </pc:spChg>
        <pc:spChg chg="mod ord">
          <ac:chgData name="Димитър Минчев" userId="6da192e4-d32c-454b-8615-bbadf07b6639" providerId="ADAL" clId="{656E98DD-8CBC-4DAB-9704-F943A3C3AFA9}" dt="2023-02-22T16:28:28.607" v="718" actId="207"/>
          <ac:spMkLst>
            <pc:docMk/>
            <pc:sldMk cId="3676729912" sldId="548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8:32.051" v="720" actId="2085"/>
          <ac:spMkLst>
            <pc:docMk/>
            <pc:sldMk cId="3676729912" sldId="548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8:32.051" v="720" actId="2085"/>
          <ac:spMkLst>
            <pc:docMk/>
            <pc:sldMk cId="3676729912" sldId="548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28:36.137" v="722" actId="478"/>
          <ac:spMkLst>
            <pc:docMk/>
            <pc:sldMk cId="3676729912" sldId="548"/>
            <ac:spMk id="10" creationId="{BBD4C6BB-0548-4ADC-AEE5-F36109CB7574}"/>
          </ac:spMkLst>
        </pc:spChg>
        <pc:picChg chg="mod">
          <ac:chgData name="Димитър Минчев" userId="6da192e4-d32c-454b-8615-bbadf07b6639" providerId="ADAL" clId="{656E98DD-8CBC-4DAB-9704-F943A3C3AFA9}" dt="2023-02-22T16:28:34.401" v="721" actId="1076"/>
          <ac:picMkLst>
            <pc:docMk/>
            <pc:sldMk cId="3676729912" sldId="548"/>
            <ac:picMk id="9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656E98DD-8CBC-4DAB-9704-F943A3C3AFA9}" dt="2023-02-22T16:29:42.841" v="744" actId="207"/>
        <pc:sldMkLst>
          <pc:docMk/>
          <pc:sldMk cId="811667726" sldId="549"/>
        </pc:sldMkLst>
        <pc:spChg chg="mod">
          <ac:chgData name="Димитър Минчев" userId="6da192e4-d32c-454b-8615-bbadf07b6639" providerId="ADAL" clId="{656E98DD-8CBC-4DAB-9704-F943A3C3AFA9}" dt="2023-02-22T16:29:36.458" v="741" actId="1076"/>
          <ac:spMkLst>
            <pc:docMk/>
            <pc:sldMk cId="811667726" sldId="54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29:36.458" v="741" actId="1076"/>
          <ac:spMkLst>
            <pc:docMk/>
            <pc:sldMk cId="811667726" sldId="549"/>
            <ac:spMk id="3" creationId="{00000000-0000-0000-0000-000000000000}"/>
          </ac:spMkLst>
        </pc:spChg>
        <pc:spChg chg="mod ord">
          <ac:chgData name="Димитър Минчев" userId="6da192e4-d32c-454b-8615-bbadf07b6639" providerId="ADAL" clId="{656E98DD-8CBC-4DAB-9704-F943A3C3AFA9}" dt="2023-02-22T16:29:42.841" v="744" actId="207"/>
          <ac:spMkLst>
            <pc:docMk/>
            <pc:sldMk cId="811667726" sldId="549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29:26.646" v="738" actId="478"/>
          <ac:spMkLst>
            <pc:docMk/>
            <pc:sldMk cId="811667726" sldId="549"/>
            <ac:spMk id="7" creationId="{80F28356-291E-435E-B736-CA802F069B55}"/>
          </ac:spMkLst>
        </pc:spChg>
        <pc:picChg chg="mod">
          <ac:chgData name="Димитър Минчев" userId="6da192e4-d32c-454b-8615-bbadf07b6639" providerId="ADAL" clId="{656E98DD-8CBC-4DAB-9704-F943A3C3AFA9}" dt="2023-02-22T16:29:36.458" v="741" actId="1076"/>
          <ac:picMkLst>
            <pc:docMk/>
            <pc:sldMk cId="811667726" sldId="549"/>
            <ac:picMk id="9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656E98DD-8CBC-4DAB-9704-F943A3C3AFA9}" dt="2023-02-22T16:32:06.922" v="791" actId="1076"/>
        <pc:sldMkLst>
          <pc:docMk/>
          <pc:sldMk cId="690464828" sldId="550"/>
        </pc:sldMkLst>
        <pc:spChg chg="mod">
          <ac:chgData name="Димитър Минчев" userId="6da192e4-d32c-454b-8615-bbadf07b6639" providerId="ADAL" clId="{656E98DD-8CBC-4DAB-9704-F943A3C3AFA9}" dt="2023-02-22T16:31:05.355" v="773" actId="255"/>
          <ac:spMkLst>
            <pc:docMk/>
            <pc:sldMk cId="690464828" sldId="55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0:17.699" v="755" actId="113"/>
          <ac:spMkLst>
            <pc:docMk/>
            <pc:sldMk cId="690464828" sldId="550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0:30.379" v="760" actId="207"/>
          <ac:spMkLst>
            <pc:docMk/>
            <pc:sldMk cId="690464828" sldId="550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0:33.234" v="762" actId="2085"/>
          <ac:spMkLst>
            <pc:docMk/>
            <pc:sldMk cId="690464828" sldId="550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30:34.763" v="763" actId="478"/>
          <ac:spMkLst>
            <pc:docMk/>
            <pc:sldMk cId="690464828" sldId="550"/>
            <ac:spMk id="10" creationId="{3CC962E3-6E91-4E78-A9D3-FF8DF90DA60D}"/>
          </ac:spMkLst>
        </pc:spChg>
        <pc:picChg chg="mod">
          <ac:chgData name="Димитър Минчев" userId="6da192e4-d32c-454b-8615-bbadf07b6639" providerId="ADAL" clId="{656E98DD-8CBC-4DAB-9704-F943A3C3AFA9}" dt="2023-02-22T16:32:06.922" v="791" actId="1076"/>
          <ac:picMkLst>
            <pc:docMk/>
            <pc:sldMk cId="690464828" sldId="550"/>
            <ac:picMk id="9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656E98DD-8CBC-4DAB-9704-F943A3C3AFA9}" dt="2023-02-22T16:32:09.369" v="792"/>
        <pc:sldMkLst>
          <pc:docMk/>
          <pc:sldMk cId="3929749490" sldId="551"/>
        </pc:sldMkLst>
        <pc:spChg chg="del">
          <ac:chgData name="Димитър Минчев" userId="6da192e4-d32c-454b-8615-bbadf07b6639" providerId="ADAL" clId="{656E98DD-8CBC-4DAB-9704-F943A3C3AFA9}" dt="2023-02-22T16:31:14.181" v="774" actId="478"/>
          <ac:spMkLst>
            <pc:docMk/>
            <pc:sldMk cId="3929749490" sldId="55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1:44.507" v="784" actId="207"/>
          <ac:spMkLst>
            <pc:docMk/>
            <pc:sldMk cId="3929749490" sldId="55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1:51.707" v="787" actId="13822"/>
          <ac:spMkLst>
            <pc:docMk/>
            <pc:sldMk cId="3929749490" sldId="551"/>
            <ac:spMk id="5" creationId="{00000000-0000-0000-0000-000000000000}"/>
          </ac:spMkLst>
        </pc:spChg>
        <pc:spChg chg="add del mod">
          <ac:chgData name="Димитър Минчев" userId="6da192e4-d32c-454b-8615-bbadf07b6639" providerId="ADAL" clId="{656E98DD-8CBC-4DAB-9704-F943A3C3AFA9}" dt="2023-02-22T16:31:16.147" v="775" actId="478"/>
          <ac:spMkLst>
            <pc:docMk/>
            <pc:sldMk cId="3929749490" sldId="551"/>
            <ac:spMk id="6" creationId="{E90C1525-D6D3-BE8F-DB41-079C7F57C603}"/>
          </ac:spMkLst>
        </pc:spChg>
        <pc:spChg chg="del mod">
          <ac:chgData name="Димитър Минчев" userId="6da192e4-d32c-454b-8615-bbadf07b6639" providerId="ADAL" clId="{656E98DD-8CBC-4DAB-9704-F943A3C3AFA9}" dt="2023-02-22T16:31:57.214" v="790" actId="478"/>
          <ac:spMkLst>
            <pc:docMk/>
            <pc:sldMk cId="3929749490" sldId="551"/>
            <ac:spMk id="7" creationId="{020446C4-5064-48F7-87C7-642D43C7461F}"/>
          </ac:spMkLst>
        </pc:spChg>
        <pc:spChg chg="add mod">
          <ac:chgData name="Димитър Минчев" userId="6da192e4-d32c-454b-8615-bbadf07b6639" providerId="ADAL" clId="{656E98DD-8CBC-4DAB-9704-F943A3C3AFA9}" dt="2023-02-22T16:31:19.602" v="777" actId="20577"/>
          <ac:spMkLst>
            <pc:docMk/>
            <pc:sldMk cId="3929749490" sldId="551"/>
            <ac:spMk id="8" creationId="{6316E0ED-B6C1-EB6A-C806-801CA2187453}"/>
          </ac:spMkLst>
        </pc:spChg>
        <pc:spChg chg="mod">
          <ac:chgData name="Димитър Минчев" userId="6da192e4-d32c-454b-8615-bbadf07b6639" providerId="ADAL" clId="{656E98DD-8CBC-4DAB-9704-F943A3C3AFA9}" dt="2023-02-22T16:31:55.154" v="789" actId="2085"/>
          <ac:spMkLst>
            <pc:docMk/>
            <pc:sldMk cId="3929749490" sldId="551"/>
            <ac:spMk id="9" creationId="{00000000-0000-0000-0000-000000000000}"/>
          </ac:spMkLst>
        </pc:spChg>
        <pc:picChg chg="add mod">
          <ac:chgData name="Димитър Минчев" userId="6da192e4-d32c-454b-8615-bbadf07b6639" providerId="ADAL" clId="{656E98DD-8CBC-4DAB-9704-F943A3C3AFA9}" dt="2023-02-22T16:32:09.369" v="792"/>
          <ac:picMkLst>
            <pc:docMk/>
            <pc:sldMk cId="3929749490" sldId="551"/>
            <ac:picMk id="10" creationId="{882C2B3A-5502-C8EB-6108-41D2F0475765}"/>
          </ac:picMkLst>
        </pc:picChg>
      </pc:sldChg>
      <pc:sldChg chg="delSp modSp add mod modAnim">
        <pc:chgData name="Димитър Минчев" userId="6da192e4-d32c-454b-8615-bbadf07b6639" providerId="ADAL" clId="{656E98DD-8CBC-4DAB-9704-F943A3C3AFA9}" dt="2023-02-22T16:35:26.025" v="866"/>
        <pc:sldMkLst>
          <pc:docMk/>
          <pc:sldMk cId="70593681" sldId="552"/>
        </pc:sldMkLst>
        <pc:spChg chg="mod">
          <ac:chgData name="Димитър Минчев" userId="6da192e4-d32c-454b-8615-bbadf07b6639" providerId="ADAL" clId="{656E98DD-8CBC-4DAB-9704-F943A3C3AFA9}" dt="2023-02-22T16:32:40.035" v="804" actId="404"/>
          <ac:spMkLst>
            <pc:docMk/>
            <pc:sldMk cId="70593681" sldId="55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2:51.388" v="806" actId="207"/>
          <ac:spMkLst>
            <pc:docMk/>
            <pc:sldMk cId="70593681" sldId="552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3:33.596" v="838" actId="20577"/>
          <ac:spMkLst>
            <pc:docMk/>
            <pc:sldMk cId="70593681" sldId="552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33:36.713" v="839" actId="478"/>
          <ac:spMkLst>
            <pc:docMk/>
            <pc:sldMk cId="70593681" sldId="552"/>
            <ac:spMk id="9" creationId="{E2E603ED-1A62-4E59-BD8F-EC292962AE24}"/>
          </ac:spMkLst>
        </pc:spChg>
        <pc:spChg chg="mod">
          <ac:chgData name="Димитър Минчев" userId="6da192e4-d32c-454b-8615-bbadf07b6639" providerId="ADAL" clId="{656E98DD-8CBC-4DAB-9704-F943A3C3AFA9}" dt="2023-02-22T16:33:13.816" v="812" actId="1582"/>
          <ac:spMkLst>
            <pc:docMk/>
            <pc:sldMk cId="70593681" sldId="552"/>
            <ac:spMk id="10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5:08.858" v="865" actId="14100"/>
          <ac:spMkLst>
            <pc:docMk/>
            <pc:sldMk cId="70593681" sldId="552"/>
            <ac:spMk id="11" creationId="{00000000-0000-0000-0000-000000000000}"/>
          </ac:spMkLst>
        </pc:spChg>
      </pc:sldChg>
      <pc:sldChg chg="addSp delSp modSp add mod">
        <pc:chgData name="Димитър Минчев" userId="6da192e4-d32c-454b-8615-bbadf07b6639" providerId="ADAL" clId="{656E98DD-8CBC-4DAB-9704-F943A3C3AFA9}" dt="2023-02-22T16:35:03.186" v="863" actId="1076"/>
        <pc:sldMkLst>
          <pc:docMk/>
          <pc:sldMk cId="2496018896" sldId="553"/>
        </pc:sldMkLst>
        <pc:spChg chg="del">
          <ac:chgData name="Димитър Минчев" userId="6da192e4-d32c-454b-8615-bbadf07b6639" providerId="ADAL" clId="{656E98DD-8CBC-4DAB-9704-F943A3C3AFA9}" dt="2023-02-22T16:33:45.378" v="840" actId="478"/>
          <ac:spMkLst>
            <pc:docMk/>
            <pc:sldMk cId="2496018896" sldId="553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656E98DD-8CBC-4DAB-9704-F943A3C3AFA9}" dt="2023-02-22T16:33:47.483" v="841" actId="478"/>
          <ac:spMkLst>
            <pc:docMk/>
            <pc:sldMk cId="2496018896" sldId="553"/>
            <ac:spMk id="4" creationId="{EE88F595-2FDF-9184-6034-FE6B7A1111C8}"/>
          </ac:spMkLst>
        </pc:spChg>
        <pc:spChg chg="add mod">
          <ac:chgData name="Димитър Минчев" userId="6da192e4-d32c-454b-8615-bbadf07b6639" providerId="ADAL" clId="{656E98DD-8CBC-4DAB-9704-F943A3C3AFA9}" dt="2023-02-22T16:33:50.741" v="844" actId="20577"/>
          <ac:spMkLst>
            <pc:docMk/>
            <pc:sldMk cId="2496018896" sldId="553"/>
            <ac:spMk id="5" creationId="{89B7A465-EBFA-D4B9-ABF3-B7AFEF6F1D5D}"/>
          </ac:spMkLst>
        </pc:spChg>
        <pc:spChg chg="mod">
          <ac:chgData name="Димитър Минчев" userId="6da192e4-d32c-454b-8615-bbadf07b6639" providerId="ADAL" clId="{656E98DD-8CBC-4DAB-9704-F943A3C3AFA9}" dt="2023-02-22T16:34:21.001" v="852" actId="207"/>
          <ac:spMkLst>
            <pc:docMk/>
            <pc:sldMk cId="2496018896" sldId="553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4:32.152" v="856" actId="1582"/>
          <ac:spMkLst>
            <pc:docMk/>
            <pc:sldMk cId="2496018896" sldId="553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5:03.186" v="863" actId="1076"/>
          <ac:spMkLst>
            <pc:docMk/>
            <pc:sldMk cId="2496018896" sldId="553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4:05.542" v="848" actId="1076"/>
          <ac:spMkLst>
            <pc:docMk/>
            <pc:sldMk cId="2496018896" sldId="553"/>
            <ac:spMk id="9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5:52:56.567" v="10"/>
          <ac:spMkLst>
            <pc:docMk/>
            <pc:sldMk cId="2496018896" sldId="553"/>
            <ac:spMk id="11" creationId="{231F522A-F8B2-44BA-85D4-A19C0A9F431E}"/>
          </ac:spMkLst>
        </pc:spChg>
      </pc:sldChg>
      <pc:sldChg chg="addSp delSp modSp add mod">
        <pc:chgData name="Димитър Минчев" userId="6da192e4-d32c-454b-8615-bbadf07b6639" providerId="ADAL" clId="{656E98DD-8CBC-4DAB-9704-F943A3C3AFA9}" dt="2023-02-22T16:36:09.851" v="894" actId="478"/>
        <pc:sldMkLst>
          <pc:docMk/>
          <pc:sldMk cId="3940716209" sldId="554"/>
        </pc:sldMkLst>
        <pc:spChg chg="mod">
          <ac:chgData name="Димитър Минчев" userId="6da192e4-d32c-454b-8615-bbadf07b6639" providerId="ADAL" clId="{656E98DD-8CBC-4DAB-9704-F943A3C3AFA9}" dt="2023-02-22T16:35:46.602" v="886" actId="2711"/>
          <ac:spMkLst>
            <pc:docMk/>
            <pc:sldMk cId="3940716209" sldId="554"/>
            <ac:spMk id="2" creationId="{00000000-0000-0000-0000-000000000000}"/>
          </ac:spMkLst>
        </pc:spChg>
        <pc:spChg chg="add mod">
          <ac:chgData name="Димитър Минчев" userId="6da192e4-d32c-454b-8615-bbadf07b6639" providerId="ADAL" clId="{656E98DD-8CBC-4DAB-9704-F943A3C3AFA9}" dt="2023-02-22T16:35:59.062" v="889" actId="1076"/>
          <ac:spMkLst>
            <pc:docMk/>
            <pc:sldMk cId="3940716209" sldId="554"/>
            <ac:spMk id="3" creationId="{C8F6D794-F29C-55DC-7ADF-B688F4100544}"/>
          </ac:spMkLst>
        </pc:spChg>
        <pc:spChg chg="del">
          <ac:chgData name="Димитър Минчев" userId="6da192e4-d32c-454b-8615-bbadf07b6639" providerId="ADAL" clId="{656E98DD-8CBC-4DAB-9704-F943A3C3AFA9}" dt="2023-02-22T16:35:55.456" v="887" actId="478"/>
          <ac:spMkLst>
            <pc:docMk/>
            <pc:sldMk cId="3940716209" sldId="554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6:05.945" v="892" actId="207"/>
          <ac:spMkLst>
            <pc:docMk/>
            <pc:sldMk cId="3940716209" sldId="554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36:09.851" v="894" actId="478"/>
          <ac:spMkLst>
            <pc:docMk/>
            <pc:sldMk cId="3940716209" sldId="554"/>
            <ac:spMk id="7" creationId="{E07F9FB5-130E-466A-A51D-17E658DD97B7}"/>
          </ac:spMkLst>
        </pc:spChg>
        <pc:picChg chg="mod">
          <ac:chgData name="Димитър Минчев" userId="6da192e4-d32c-454b-8615-bbadf07b6639" providerId="ADAL" clId="{656E98DD-8CBC-4DAB-9704-F943A3C3AFA9}" dt="2023-02-22T16:36:08.480" v="893" actId="1076"/>
          <ac:picMkLst>
            <pc:docMk/>
            <pc:sldMk cId="3940716209" sldId="554"/>
            <ac:picMk id="8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656E98DD-8CBC-4DAB-9704-F943A3C3AFA9}" dt="2023-02-22T16:36:32.937" v="904" actId="478"/>
        <pc:sldMkLst>
          <pc:docMk/>
          <pc:sldMk cId="13541187" sldId="555"/>
        </pc:sldMkLst>
        <pc:spChg chg="del">
          <ac:chgData name="Димитър Минчев" userId="6da192e4-d32c-454b-8615-bbadf07b6639" providerId="ADAL" clId="{656E98DD-8CBC-4DAB-9704-F943A3C3AFA9}" dt="2023-02-22T16:36:15.732" v="895" actId="478"/>
          <ac:spMkLst>
            <pc:docMk/>
            <pc:sldMk cId="13541187" sldId="555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656E98DD-8CBC-4DAB-9704-F943A3C3AFA9}" dt="2023-02-22T16:36:17.559" v="896" actId="478"/>
          <ac:spMkLst>
            <pc:docMk/>
            <pc:sldMk cId="13541187" sldId="555"/>
            <ac:spMk id="4" creationId="{96496FEA-F11F-3F35-1231-2459250D136D}"/>
          </ac:spMkLst>
        </pc:spChg>
        <pc:spChg chg="mod">
          <ac:chgData name="Димитър Минчев" userId="6da192e4-d32c-454b-8615-bbadf07b6639" providerId="ADAL" clId="{656E98DD-8CBC-4DAB-9704-F943A3C3AFA9}" dt="2023-02-22T16:36:31.521" v="903" actId="207"/>
          <ac:spMkLst>
            <pc:docMk/>
            <pc:sldMk cId="13541187" sldId="555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36:32.937" v="904" actId="478"/>
          <ac:spMkLst>
            <pc:docMk/>
            <pc:sldMk cId="13541187" sldId="555"/>
            <ac:spMk id="7" creationId="{7E968A41-FAA7-4A29-B72D-4FB3B3791399}"/>
          </ac:spMkLst>
        </pc:spChg>
        <pc:spChg chg="add mod">
          <ac:chgData name="Димитър Минчев" userId="6da192e4-d32c-454b-8615-bbadf07b6639" providerId="ADAL" clId="{656E98DD-8CBC-4DAB-9704-F943A3C3AFA9}" dt="2023-02-22T16:36:20.438" v="898" actId="20577"/>
          <ac:spMkLst>
            <pc:docMk/>
            <pc:sldMk cId="13541187" sldId="555"/>
            <ac:spMk id="8" creationId="{E1B37AA1-240B-6586-FAC4-9140F0ED09B5}"/>
          </ac:spMkLst>
        </pc:spChg>
        <pc:picChg chg="mod">
          <ac:chgData name="Димитър Минчев" userId="6da192e4-d32c-454b-8615-bbadf07b6639" providerId="ADAL" clId="{656E98DD-8CBC-4DAB-9704-F943A3C3AFA9}" dt="2023-02-22T16:36:24.174" v="900" actId="1076"/>
          <ac:picMkLst>
            <pc:docMk/>
            <pc:sldMk cId="13541187" sldId="555"/>
            <ac:picMk id="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656E98DD-8CBC-4DAB-9704-F943A3C3AFA9}" dt="2023-02-22T16:18:24.775" v="530" actId="478"/>
        <pc:sldMkLst>
          <pc:docMk/>
          <pc:sldMk cId="4213888201" sldId="562"/>
        </pc:sldMkLst>
        <pc:spChg chg="mod">
          <ac:chgData name="Димитър Минчев" userId="6da192e4-d32c-454b-8615-bbadf07b6639" providerId="ADAL" clId="{656E98DD-8CBC-4DAB-9704-F943A3C3AFA9}" dt="2023-02-22T16:16:57.893" v="478" actId="2711"/>
          <ac:spMkLst>
            <pc:docMk/>
            <pc:sldMk cId="4213888201" sldId="56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18:22.681" v="529" actId="3626"/>
          <ac:spMkLst>
            <pc:docMk/>
            <pc:sldMk cId="4213888201" sldId="562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18:24.775" v="530" actId="478"/>
          <ac:spMkLst>
            <pc:docMk/>
            <pc:sldMk cId="4213888201" sldId="562"/>
            <ac:spMk id="6" creationId="{1307F431-62A5-4188-BE93-A9BD98EB21FA}"/>
          </ac:spMkLst>
        </pc:spChg>
        <pc:picChg chg="mod">
          <ac:chgData name="Димитър Минчев" userId="6da192e4-d32c-454b-8615-bbadf07b6639" providerId="ADAL" clId="{656E98DD-8CBC-4DAB-9704-F943A3C3AFA9}" dt="2023-02-22T16:18:12.034" v="513" actId="14100"/>
          <ac:picMkLst>
            <pc:docMk/>
            <pc:sldMk cId="4213888201" sldId="562"/>
            <ac:picMk id="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656E98DD-8CBC-4DAB-9704-F943A3C3AFA9}" dt="2023-02-22T16:37:11.935" v="915" actId="478"/>
        <pc:sldMkLst>
          <pc:docMk/>
          <pc:sldMk cId="3690064654" sldId="565"/>
        </pc:sldMkLst>
        <pc:spChg chg="mod">
          <ac:chgData name="Димитър Минчев" userId="6da192e4-d32c-454b-8615-bbadf07b6639" providerId="ADAL" clId="{656E98DD-8CBC-4DAB-9704-F943A3C3AFA9}" dt="2023-02-22T16:36:39.732" v="906" actId="2711"/>
          <ac:spMkLst>
            <pc:docMk/>
            <pc:sldMk cId="3690064654" sldId="56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656E98DD-8CBC-4DAB-9704-F943A3C3AFA9}" dt="2023-02-22T16:37:05.627" v="914" actId="113"/>
          <ac:spMkLst>
            <pc:docMk/>
            <pc:sldMk cId="3690064654" sldId="56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656E98DD-8CBC-4DAB-9704-F943A3C3AFA9}" dt="2023-02-22T16:37:11.935" v="915" actId="478"/>
          <ac:spMkLst>
            <pc:docMk/>
            <pc:sldMk cId="3690064654" sldId="565"/>
            <ac:spMk id="7" creationId="{EBAEAADE-314D-45E0-A1F4-F9A68659535C}"/>
          </ac:spMkLst>
        </pc:spChg>
        <pc:picChg chg="del">
          <ac:chgData name="Димитър Минчев" userId="6da192e4-d32c-454b-8615-bbadf07b6639" providerId="ADAL" clId="{656E98DD-8CBC-4DAB-9704-F943A3C3AFA9}" dt="2023-02-22T16:36:35.935" v="905" actId="478"/>
          <ac:picMkLst>
            <pc:docMk/>
            <pc:sldMk cId="3690064654" sldId="565"/>
            <ac:picMk id="6" creationId="{00000000-0000-0000-0000-000000000000}"/>
          </ac:picMkLst>
        </pc:picChg>
      </pc:sldChg>
      <pc:sldChg chg="modSp mod">
        <pc:chgData name="Димитър Минчев" userId="6da192e4-d32c-454b-8615-bbadf07b6639" providerId="ADAL" clId="{656E98DD-8CBC-4DAB-9704-F943A3C3AFA9}" dt="2023-02-22T15:52:46.280" v="9" actId="15"/>
        <pc:sldMkLst>
          <pc:docMk/>
          <pc:sldMk cId="2385751420" sldId="571"/>
        </pc:sldMkLst>
        <pc:spChg chg="mod">
          <ac:chgData name="Димитър Минчев" userId="6da192e4-d32c-454b-8615-bbadf07b6639" providerId="ADAL" clId="{656E98DD-8CBC-4DAB-9704-F943A3C3AFA9}" dt="2023-02-22T15:52:46.280" v="9" actId="15"/>
          <ac:spMkLst>
            <pc:docMk/>
            <pc:sldMk cId="2385751420" sldId="57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dofactory.com/net/singleton-design-pattern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omfortaa" pitchFamily="2" charset="0"/>
              </a:rPr>
              <a:t>Качествени класове и йерархии от класове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Утвърдени практики за обектно-ориентиран дизайн</a:t>
            </a: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Основни принципи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Специализация, зависимост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Абстракция, капсулиране,</a:t>
            </a:r>
            <a:br>
              <a:rPr lang="ru-RU" sz="2800" dirty="0">
                <a:latin typeface="Comfortaa" pitchFamily="2" charset="0"/>
              </a:rPr>
            </a:br>
            <a:r>
              <a:rPr lang="ru-RU" sz="2800" dirty="0">
                <a:latin typeface="Comfortaa" pitchFamily="2" charset="0"/>
              </a:rPr>
              <a:t>наследяване, полиморфизъм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Висококачествени класове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Коректна употреба на ООП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Клас методи, конструктори, данни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Добра причина за създаването на класа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Типични грешки, които да избягвате в ООП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Специализация (</a:t>
            </a:r>
            <a:r>
              <a:rPr lang="en-US" dirty="0">
                <a:latin typeface="Comfortaa" pitchFamily="2" charset="0"/>
              </a:rPr>
              <a:t>Cohesion)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Специализацията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показва доколко близки са всички процедури в клас или модул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Специализацията трябва да 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висока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Класовете трябва да съдържат силно взаимосвързана функционалност и да се стремят да имат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една-едничка цел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single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mfortaa" pitchFamily="2" charset="0"/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purpose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)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Силната специализация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полезен инструмент за справяне със сложността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Добре дефинираните абстракции водят до силна специализация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Лошите абстракции са с малка специализация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789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 за силна специализация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Класът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System.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Math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Sin()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Cos()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Asin()</a:t>
            </a:r>
          </a:p>
          <a:p>
            <a:pPr lvl="2">
              <a:lnSpc>
                <a:spcPct val="100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Sqrt()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Pow()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Exp()</a:t>
            </a:r>
          </a:p>
          <a:p>
            <a:pPr lvl="2">
              <a:lnSpc>
                <a:spcPct val="100000"/>
              </a:lnSpc>
            </a:pP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Math.PI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, </a:t>
            </a:r>
            <a:r>
              <a:rPr lang="en-US" b="1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Math.E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Силна специализация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93299" y="4093673"/>
            <a:ext cx="10360501" cy="193899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IE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double sideA = 40, sideB = 69;</a:t>
            </a:r>
          </a:p>
          <a:p>
            <a:pPr>
              <a:lnSpc>
                <a:spcPts val="2400"/>
              </a:lnSpc>
            </a:pPr>
            <a:r>
              <a:rPr lang="en-IE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double angleAB = Math.PI / 3;</a:t>
            </a:r>
          </a:p>
          <a:p>
            <a:pPr>
              <a:lnSpc>
                <a:spcPts val="2400"/>
              </a:lnSpc>
            </a:pPr>
            <a:r>
              <a:rPr lang="en-IE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double sideC = Math.Pow(sideA, 2) + Math.Pow(sideB, 2) -</a:t>
            </a:r>
          </a:p>
          <a:p>
            <a:pPr>
              <a:lnSpc>
                <a:spcPts val="2400"/>
              </a:lnSpc>
            </a:pPr>
            <a:r>
              <a:rPr lang="en-IE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2 * sideA * sideB * Math.Cos(angleAB);</a:t>
            </a:r>
          </a:p>
          <a:p>
            <a:pPr>
              <a:lnSpc>
                <a:spcPts val="2400"/>
              </a:lnSpc>
            </a:pPr>
            <a:r>
              <a:rPr lang="en-IE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double sidesSqrtSum = </a:t>
            </a:r>
          </a:p>
          <a:p>
            <a:pPr>
              <a:lnSpc>
                <a:spcPts val="2400"/>
              </a:lnSpc>
            </a:pPr>
            <a:r>
              <a:rPr lang="en-IE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Math.Sqrt(sideA) + Math.Sqrt(sideB) + Math.Sqrt(sideC);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28923" y="4656819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212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578" y="1839892"/>
            <a:ext cx="10442352" cy="45074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Зависимостта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описва доколко здраво клас или процедура е свързана с други класове или процедури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Зависимостта трябва да бъде държана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слаба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Модулите би трябвало да зависят малко един от друг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Всички класове и процедури трябва да имат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Малки, преки, явни и гъвкави връзки с други класове / процедури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Един модул трябва лесно да може да бъде ползван в други модули, без сложни зависимости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Зависимост (</a:t>
            </a:r>
            <a:r>
              <a:rPr lang="en-US" dirty="0">
                <a:latin typeface="Comfortaa" pitchFamily="2" charset="0"/>
              </a:rPr>
              <a:t>Coupling</a:t>
            </a:r>
            <a:r>
              <a:rPr lang="bg-BG" dirty="0">
                <a:latin typeface="Comfortaa" pitchFamily="2" charset="0"/>
              </a:rPr>
              <a:t>)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8E8A8515-CD9B-431A-92A2-ED06F29EA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781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484922" cy="677387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Пример за слаба зависимост 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1042512"/>
            <a:ext cx="10563648" cy="538609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Report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bool LoadFromFile(string fileName) {…}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bool SaveToFile(string fileName) {…}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Printer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static int Print(Report report) {…}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Program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   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static void Main()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Report myReport = new Report();          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myReport.LoadFromFile("C:\\DailyReport.rep");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Printer.Print(myReport);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23864" y="3138821"/>
            <a:ext cx="1065044" cy="1065044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711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539623" cy="650215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Пример за силна зависимост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1074778"/>
            <a:ext cx="10563648" cy="54784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MathParams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static double operand;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static double result;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MathUtil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static void Sqrt()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MathParams.result = CalcSqrt(MathParams.operand);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bg-BG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…</a:t>
            </a:r>
          </a:p>
          <a:p>
            <a:pPr>
              <a:lnSpc>
                <a:spcPts val="2400"/>
              </a:lnSpc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MathParams.operand = 64;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MathUtil.Sqrt();</a:t>
            </a:r>
          </a:p>
          <a:p>
            <a:pPr>
              <a:lnSpc>
                <a:spcPts val="24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Console.WriteLine(MathParams.result);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98082" y="3262151"/>
            <a:ext cx="1085475" cy="1085475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949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328" y="1476501"/>
            <a:ext cx="10917365" cy="496586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Наследяването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способност на класа неявно да получи всички членове на друг-клас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Наследяването е основна концепция в ООП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Класът, чийто методи се наследяват, се нарича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базов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родителски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bg-BG" dirty="0">
                <a:latin typeface="Comfortaa" pitchFamily="2" charset="0"/>
              </a:rPr>
              <a:t>клас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Класът, който получава нова функционалност, се нарича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производен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дъщерен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bg-BG" dirty="0">
                <a:latin typeface="Comfortaa" pitchFamily="2" charset="0"/>
              </a:rPr>
              <a:t>клас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наследяването за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Многократна употреба на повтарящ се код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данни и логика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Опростяване поддръжката на кода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Наследяване (</a:t>
            </a:r>
            <a:r>
              <a:rPr lang="en-US" dirty="0">
                <a:latin typeface="Comfortaa" pitchFamily="2" charset="0"/>
              </a:rPr>
              <a:t>Inheritance)</a:t>
            </a:r>
          </a:p>
        </p:txBody>
      </p:sp>
    </p:spTree>
    <p:extLst>
      <p:ext uri="{BB962C8B-B14F-4D97-AF65-F5344CB8AC3E}">
        <p14:creationId xmlns:p14="http://schemas.microsoft.com/office/powerpoint/2010/main" val="179674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Полиморфизмът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основна концепция в ООП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Способността да работим с обекти от даден клас както с екземпляри от неговия базов клас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 извикване на функционалност, скрита зад абстракция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Полиморфизмът позволява да създадем йерархии с по-стойностна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логическа структура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Полиморфизмът е подход, позволяващ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многократната употреба на кода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Общата логика се изнася в базовия клас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Специфичната логика се реализира в производния клас в презаписан метод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Полиморфизъм (</a:t>
            </a:r>
            <a:r>
              <a:rPr lang="en-US" dirty="0">
                <a:latin typeface="Comfortaa" pitchFamily="2" charset="0"/>
              </a:rPr>
              <a:t>Polymorphism)</a:t>
            </a:r>
          </a:p>
        </p:txBody>
      </p:sp>
    </p:spTree>
    <p:extLst>
      <p:ext uri="{BB962C8B-B14F-4D97-AF65-F5344CB8AC3E}">
        <p14:creationId xmlns:p14="http://schemas.microsoft.com/office/powerpoint/2010/main" val="2878537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В</a:t>
            </a:r>
            <a:r>
              <a:rPr lang="en-US" sz="3200" dirty="0">
                <a:latin typeface="Comfortaa" pitchFamily="2" charset="0"/>
              </a:rPr>
              <a:t> C# </a:t>
            </a:r>
            <a:r>
              <a:rPr lang="bg-BG" sz="3200" dirty="0">
                <a:latin typeface="Comfortaa" pitchFamily="2" charset="0"/>
              </a:rPr>
              <a:t>полиморфизмът се реализира чрез</a:t>
            </a:r>
            <a:r>
              <a:rPr lang="en-US" sz="32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sz="28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Виртуални</a:t>
            </a:r>
            <a:r>
              <a:rPr lang="bg-BG" sz="28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800" dirty="0">
                <a:latin typeface="Comfortaa" pitchFamily="2" charset="0"/>
              </a:rPr>
              <a:t>методи</a:t>
            </a:r>
            <a:r>
              <a:rPr lang="en-US" sz="2800" dirty="0">
                <a:latin typeface="Comfortaa" pitchFamily="2" charset="0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bg-BG" sz="28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Абстрактни</a:t>
            </a:r>
            <a:r>
              <a:rPr lang="bg-BG" sz="28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800" dirty="0">
                <a:latin typeface="Comfortaa" pitchFamily="2" charset="0"/>
              </a:rPr>
              <a:t>методи</a:t>
            </a:r>
            <a:endParaRPr lang="en-US" sz="28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8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Интерфейси</a:t>
            </a:r>
            <a:endParaRPr lang="en-US" sz="2800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override</a:t>
            </a:r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презаписва виртуален метод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Полиморфизъм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572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22" y="1"/>
            <a:ext cx="10157354" cy="107903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Пример за полиморфизъм 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17324" y="1079034"/>
            <a:ext cx="10157354" cy="527926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IE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Person </a:t>
            </a:r>
          </a:p>
          <a:p>
            <a:pPr>
              <a:lnSpc>
                <a:spcPct val="80000"/>
              </a:lnSpc>
            </a:pPr>
            <a:r>
              <a:rPr lang="en-IE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virtual void PrintName() 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Console.Write("I am </a:t>
            </a: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person.");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8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</a:t>
            </a: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Trainer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: Person</a:t>
            </a:r>
          </a:p>
          <a:p>
            <a:pPr>
              <a:lnSpc>
                <a:spcPct val="8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override void PrintName() 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Console.Write(</a:t>
            </a:r>
          </a:p>
          <a:p>
            <a:pPr>
              <a:lnSpc>
                <a:spcPct val="8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"I am a </a:t>
            </a: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trainer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. " + base.PrintName());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8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Student : Person</a:t>
            </a:r>
          </a:p>
          <a:p>
            <a:pPr>
              <a:lnSpc>
                <a:spcPct val="8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override void PrintName() 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Console.WriteLine("I am a student.");</a:t>
            </a:r>
          </a:p>
          <a:p>
            <a:pPr>
              <a:lnSpc>
                <a:spcPct val="80000"/>
              </a:lnSpc>
            </a:pPr>
            <a:r>
              <a:rPr lang="en-US" b="1" dirty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80000"/>
              </a:lnSpc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21463" y="3312317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54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Представяне на последователно ниво на абстракция в договора за клас (публично видими членове)</a:t>
            </a:r>
          </a:p>
          <a:p>
            <a:pPr lvl="1"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Каква абстракция прилага класът?</a:t>
            </a:r>
          </a:p>
          <a:p>
            <a:pPr lvl="1"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Представлява ли само едно нещо?</a:t>
            </a:r>
          </a:p>
          <a:p>
            <a:pPr lvl="1"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Името на класа описва ли добре неговата цел?</a:t>
            </a:r>
          </a:p>
          <a:p>
            <a:pPr lvl="1"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Класът определя ли ясен и лесен за разбиране публичен интерфейс?</a:t>
            </a:r>
          </a:p>
          <a:p>
            <a:pPr lvl="1"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Класът крие ли всички подробности за изпълнението си?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363" y="550980"/>
            <a:ext cx="10515600" cy="1110780"/>
          </a:xfrm>
        </p:spPr>
        <p:txBody>
          <a:bodyPr/>
          <a:lstStyle/>
          <a:p>
            <a:r>
              <a:rPr lang="bg-BG" sz="3700" dirty="0">
                <a:latin typeface="Comfortaa" pitchFamily="2" charset="0"/>
              </a:rPr>
              <a:t>Висококачествени класове: Абстракция (</a:t>
            </a:r>
            <a:r>
              <a:rPr lang="en-US" sz="3700" dirty="0">
                <a:latin typeface="Comfortaa" pitchFamily="2" charset="0"/>
              </a:rPr>
              <a:t>Abstraction)</a:t>
            </a:r>
          </a:p>
        </p:txBody>
      </p:sp>
    </p:spTree>
    <p:extLst>
      <p:ext uri="{BB962C8B-B14F-4D97-AF65-F5344CB8AC3E}">
        <p14:creationId xmlns:p14="http://schemas.microsoft.com/office/powerpoint/2010/main" val="2843239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91193"/>
            <a:ext cx="10563647" cy="77308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Пример за добра абстракция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1066800"/>
            <a:ext cx="10563648" cy="540821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Font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public string Name { get; set; }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public float SizeInPoints { get; set; }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public FontStyle Style { get; set; }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public Font(string name, float sizeInPoints, FontStyle style)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{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this.Name = name;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this.SizeInPoints = sizeInPoints;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this.Style = style;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public void DrawString(DrawingSurface surface, 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 str, int x, int y) { 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…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}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public Size MeasureString(string str) { </a:t>
            </a:r>
            <a:r>
              <a:rPr lang="bg-BG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…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}</a:t>
            </a:r>
          </a:p>
          <a:p>
            <a:pPr>
              <a:lnSpc>
                <a:spcPct val="105000"/>
              </a:lnSpc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29869" y="3429000"/>
            <a:ext cx="812699" cy="8126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3343860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30" y="253649"/>
            <a:ext cx="10742773" cy="883687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Пример за лоша абстракция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11030" y="1248812"/>
            <a:ext cx="10969943" cy="515198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Program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string title;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int size;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Color color;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InitializeCommandStack();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PushCommand(Command command);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Command PopCommand();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ShutdownCommandStack();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InitializeReportFormatting();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FormatReport(Report report);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PrintReport(Report report);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InitializeGlobalData();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ShutdownGlobalData();</a:t>
            </a:r>
          </a:p>
          <a:p>
            <a:pPr>
              <a:lnSpc>
                <a:spcPct val="110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4979201" y="1474305"/>
            <a:ext cx="5002999" cy="1358458"/>
          </a:xfrm>
          <a:prstGeom prst="wedgeRoundRectCallout">
            <a:avLst>
              <a:gd name="adj1" fmla="val -73628"/>
              <a:gd name="adj2" fmla="val -4440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Този клас наистина ли представя</a:t>
            </a:r>
            <a:r>
              <a:rPr lang="en-US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„</a:t>
            </a:r>
            <a: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програма</a:t>
            </a:r>
            <a:r>
              <a:rPr lang="en-US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"? </a:t>
            </a:r>
            <a: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Това име добро ли е</a:t>
            </a:r>
            <a:r>
              <a:rPr lang="en-US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?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7772400" y="4953001"/>
            <a:ext cx="3453580" cy="953453"/>
          </a:xfrm>
          <a:prstGeom prst="wedgeRoundRectCallout">
            <a:avLst>
              <a:gd name="adj1" fmla="val -69981"/>
              <a:gd name="adj2" fmla="val -3058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Този клас дали има една-едничка цел</a:t>
            </a:r>
            <a:r>
              <a:rPr lang="en-US" sz="2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?</a:t>
            </a:r>
          </a:p>
        </p:txBody>
      </p:sp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42419" y="3257574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1918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6571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Дефинирайте операциите заедно с техните противоположности, напр. </a:t>
            </a:r>
            <a:r>
              <a:rPr lang="ru-RU" b="1" dirty="0">
                <a:solidFill>
                  <a:srgbClr val="00B0F0"/>
                </a:solidFill>
                <a:latin typeface="Comfortaa" pitchFamily="2" charset="0"/>
              </a:rPr>
              <a:t>Open</a:t>
            </a:r>
            <a:r>
              <a:rPr lang="ru-RU" dirty="0">
                <a:latin typeface="Comfortaa" pitchFamily="2" charset="0"/>
              </a:rPr>
              <a:t>() и </a:t>
            </a:r>
            <a:r>
              <a:rPr lang="ru-RU" b="1" dirty="0">
                <a:solidFill>
                  <a:srgbClr val="00B0F0"/>
                </a:solidFill>
                <a:latin typeface="Comfortaa" pitchFamily="2" charset="0"/>
              </a:rPr>
              <a:t>Close</a:t>
            </a:r>
            <a:r>
              <a:rPr lang="ru-RU" dirty="0">
                <a:latin typeface="Comfortaa" pitchFamily="2" charset="0"/>
              </a:rPr>
              <a:t>()</a:t>
            </a:r>
          </a:p>
          <a:p>
            <a:pPr lvl="1">
              <a:lnSpc>
                <a:spcPct val="100000"/>
              </a:lnSpc>
            </a:pPr>
            <a:r>
              <a:rPr lang="ru-RU" sz="2200" dirty="0">
                <a:latin typeface="Comfortaa" pitchFamily="2" charset="0"/>
              </a:rPr>
              <a:t>Преместете несвързани методи в друг клас, напр. В клас </a:t>
            </a:r>
            <a:r>
              <a:rPr lang="ru-RU" sz="2200" b="1" dirty="0">
                <a:solidFill>
                  <a:srgbClr val="00B0F0"/>
                </a:solidFill>
                <a:latin typeface="Comfortaa" pitchFamily="2" charset="0"/>
              </a:rPr>
              <a:t>Employee</a:t>
            </a:r>
            <a:r>
              <a:rPr lang="ru-RU" sz="2200" dirty="0">
                <a:latin typeface="Comfortaa" pitchFamily="2" charset="0"/>
              </a:rPr>
              <a:t>, ако трябва да изчислите възрастта по дадена дата </a:t>
            </a:r>
            <a:r>
              <a:rPr lang="ru-RU" sz="2200" b="1" dirty="0">
                <a:solidFill>
                  <a:srgbClr val="00B0F0"/>
                </a:solidFill>
                <a:latin typeface="Comfortaa" pitchFamily="2" charset="0"/>
              </a:rPr>
              <a:t>DateOfBirth</a:t>
            </a:r>
          </a:p>
          <a:p>
            <a:pPr lvl="1">
              <a:lnSpc>
                <a:spcPct val="100000"/>
              </a:lnSpc>
            </a:pPr>
            <a:r>
              <a:rPr lang="ru-RU" sz="2200" dirty="0">
                <a:latin typeface="Comfortaa" pitchFamily="2" charset="0"/>
              </a:rPr>
              <a:t>Създайте статичен метод </a:t>
            </a:r>
            <a:r>
              <a:rPr lang="ru-RU" sz="2200" b="1" dirty="0">
                <a:solidFill>
                  <a:srgbClr val="00B0F0"/>
                </a:solidFill>
                <a:latin typeface="Comfortaa" pitchFamily="2" charset="0"/>
              </a:rPr>
              <a:t>CalcAgeByBirthDate</a:t>
            </a:r>
            <a:r>
              <a:rPr lang="ru-RU" sz="2200" dirty="0">
                <a:latin typeface="Comfortaa" pitchFamily="2" charset="0"/>
              </a:rPr>
              <a:t>(…) в отделен клас </a:t>
            </a:r>
            <a:r>
              <a:rPr lang="ru-RU" sz="2200" b="1" dirty="0">
                <a:solidFill>
                  <a:srgbClr val="00B0F0"/>
                </a:solidFill>
                <a:latin typeface="Comfortaa" pitchFamily="2" charset="0"/>
              </a:rPr>
              <a:t>DateUtils</a:t>
            </a:r>
          </a:p>
          <a:p>
            <a:pPr lvl="1">
              <a:lnSpc>
                <a:spcPct val="100000"/>
              </a:lnSpc>
            </a:pPr>
            <a:r>
              <a:rPr lang="ru-RU" sz="2200" dirty="0">
                <a:latin typeface="Comfortaa" pitchFamily="2" charset="0"/>
              </a:rPr>
              <a:t>Групирайте свързани методи в един клас</a:t>
            </a:r>
          </a:p>
          <a:p>
            <a:pPr lvl="1">
              <a:lnSpc>
                <a:spcPct val="100000"/>
              </a:lnSpc>
            </a:pPr>
            <a:r>
              <a:rPr lang="ru-RU" sz="2200" dirty="0">
                <a:latin typeface="Comfortaa" pitchFamily="2" charset="0"/>
              </a:rPr>
              <a:t>Името на класа отговаря ли на съдържанието на класа?</a:t>
            </a:r>
            <a:endParaRPr lang="en-US" sz="22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6071"/>
            <a:ext cx="11098876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Постигане на добра абстракция </a:t>
            </a:r>
            <a:r>
              <a:rPr lang="en-US" sz="4000" dirty="0">
                <a:latin typeface="Comfortaa" pitchFamily="2" charset="0"/>
              </a:rPr>
              <a:t>[1/2]</a:t>
            </a:r>
          </a:p>
        </p:txBody>
      </p:sp>
    </p:spTree>
    <p:extLst>
      <p:ext uri="{BB962C8B-B14F-4D97-AF65-F5344CB8AC3E}">
        <p14:creationId xmlns:p14="http://schemas.microsoft.com/office/powerpoint/2010/main" val="3657157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400" dirty="0">
                <a:latin typeface="Comfortaa" pitchFamily="2" charset="0"/>
              </a:rPr>
              <a:t>Пазете се от нарушаване на абстракцията на интерфейса поради еволюция на кода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ru-RU" sz="2000" dirty="0">
                <a:latin typeface="Comfortaa" pitchFamily="2" charset="0"/>
              </a:rPr>
              <a:t>Не добавяйте публични членове, несъвместими с абстракцията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Нап</a:t>
            </a:r>
            <a:r>
              <a:rPr lang="ru-RU" sz="2000" dirty="0">
                <a:latin typeface="Comfortaa" pitchFamily="2" charset="0"/>
              </a:rPr>
              <a:t>ример: в клас, наречен </a:t>
            </a:r>
            <a:r>
              <a:rPr lang="ru-RU" sz="2000" b="1" dirty="0">
                <a:solidFill>
                  <a:srgbClr val="00B0F0"/>
                </a:solidFill>
                <a:latin typeface="Comfortaa" pitchFamily="2" charset="0"/>
              </a:rPr>
              <a:t>Employee</a:t>
            </a:r>
            <a:r>
              <a:rPr lang="ru-RU" sz="2000" dirty="0">
                <a:latin typeface="Comfortaa" pitchFamily="2" charset="0"/>
              </a:rPr>
              <a:t>, по някое време добавяме метод за достъп до DB с SQL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200" y="4027945"/>
            <a:ext cx="10563648" cy="20313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Employee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string FirstName { get; set;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string LastName; { get; set;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…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SqlCommand FindByPrimaryKeySqlCommand(int id);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98241" y="4647332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13D3678-B91B-0FDE-9CF4-B185A5B52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6071"/>
            <a:ext cx="11098876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Постигане на добра абстракция </a:t>
            </a:r>
            <a:r>
              <a:rPr lang="en-US" sz="4000" dirty="0">
                <a:latin typeface="Comfortaa" pitchFamily="2" charset="0"/>
              </a:rPr>
              <a:t>[2/2]</a:t>
            </a:r>
          </a:p>
        </p:txBody>
      </p:sp>
    </p:spTree>
    <p:extLst>
      <p:ext uri="{BB962C8B-B14F-4D97-AF65-F5344CB8AC3E}">
        <p14:creationId xmlns:p14="http://schemas.microsoft.com/office/powerpoint/2010/main" val="29710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3800" dirty="0">
                <a:latin typeface="Comfortaa" pitchFamily="2" charset="0"/>
              </a:rPr>
              <a:t>Капсулиране (</a:t>
            </a:r>
            <a:r>
              <a:rPr lang="en-US" sz="3800" dirty="0">
                <a:latin typeface="Comfortaa" pitchFamily="2" charset="0"/>
              </a:rPr>
              <a:t>Encapsulation)</a:t>
            </a:r>
            <a:r>
              <a:rPr lang="bg-BG" sz="3800" dirty="0">
                <a:latin typeface="Comfortaa" pitchFamily="2" charset="0"/>
              </a:rPr>
              <a:t> </a:t>
            </a:r>
            <a:r>
              <a:rPr lang="en-US" sz="3800" dirty="0">
                <a:latin typeface="Comfortaa" pitchFamily="2" charset="0"/>
              </a:rPr>
              <a:t>[</a:t>
            </a:r>
            <a:r>
              <a:rPr lang="bg-BG" sz="3800" dirty="0">
                <a:latin typeface="Comfortaa" pitchFamily="2" charset="0"/>
              </a:rPr>
              <a:t>1/</a:t>
            </a:r>
            <a:r>
              <a:rPr lang="en-US" sz="3800" dirty="0">
                <a:latin typeface="Comfortaa" pitchFamily="2" charset="0"/>
              </a:rPr>
              <a:t>3]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A544F9-F330-8D3F-9194-38674C2AE026}"/>
              </a:ext>
            </a:extLst>
          </p:cNvPr>
          <p:cNvSpPr txBox="1"/>
          <p:nvPr/>
        </p:nvSpPr>
        <p:spPr>
          <a:xfrm>
            <a:off x="838199" y="1704975"/>
            <a:ext cx="10515599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mfortaa" pitchFamily="2" charset="0"/>
              </a:rPr>
              <a:t>Минимизирайте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видимостта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на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класове</a:t>
            </a:r>
            <a:r>
              <a:rPr lang="en-US" sz="2400" dirty="0">
                <a:latin typeface="Comfortaa" pitchFamily="2" charset="0"/>
              </a:rPr>
              <a:t> и </a:t>
            </a:r>
            <a:r>
              <a:rPr lang="en-US" sz="2400" dirty="0" err="1">
                <a:latin typeface="Comfortaa" pitchFamily="2" charset="0"/>
              </a:rPr>
              <a:t>членове</a:t>
            </a:r>
            <a:endParaRPr lang="bg-BG" sz="2400" dirty="0">
              <a:latin typeface="Comforta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mfortaa" pitchFamily="2" charset="0"/>
              </a:rPr>
              <a:t>В C# </a:t>
            </a:r>
            <a:r>
              <a:rPr lang="en-US" sz="2000" dirty="0" err="1">
                <a:latin typeface="Comfortaa" pitchFamily="2" charset="0"/>
              </a:rPr>
              <a:t>започнете</a:t>
            </a:r>
            <a:r>
              <a:rPr lang="en-US" sz="2000" dirty="0">
                <a:latin typeface="Comfortaa" pitchFamily="2" charset="0"/>
              </a:rPr>
              <a:t> от private и </a:t>
            </a:r>
            <a:r>
              <a:rPr lang="en-US" sz="2000" dirty="0" err="1">
                <a:latin typeface="Comfortaa" pitchFamily="2" charset="0"/>
              </a:rPr>
              <a:t>преминете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към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internal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protected</a:t>
            </a:r>
            <a:r>
              <a:rPr lang="en-US" sz="2000" dirty="0">
                <a:latin typeface="Comfortaa" pitchFamily="2" charset="0"/>
              </a:rPr>
              <a:t> и 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public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en-US" sz="2000" dirty="0" err="1">
                <a:latin typeface="Comfortaa" pitchFamily="2" charset="0"/>
              </a:rPr>
              <a:t>ако</a:t>
            </a:r>
            <a:r>
              <a:rPr lang="en-US" sz="2000" dirty="0">
                <a:latin typeface="Comfortaa" pitchFamily="2" charset="0"/>
              </a:rPr>
              <a:t> е </a:t>
            </a:r>
            <a:r>
              <a:rPr lang="en-US" sz="2000" dirty="0" err="1">
                <a:latin typeface="Comfortaa" pitchFamily="2" charset="0"/>
              </a:rPr>
              <a:t>необходимо</a:t>
            </a:r>
            <a:endParaRPr lang="bg-BG" sz="2000" dirty="0">
              <a:latin typeface="Comforta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mfortaa" pitchFamily="2" charset="0"/>
              </a:rPr>
              <a:t>Класовете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трябва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да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скрият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подробностите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за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тяхното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изпълнение</a:t>
            </a:r>
            <a:endParaRPr lang="bg-BG" sz="2400" dirty="0">
              <a:latin typeface="Comforta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mfortaa" pitchFamily="2" charset="0"/>
              </a:rPr>
              <a:t>Принцип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en-US" sz="2000" dirty="0" err="1">
                <a:latin typeface="Comfortaa" pitchFamily="2" charset="0"/>
              </a:rPr>
              <a:t>наречен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капсулиране</a:t>
            </a:r>
            <a:r>
              <a:rPr lang="en-US" sz="2000" dirty="0">
                <a:latin typeface="Comfortaa" pitchFamily="2" charset="0"/>
              </a:rPr>
              <a:t> в ООП</a:t>
            </a:r>
            <a:endParaRPr lang="bg-BG" sz="2000" dirty="0">
              <a:latin typeface="Comforta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mfortaa" pitchFamily="2" charset="0"/>
              </a:rPr>
              <a:t>Всичко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en-US" sz="2000" dirty="0" err="1">
                <a:latin typeface="Comfortaa" pitchFamily="2" charset="0"/>
              </a:rPr>
              <a:t>което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не</a:t>
            </a:r>
            <a:r>
              <a:rPr lang="en-US" sz="2000" dirty="0">
                <a:latin typeface="Comfortaa" pitchFamily="2" charset="0"/>
              </a:rPr>
              <a:t> е </a:t>
            </a:r>
            <a:r>
              <a:rPr lang="en-US" sz="2000" dirty="0" err="1">
                <a:latin typeface="Comfortaa" pitchFamily="2" charset="0"/>
              </a:rPr>
              <a:t>част</a:t>
            </a:r>
            <a:r>
              <a:rPr lang="en-US" sz="2000" dirty="0">
                <a:latin typeface="Comfortaa" pitchFamily="2" charset="0"/>
              </a:rPr>
              <a:t> от </a:t>
            </a:r>
            <a:r>
              <a:rPr lang="en-US" sz="2000" dirty="0" err="1">
                <a:latin typeface="Comfortaa" pitchFamily="2" charset="0"/>
              </a:rPr>
              <a:t>интерфейса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на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класа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en-US" sz="2000" dirty="0" err="1">
                <a:latin typeface="Comfortaa" pitchFamily="2" charset="0"/>
              </a:rPr>
              <a:t>трябва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да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бъде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обявено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за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частно</a:t>
            </a:r>
            <a:endParaRPr lang="bg-BG" sz="2000" dirty="0">
              <a:latin typeface="Comforta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mfortaa" pitchFamily="2" charset="0"/>
              </a:rPr>
              <a:t>Класове</a:t>
            </a:r>
            <a:r>
              <a:rPr lang="en-US" sz="2000" dirty="0">
                <a:latin typeface="Comfortaa" pitchFamily="2" charset="0"/>
              </a:rPr>
              <a:t> с </a:t>
            </a:r>
            <a:r>
              <a:rPr lang="en-US" sz="2000" dirty="0" err="1">
                <a:latin typeface="Comfortaa" pitchFamily="2" charset="0"/>
              </a:rPr>
              <a:t>добри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капсулирани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класове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са</a:t>
            </a:r>
            <a:r>
              <a:rPr lang="en-US" sz="2000" dirty="0">
                <a:latin typeface="Comfortaa" pitchFamily="2" charset="0"/>
              </a:rPr>
              <a:t>: </a:t>
            </a:r>
            <a:r>
              <a:rPr lang="en-US" sz="2000" dirty="0" err="1">
                <a:latin typeface="Comfortaa" pitchFamily="2" charset="0"/>
              </a:rPr>
              <a:t>по-малко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сложни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en-US" sz="2000" dirty="0" err="1">
                <a:latin typeface="Comfortaa" pitchFamily="2" charset="0"/>
              </a:rPr>
              <a:t>по-лесни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за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поддръжка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en-US" sz="2000" dirty="0" err="1">
                <a:latin typeface="Comfortaa" pitchFamily="2" charset="0"/>
              </a:rPr>
              <a:t>по-свободно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свързани</a:t>
            </a:r>
            <a:endParaRPr lang="bg-BG" sz="2000" dirty="0">
              <a:latin typeface="Comforta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mfortaa" pitchFamily="2" charset="0"/>
              </a:rPr>
              <a:t>Класовете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трябва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да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поддържат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състоянието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си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чисто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 да 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хвърлят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изключение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en-US" sz="2400" dirty="0" err="1">
                <a:latin typeface="Comfortaa" pitchFamily="2" charset="0"/>
              </a:rPr>
              <a:t>ако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се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присвояват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невалидни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данни</a:t>
            </a:r>
            <a:endParaRPr lang="en-US" sz="24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870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4583FEA-3790-6C9A-0A75-7F2E0B99B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sz="3800" dirty="0">
                <a:latin typeface="Comfortaa" pitchFamily="2" charset="0"/>
              </a:rPr>
              <a:t>Капсулиране (</a:t>
            </a:r>
            <a:r>
              <a:rPr lang="en-US" sz="3800" dirty="0">
                <a:latin typeface="Comfortaa" pitchFamily="2" charset="0"/>
              </a:rPr>
              <a:t>Encapsulation)</a:t>
            </a:r>
            <a:r>
              <a:rPr lang="bg-BG" sz="3800" dirty="0">
                <a:latin typeface="Comfortaa" pitchFamily="2" charset="0"/>
              </a:rPr>
              <a:t> </a:t>
            </a:r>
            <a:r>
              <a:rPr lang="en-US" sz="3800" dirty="0">
                <a:latin typeface="Comfortaa" pitchFamily="2" charset="0"/>
              </a:rPr>
              <a:t>[2</a:t>
            </a:r>
            <a:r>
              <a:rPr lang="bg-BG" sz="3800" dirty="0">
                <a:latin typeface="Comfortaa" pitchFamily="2" charset="0"/>
              </a:rPr>
              <a:t>/</a:t>
            </a:r>
            <a:r>
              <a:rPr lang="en-US" sz="3800" dirty="0">
                <a:latin typeface="Comfortaa" pitchFamily="2" charset="0"/>
              </a:rPr>
              <a:t>3]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B9C17C-B797-0BF6-1C3A-019D92764342}"/>
              </a:ext>
            </a:extLst>
          </p:cNvPr>
          <p:cNvSpPr txBox="1"/>
          <p:nvPr/>
        </p:nvSpPr>
        <p:spPr>
          <a:xfrm>
            <a:off x="838199" y="1581241"/>
            <a:ext cx="1051559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mfortaa" pitchFamily="2" charset="0"/>
              </a:rPr>
              <a:t>Никога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не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декларирайте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полета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за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публични</a:t>
            </a:r>
            <a:r>
              <a:rPr lang="en-US" sz="2400" dirty="0">
                <a:latin typeface="Comfortaa" pitchFamily="2" charset="0"/>
              </a:rPr>
              <a:t> (с </a:t>
            </a:r>
            <a:r>
              <a:rPr lang="en-US" sz="2400" dirty="0" err="1">
                <a:latin typeface="Comfortaa" pitchFamily="2" charset="0"/>
              </a:rPr>
              <a:t>изключение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на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константи</a:t>
            </a:r>
            <a:r>
              <a:rPr lang="en-US" sz="2400" dirty="0">
                <a:latin typeface="Comfortaa" pitchFamily="2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mfortaa" pitchFamily="2" charset="0"/>
              </a:rPr>
              <a:t>Използвайте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свойства</a:t>
            </a:r>
            <a:r>
              <a:rPr lang="en-US" sz="2000" dirty="0">
                <a:latin typeface="Comfortaa" pitchFamily="2" charset="0"/>
              </a:rPr>
              <a:t> / </a:t>
            </a:r>
            <a:r>
              <a:rPr lang="en-US" sz="2000" dirty="0" err="1">
                <a:latin typeface="Comfortaa" pitchFamily="2" charset="0"/>
              </a:rPr>
              <a:t>методи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за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достъп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до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полетата</a:t>
            </a:r>
            <a:endParaRPr lang="en-US" sz="2000" dirty="0">
              <a:latin typeface="Comforta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mfortaa" pitchFamily="2" charset="0"/>
              </a:rPr>
              <a:t>Не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поставяйте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частни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подробности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за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изпълнението</a:t>
            </a:r>
            <a:r>
              <a:rPr lang="en-US" sz="2400" dirty="0">
                <a:latin typeface="Comfortaa" pitchFamily="2" charset="0"/>
              </a:rPr>
              <a:t> в </a:t>
            </a:r>
            <a:r>
              <a:rPr lang="en-US" sz="2400" dirty="0" err="1">
                <a:latin typeface="Comfortaa" pitchFamily="2" charset="0"/>
              </a:rPr>
              <a:t>публичния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интерфейс</a:t>
            </a:r>
            <a:endParaRPr lang="en-US" sz="2400" dirty="0">
              <a:latin typeface="Comforta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mfortaa" pitchFamily="2" charset="0"/>
              </a:rPr>
              <a:t>Всички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публични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членове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трябва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да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са</a:t>
            </a:r>
            <a:r>
              <a:rPr lang="en-US" sz="2000" dirty="0">
                <a:latin typeface="Comfortaa" pitchFamily="2" charset="0"/>
              </a:rPr>
              <a:t> в </a:t>
            </a:r>
            <a:r>
              <a:rPr lang="en-US" sz="2000" dirty="0" err="1">
                <a:latin typeface="Comfortaa" pitchFamily="2" charset="0"/>
              </a:rPr>
              <a:t>съответствие</a:t>
            </a:r>
            <a:r>
              <a:rPr lang="en-US" sz="2000" dirty="0">
                <a:latin typeface="Comfortaa" pitchFamily="2" charset="0"/>
              </a:rPr>
              <a:t> с </a:t>
            </a:r>
            <a:r>
              <a:rPr lang="en-US" sz="2000" dirty="0" err="1">
                <a:latin typeface="Comfortaa" pitchFamily="2" charset="0"/>
              </a:rPr>
              <a:t>абстракцията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en-US" sz="2000" dirty="0" err="1">
                <a:latin typeface="Comfortaa" pitchFamily="2" charset="0"/>
              </a:rPr>
              <a:t>представена</a:t>
            </a:r>
            <a:r>
              <a:rPr lang="en-US" sz="2000" dirty="0">
                <a:latin typeface="Comfortaa" pitchFamily="2" charset="0"/>
              </a:rPr>
              <a:t> от </a:t>
            </a:r>
            <a:r>
              <a:rPr lang="en-US" sz="2000" dirty="0" err="1">
                <a:latin typeface="Comfortaa" pitchFamily="2" charset="0"/>
              </a:rPr>
              <a:t>класа</a:t>
            </a:r>
            <a:endParaRPr lang="en-US" sz="2000" dirty="0">
              <a:latin typeface="Comforta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mfortaa" pitchFamily="2" charset="0"/>
              </a:rPr>
              <a:t>Не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правете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метод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публичен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само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защото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извиква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само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публични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методи</a:t>
            </a:r>
            <a:endParaRPr lang="en-US" sz="2400" dirty="0">
              <a:latin typeface="Comforta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mfortaa" pitchFamily="2" charset="0"/>
              </a:rPr>
              <a:t>Не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правете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предположения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за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това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как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класът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ще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бъде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използван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или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няма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да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бъде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използван</a:t>
            </a:r>
            <a:endParaRPr lang="en-US" sz="24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012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44894" y="3440568"/>
            <a:ext cx="796759" cy="750125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44894" y="4811615"/>
            <a:ext cx="796759" cy="750125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8248CE4-7ADD-2F8F-9F01-B9C6E9A5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sz="3800" dirty="0">
                <a:latin typeface="Comfortaa" pitchFamily="2" charset="0"/>
              </a:rPr>
              <a:t>Капсулиране (</a:t>
            </a:r>
            <a:r>
              <a:rPr lang="en-US" sz="3800" dirty="0">
                <a:latin typeface="Comfortaa" pitchFamily="2" charset="0"/>
              </a:rPr>
              <a:t>Encapsulation)</a:t>
            </a:r>
            <a:r>
              <a:rPr lang="bg-BG" sz="3800" dirty="0">
                <a:latin typeface="Comfortaa" pitchFamily="2" charset="0"/>
              </a:rPr>
              <a:t> </a:t>
            </a:r>
            <a:r>
              <a:rPr lang="en-US" sz="3800" dirty="0">
                <a:latin typeface="Comfortaa" pitchFamily="2" charset="0"/>
              </a:rPr>
              <a:t>[3</a:t>
            </a:r>
            <a:r>
              <a:rPr lang="bg-BG" sz="3800" dirty="0">
                <a:latin typeface="Comfortaa" pitchFamily="2" charset="0"/>
              </a:rPr>
              <a:t>/</a:t>
            </a:r>
            <a:r>
              <a:rPr lang="en-US" sz="3800" dirty="0">
                <a:latin typeface="Comfortaa" pitchFamily="2" charset="0"/>
              </a:rPr>
              <a:t>3]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0B82F6-1004-8523-FB1A-E7F0854E61F9}"/>
              </a:ext>
            </a:extLst>
          </p:cNvPr>
          <p:cNvSpPr txBox="1"/>
          <p:nvPr/>
        </p:nvSpPr>
        <p:spPr>
          <a:xfrm>
            <a:off x="838200" y="2022310"/>
            <a:ext cx="992958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Comfortaa" pitchFamily="2" charset="0"/>
              </a:rPr>
              <a:t>Не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en-US" sz="2800" dirty="0" err="1">
                <a:latin typeface="Comfortaa" pitchFamily="2" charset="0"/>
              </a:rPr>
              <a:t>нарушавайте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en-US" sz="2800" dirty="0" err="1">
                <a:latin typeface="Comfortaa" pitchFamily="2" charset="0"/>
              </a:rPr>
              <a:t>семантично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en-US" sz="2800" dirty="0" err="1">
                <a:latin typeface="Comfortaa" pitchFamily="2" charset="0"/>
              </a:rPr>
              <a:t>капсулирането</a:t>
            </a:r>
            <a:r>
              <a:rPr lang="en-US" sz="2800" dirty="0">
                <a:latin typeface="Comfortaa" pitchFamily="2" charset="0"/>
              </a:rPr>
              <a:t>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mfortaa" pitchFamily="2" charset="0"/>
              </a:rPr>
              <a:t>Не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разчитайте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на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недокументирано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вътрешно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поведение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или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странични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ефекти</a:t>
            </a:r>
            <a:endParaRPr lang="en-US" sz="2400" dirty="0">
              <a:latin typeface="Comforta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mfortaa" pitchFamily="2" charset="0"/>
              </a:rPr>
              <a:t>Грешен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пример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mfortaa" pitchFamily="2" charset="0"/>
              </a:rPr>
              <a:t>Пропуснете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извикването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на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</a:rPr>
              <a:t>ConnectToDB</a:t>
            </a:r>
            <a:r>
              <a:rPr lang="en-US" sz="2000" dirty="0">
                <a:latin typeface="Comfortaa" pitchFamily="2" charset="0"/>
              </a:rPr>
              <a:t>(), </a:t>
            </a:r>
            <a:r>
              <a:rPr lang="en-US" sz="2000" dirty="0" err="1">
                <a:latin typeface="Comfortaa" pitchFamily="2" charset="0"/>
              </a:rPr>
              <a:t>защото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току-що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извикахте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</a:rPr>
              <a:t>FindEmployeeById</a:t>
            </a:r>
            <a:r>
              <a:rPr lang="en-US" sz="2000" dirty="0">
                <a:latin typeface="Comfortaa" pitchFamily="2" charset="0"/>
              </a:rPr>
              <a:t>(), </a:t>
            </a:r>
            <a:r>
              <a:rPr lang="en-US" sz="2000" dirty="0" err="1">
                <a:latin typeface="Comfortaa" pitchFamily="2" charset="0"/>
              </a:rPr>
              <a:t>което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трябва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да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отвори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връзка</a:t>
            </a:r>
            <a:endParaRPr lang="en-US" sz="2000" dirty="0">
              <a:latin typeface="Comforta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mfortaa" pitchFamily="2" charset="0"/>
              </a:rPr>
              <a:t>Друг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грешен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dirty="0" err="1">
                <a:latin typeface="Comfortaa" pitchFamily="2" charset="0"/>
              </a:rPr>
              <a:t>пример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mfortaa" pitchFamily="2" charset="0"/>
              </a:rPr>
              <a:t>Използвайте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</a:rPr>
              <a:t>String.Empty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вместо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 err="1">
                <a:solidFill>
                  <a:srgbClr val="00B0F0"/>
                </a:solidFill>
                <a:latin typeface="Comfortaa" pitchFamily="2" charset="0"/>
              </a:rPr>
              <a:t>Titles.NoTitle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en-US" sz="2000" dirty="0" err="1">
                <a:latin typeface="Comfortaa" pitchFamily="2" charset="0"/>
              </a:rPr>
              <a:t>защото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знаете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en-US" sz="2000" dirty="0" err="1">
                <a:latin typeface="Comfortaa" pitchFamily="2" charset="0"/>
              </a:rPr>
              <a:t>че</a:t>
            </a:r>
            <a:r>
              <a:rPr lang="en-US" sz="2000" dirty="0">
                <a:latin typeface="Comfortaa" pitchFamily="2" charset="0"/>
              </a:rPr>
              <a:t> и </a:t>
            </a:r>
            <a:r>
              <a:rPr lang="en-US" sz="2000" dirty="0" err="1">
                <a:latin typeface="Comfortaa" pitchFamily="2" charset="0"/>
              </a:rPr>
              <a:t>двете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стойности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са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dirty="0" err="1">
                <a:latin typeface="Comfortaa" pitchFamily="2" charset="0"/>
              </a:rPr>
              <a:t>еднакви</a:t>
            </a:r>
            <a:endParaRPr lang="en-US" sz="2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648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Включването 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връзка тип </a:t>
            </a:r>
            <a:r>
              <a:rPr lang="en-US" dirty="0">
                <a:latin typeface="Comfortaa" pitchFamily="2" charset="0"/>
              </a:rPr>
              <a:t>„</a:t>
            </a:r>
            <a:r>
              <a:rPr lang="bg-BG" dirty="0">
                <a:latin typeface="Comfortaa" pitchFamily="2" charset="0"/>
              </a:rPr>
              <a:t>той има</a:t>
            </a:r>
            <a:r>
              <a:rPr lang="en-US" dirty="0">
                <a:latin typeface="Comfortaa" pitchFamily="2" charset="0"/>
              </a:rPr>
              <a:t>"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b="1" dirty="0">
                <a:latin typeface="Comfortaa" pitchFamily="2" charset="0"/>
                <a:cs typeface="Consolas" pitchFamily="49" charset="0"/>
              </a:rPr>
              <a:t>Клавиатура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има множество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latin typeface="Comfortaa" pitchFamily="2" charset="0"/>
                <a:cs typeface="Consolas" pitchFamily="49" charset="0"/>
              </a:rPr>
              <a:t>Клавиши</a:t>
            </a:r>
            <a:endParaRPr lang="en-US" b="1" dirty="0"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Наследяването е връзка тип</a:t>
            </a:r>
            <a:r>
              <a:rPr lang="en-US" dirty="0">
                <a:latin typeface="Comfortaa" pitchFamily="2" charset="0"/>
              </a:rPr>
              <a:t> „</a:t>
            </a:r>
            <a:r>
              <a:rPr lang="bg-BG" dirty="0">
                <a:latin typeface="Comfortaa" pitchFamily="2" charset="0"/>
              </a:rPr>
              <a:t>той е</a:t>
            </a:r>
            <a:r>
              <a:rPr lang="en-US" dirty="0">
                <a:latin typeface="Comfortaa" pitchFamily="2" charset="0"/>
              </a:rPr>
              <a:t>"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Проектиран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наследяване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направете класа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abstract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Забрана за наследяване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направете го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sealed</a:t>
            </a:r>
            <a:r>
              <a:rPr lang="en-US" dirty="0">
                <a:latin typeface="Comfortaa" pitchFamily="2" charset="0"/>
              </a:rPr>
              <a:t> /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final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Подкласовете трябва да са </a:t>
            </a:r>
            <a:r>
              <a:rPr lang="bg-BG" dirty="0" err="1">
                <a:latin typeface="Comfortaa" pitchFamily="2" charset="0"/>
              </a:rPr>
              <a:t>ползваеми</a:t>
            </a:r>
            <a:r>
              <a:rPr lang="bg-BG" dirty="0">
                <a:latin typeface="Comfortaa" pitchFamily="2" charset="0"/>
              </a:rPr>
              <a:t> и през базовия клас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Без да се налага на потребителя да научава какви са разликите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Декларирайте инструменталните класове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static</a:t>
            </a: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47665"/>
            <a:ext cx="10553797" cy="111078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Наследяване или включване (</a:t>
            </a:r>
            <a:r>
              <a:rPr lang="en-US" dirty="0">
                <a:latin typeface="Comfortaa" pitchFamily="2" charset="0"/>
              </a:rPr>
              <a:t>Containment)?</a:t>
            </a:r>
          </a:p>
        </p:txBody>
      </p:sp>
    </p:spTree>
    <p:extLst>
      <p:ext uri="{BB962C8B-B14F-4D97-AF65-F5344CB8AC3E}">
        <p14:creationId xmlns:p14="http://schemas.microsoft.com/office/powerpoint/2010/main" val="3195464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скривайте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методи в подклас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ако класа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Timer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има </a:t>
            </a:r>
            <a:r>
              <a:rPr lang="en-US" dirty="0">
                <a:latin typeface="Comfortaa" pitchFamily="2" charset="0"/>
              </a:rPr>
              <a:t>public </a:t>
            </a:r>
            <a:r>
              <a:rPr lang="bg-BG" dirty="0">
                <a:latin typeface="Comfortaa" pitchFamily="2" charset="0"/>
              </a:rPr>
              <a:t>метод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Start</a:t>
            </a:r>
            <a:r>
              <a:rPr lang="en-US" b="1" dirty="0">
                <a:latin typeface="Comfortaa" pitchFamily="2" charset="0"/>
                <a:cs typeface="Consolas" pitchFamily="49" charset="0"/>
              </a:rPr>
              <a:t>()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не дефинирайте </a:t>
            </a:r>
            <a:r>
              <a:rPr lang="en-US" dirty="0">
                <a:latin typeface="Comfortaa" pitchFamily="2" charset="0"/>
              </a:rPr>
              <a:t>private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Start</a:t>
            </a:r>
            <a:r>
              <a:rPr lang="en-US" b="1" dirty="0">
                <a:latin typeface="Comfortaa" pitchFamily="2" charset="0"/>
                <a:cs typeface="Consolas" pitchFamily="49" charset="0"/>
              </a:rPr>
              <a:t>()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AtomTimer</a:t>
            </a:r>
          </a:p>
          <a:p>
            <a:pPr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Преместете общите интерфейси, данни и поведение толкова нагоре, колкото е възможно</a:t>
            </a:r>
            <a:r>
              <a:rPr lang="en-US" noProof="1">
                <a:latin typeface="Comfortaa" pitchFamily="2" charset="0"/>
              </a:rPr>
              <a:t> </a:t>
            </a:r>
            <a:r>
              <a:rPr lang="bg-BG" noProof="1">
                <a:latin typeface="Comfortaa" pitchFamily="2" charset="0"/>
              </a:rPr>
              <a:t>в дървото на наследяването</a:t>
            </a:r>
            <a:endParaRPr lang="en-US" noProof="1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Това максимизира многократното използване на кода</a:t>
            </a:r>
            <a:endParaRPr lang="en-US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Бъдете скептични към базови класове, които имат само един клас-наследник</a:t>
            </a:r>
            <a:endParaRPr lang="en-US" noProof="1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noProof="1">
                <a:latin typeface="Comfortaa" pitchFamily="2" charset="0"/>
              </a:rPr>
              <a:t>Наистина ли е нужнмо още едно ниво на наследяване</a:t>
            </a:r>
            <a:r>
              <a:rPr lang="en-US" noProof="1">
                <a:latin typeface="Comfortaa" pitchFamily="2" charset="0"/>
              </a:rPr>
              <a:t>?</a:t>
            </a:r>
            <a:endParaRPr lang="en-US" noProof="1"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Наследяване</a:t>
            </a:r>
            <a:r>
              <a:rPr lang="en-US" dirty="0">
                <a:latin typeface="Comfortaa" pitchFamily="2" charset="0"/>
              </a:rPr>
              <a:t> [1/3]</a:t>
            </a:r>
          </a:p>
        </p:txBody>
      </p:sp>
    </p:spTree>
    <p:extLst>
      <p:ext uri="{BB962C8B-B14F-4D97-AF65-F5344CB8AC3E}">
        <p14:creationId xmlns:p14="http://schemas.microsoft.com/office/powerpoint/2010/main" val="2729428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666616" cy="483431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Бъдете подозрителни към класове, които презаписват процедура и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не правят нищо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в нея</a:t>
            </a:r>
            <a:endParaRPr lang="en-US" sz="3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3100" dirty="0">
                <a:latin typeface="Comfortaa" pitchFamily="2" charset="0"/>
              </a:rPr>
              <a:t>Дали коректно е ползвана тази процедура</a:t>
            </a:r>
            <a:r>
              <a:rPr lang="en-US" sz="3100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Избягвайте прекалено многократното наследяване</a:t>
            </a:r>
            <a:endParaRPr lang="en-US" sz="3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3100" dirty="0">
                <a:latin typeface="Comfortaa" pitchFamily="2" charset="0"/>
              </a:rPr>
              <a:t>Не създавайте повече от</a:t>
            </a:r>
            <a:r>
              <a:rPr lang="en-US" sz="3100" dirty="0">
                <a:latin typeface="Comfortaa" pitchFamily="2" charset="0"/>
              </a:rPr>
              <a:t> 6 </a:t>
            </a:r>
            <a:r>
              <a:rPr lang="bg-BG" sz="3100" dirty="0">
                <a:latin typeface="Comfortaa" pitchFamily="2" charset="0"/>
              </a:rPr>
              <a:t>нива на наследяване</a:t>
            </a:r>
            <a:endParaRPr lang="en-US" sz="31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Избягвайте ползването на </a:t>
            </a:r>
            <a:r>
              <a:rPr lang="en-US" sz="3600" dirty="0">
                <a:latin typeface="Comfortaa" pitchFamily="2" charset="0"/>
              </a:rPr>
              <a:t>protected </a:t>
            </a:r>
            <a:r>
              <a:rPr lang="bg-BG" sz="3600" dirty="0">
                <a:latin typeface="Comfortaa" pitchFamily="2" charset="0"/>
              </a:rPr>
              <a:t>полетата за данни в наследения клас</a:t>
            </a:r>
            <a:endParaRPr lang="en-US" sz="3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3100" dirty="0">
                <a:latin typeface="Comfortaa" pitchFamily="2" charset="0"/>
              </a:rPr>
              <a:t>По-добре добавете наследен </a:t>
            </a:r>
            <a:r>
              <a:rPr lang="en-US" sz="3100" dirty="0">
                <a:latin typeface="Comfortaa" pitchFamily="2" charset="0"/>
              </a:rPr>
              <a:t>protected </a:t>
            </a:r>
            <a:r>
              <a:rPr lang="bg-BG" sz="3100" dirty="0">
                <a:latin typeface="Comfortaa" pitchFamily="2" charset="0"/>
              </a:rPr>
              <a:t>метод / свойства</a:t>
            </a:r>
            <a:endParaRPr lang="en-US" sz="3100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54DE764A-1D78-48AE-B287-64925FEEA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F4B245F-3019-A807-030E-09E5F1BB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Наследяване</a:t>
            </a:r>
            <a:r>
              <a:rPr lang="en-US" dirty="0">
                <a:latin typeface="Comfortaa" pitchFamily="2" charset="0"/>
              </a:rPr>
              <a:t> [1/3]</a:t>
            </a:r>
          </a:p>
        </p:txBody>
      </p:sp>
    </p:spTree>
    <p:extLst>
      <p:ext uri="{BB962C8B-B14F-4D97-AF65-F5344CB8AC3E}">
        <p14:creationId xmlns:p14="http://schemas.microsoft.com/office/powerpoint/2010/main" val="2321859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0137"/>
            <a:ext cx="10515600" cy="497234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Предпочитайте пред многократна проверка на типа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Помислете за наследяване на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Circle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Square</a:t>
            </a: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от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Shape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 презаписване на метода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Draw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itchFamily="49" charset="0"/>
              </a:rPr>
              <a:t>()</a:t>
            </a:r>
            <a:endParaRPr lang="en-US" sz="2400" b="1" noProof="1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94872" y="1983691"/>
            <a:ext cx="9678423" cy="33239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1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switch (shape.Type)</a:t>
            </a:r>
          </a:p>
          <a:p>
            <a:r>
              <a:rPr lang="en-US" sz="21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1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case Shape.Circle:</a:t>
            </a:r>
          </a:p>
          <a:p>
            <a:r>
              <a:rPr lang="en-US" sz="21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((Circle) shape).DrawCircle();</a:t>
            </a:r>
          </a:p>
          <a:p>
            <a:r>
              <a:rPr lang="en-US" sz="21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break;</a:t>
            </a:r>
          </a:p>
          <a:p>
            <a:r>
              <a:rPr lang="en-US" sz="21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case Shape.Square:</a:t>
            </a:r>
          </a:p>
          <a:p>
            <a:r>
              <a:rPr lang="en-US" sz="21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((Square) shape).DrawSquare();</a:t>
            </a:r>
          </a:p>
          <a:p>
            <a:r>
              <a:rPr lang="en-US" sz="21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break;</a:t>
            </a:r>
          </a:p>
          <a:p>
            <a:r>
              <a:rPr lang="en-US" sz="21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...</a:t>
            </a:r>
          </a:p>
          <a:p>
            <a:r>
              <a:rPr lang="en-US" sz="21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49764" y="3183707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7261ACD-5195-5E53-05B4-A16457647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Наследяване</a:t>
            </a:r>
            <a:r>
              <a:rPr lang="en-US" dirty="0">
                <a:latin typeface="Comfortaa" pitchFamily="2" charset="0"/>
              </a:rPr>
              <a:t> [3/3]</a:t>
            </a:r>
          </a:p>
        </p:txBody>
      </p:sp>
    </p:spTree>
    <p:extLst>
      <p:ext uri="{BB962C8B-B14F-4D97-AF65-F5344CB8AC3E}">
        <p14:creationId xmlns:p14="http://schemas.microsoft.com/office/powerpoint/2010/main" val="160594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9"/>
            <a:ext cx="10259291" cy="466854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Дръжте броят на методите в клас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възможно най-малък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dirty="0">
                <a:latin typeface="Comfortaa" pitchFamily="2" charset="0"/>
                <a:sym typeface="Wingdings" pitchFamily="2" charset="2"/>
              </a:rPr>
              <a:t>намалява се сложността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Намалете директното извикване на методи на други класове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Намалете индиректното извикване на методи на други класове</a:t>
            </a:r>
            <a:endParaRPr lang="en-US" dirty="0">
              <a:latin typeface="Comfortaa" pitchFamily="2" charset="0"/>
              <a:sym typeface="Wingdings" pitchFamily="2" charset="2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По-малко викания на външни методи</a:t>
            </a:r>
            <a:r>
              <a:rPr lang="en-US" dirty="0">
                <a:latin typeface="Comfortaa" pitchFamily="2" charset="0"/>
              </a:rPr>
              <a:t> == </a:t>
            </a:r>
            <a:r>
              <a:rPr lang="bg-BG" dirty="0">
                <a:latin typeface="Comfortaa" pitchFamily="2" charset="0"/>
              </a:rPr>
              <a:t>по-малка зависимост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Известно също като </a:t>
            </a:r>
            <a:r>
              <a:rPr lang="en-US" dirty="0">
                <a:latin typeface="Comfortaa" pitchFamily="2" charset="0"/>
              </a:rPr>
              <a:t>"fan-out"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Минимизирайте степента на взаимодействие на класа с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други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класове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  <a:sym typeface="Wingdings" pitchFamily="2" charset="2"/>
              </a:rPr>
              <a:t>Намалява се зависимостта между класовете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Клас-методи и данни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44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Инициализирайте всички членове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данни във всички конструктори, ако е възможно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 err="1">
                <a:latin typeface="Comfortaa" pitchFamily="2" charset="0"/>
              </a:rPr>
              <a:t>Неинициализираните</a:t>
            </a:r>
            <a:r>
              <a:rPr lang="bg-BG" dirty="0">
                <a:latin typeface="Comfortaa" pitchFamily="2" charset="0"/>
              </a:rPr>
              <a:t> данни са предпоставка за грешки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Частично инициализираните са дори още по-лоши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Некоректен 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присвоява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FirstName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класа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Person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но оставя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LastName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празно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Инициализирайте всички членове-данни в същия ред, в който са декларирани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Предпочитайте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deep copies </a:t>
            </a:r>
            <a:r>
              <a:rPr lang="bg-BG" dirty="0">
                <a:latin typeface="Comfortaa" pitchFamily="2" charset="0"/>
              </a:rPr>
              <a:t>пред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shallow copies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ICloneable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ще направи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deep copy</a:t>
            </a:r>
            <a:r>
              <a:rPr lang="en-US" dirty="0">
                <a:latin typeface="Comfortaa" pitchFamily="2" charset="0"/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Конструктори на класа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012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</a:t>
            </a:r>
            <a:r>
              <a:rPr lang="en-US" dirty="0">
                <a:latin typeface="Comfortaa" pitchFamily="2" charset="0"/>
              </a:rPr>
              <a:t>private </a:t>
            </a:r>
            <a:r>
              <a:rPr lang="bg-BG" dirty="0">
                <a:latin typeface="Comfortaa" pitchFamily="2" charset="0"/>
              </a:rPr>
              <a:t>конструктори, за да забраните директното създаване на инстанции на класа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шаблони в дизайна за класическите случаи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Шаблони при създаването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като</a:t>
            </a:r>
            <a:r>
              <a:rPr lang="en-US" dirty="0">
                <a:latin typeface="Comfortaa" pitchFamily="2" charset="0"/>
              </a:rPr>
              <a:t> Singleton, Factory Method, Abstract Factory</a:t>
            </a:r>
          </a:p>
          <a:p>
            <a:pPr lvl="1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Шаблони в структурата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като</a:t>
            </a:r>
            <a:r>
              <a:rPr lang="en-US" dirty="0">
                <a:latin typeface="Comfortaa" pitchFamily="2" charset="0"/>
              </a:rPr>
              <a:t> Adapter, Bridge, Composite, Decorator, Façade</a:t>
            </a:r>
          </a:p>
          <a:p>
            <a:pPr lvl="1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Шаблони в поведението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като</a:t>
            </a:r>
            <a:r>
              <a:rPr lang="en-US" dirty="0">
                <a:latin typeface="Comfortaa" pitchFamily="2" charset="0"/>
              </a:rPr>
              <a:t> Command, Iterator, Observer, Strategy, Template Method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Използвайте шаблони в дизайна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544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007" y="1800686"/>
            <a:ext cx="10999191" cy="472431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Singleton</a:t>
            </a:r>
            <a:r>
              <a:rPr lang="en-US" sz="2400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noProof="1">
                <a:latin typeface="Comfortaa" pitchFamily="2" charset="0"/>
              </a:rPr>
              <a:t>клас е такъв клас, който трябва да има само един-единствен екземпляр</a:t>
            </a:r>
            <a:endParaRPr lang="bg-BG" sz="24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Понякога</a:t>
            </a:r>
            <a:r>
              <a:rPr lang="en-US" sz="2000" dirty="0">
                <a:latin typeface="Comfortaa" pitchFamily="2" charset="0"/>
              </a:rPr>
              <a:t> Singleton </a:t>
            </a:r>
            <a:r>
              <a:rPr lang="bg-BG" sz="2000" dirty="0">
                <a:latin typeface="Comfortaa" pitchFamily="2" charset="0"/>
              </a:rPr>
              <a:t>погрешно е смятан за глобална променлива</a:t>
            </a:r>
            <a:r>
              <a:rPr lang="en-US" sz="2000" dirty="0">
                <a:latin typeface="Comfortaa" pitchFamily="2" charset="0"/>
              </a:rPr>
              <a:t>, a </a:t>
            </a:r>
            <a:r>
              <a:rPr lang="bg-BG" sz="2000" dirty="0">
                <a:latin typeface="Comfortaa" pitchFamily="2" charset="0"/>
              </a:rPr>
              <a:t>не е</a:t>
            </a:r>
            <a:r>
              <a:rPr lang="en-US" sz="2000" dirty="0">
                <a:latin typeface="Comfortaa" pitchFamily="2" charset="0"/>
              </a:rPr>
              <a:t>!</a:t>
            </a:r>
          </a:p>
          <a:p>
            <a:pPr lvl="1"/>
            <a:r>
              <a:rPr lang="bg-BG" sz="2000" dirty="0">
                <a:latin typeface="Comfortaa" pitchFamily="2" charset="0"/>
              </a:rPr>
              <a:t>Възможни употреби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 lvl="2">
              <a:lnSpc>
                <a:spcPct val="100000"/>
              </a:lnSpc>
            </a:pPr>
            <a:r>
              <a:rPr lang="bg-BG" sz="1600" dirty="0">
                <a:latin typeface="Comfortaa" pitchFamily="2" charset="0"/>
              </a:rPr>
              <a:t>Късно зареждане</a:t>
            </a:r>
          </a:p>
          <a:p>
            <a:pPr lvl="2">
              <a:lnSpc>
                <a:spcPct val="100000"/>
              </a:lnSpc>
            </a:pPr>
            <a:r>
              <a:rPr lang="en-US" sz="1600" dirty="0">
                <a:latin typeface="Comfortaa" pitchFamily="2" charset="0"/>
              </a:rPr>
              <a:t>Thread-safe</a:t>
            </a:r>
          </a:p>
          <a:p>
            <a:pPr lvl="2">
              <a:lnSpc>
                <a:spcPct val="100000"/>
              </a:lnSpc>
            </a:pPr>
            <a:endParaRPr lang="en-US" sz="16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endParaRPr lang="en-US" sz="16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endParaRPr lang="en-US" sz="16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endParaRPr lang="en-US" sz="16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endParaRPr lang="en-US" sz="16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endParaRPr lang="en-US" sz="1600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endParaRPr lang="en-US" sz="1600" dirty="0">
              <a:latin typeface="Comfortaa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omfortaa" pitchFamily="2" charset="0"/>
              </a:rPr>
              <a:t>               </a:t>
            </a:r>
            <a:r>
              <a:rPr lang="en-US" sz="1800" dirty="0">
                <a:latin typeface="Comfortaa" pitchFamily="2" charset="0"/>
                <a:hlinkClick r:id="rId2"/>
              </a:rPr>
              <a:t>http://www.dofactory.com/net/singleton-design-pattern</a:t>
            </a:r>
            <a:endParaRPr lang="en-US" sz="1800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Singleton</a:t>
            </a:r>
            <a:r>
              <a:rPr lang="bg-BG" dirty="0">
                <a:latin typeface="Comfortaa" pitchFamily="2" charset="0"/>
              </a:rPr>
              <a:t> шаблон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19349" y="4046463"/>
            <a:ext cx="9136116" cy="18971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213888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Моделиране на обекти от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реалния свят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чрез ООП класове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Моделиране на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абстрактни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обекти, процеси и </a:t>
            </a:r>
            <a:r>
              <a:rPr lang="bg-BG" dirty="0" err="1">
                <a:latin typeface="Comfortaa" pitchFamily="2" charset="0"/>
              </a:rPr>
              <a:t>т.н</a:t>
            </a:r>
            <a:r>
              <a:rPr lang="en-US" dirty="0">
                <a:latin typeface="Comfortaa" pitchFamily="2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Намаляване на сложността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Работа на по-високо ниво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Изолиране на сложността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Скрива я в клас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Скрива детайлите по реализацията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  <a:sym typeface="Wingdings" pitchFamily="2" charset="2"/>
              </a:rPr>
              <a:t>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капсулиране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Намалява ефекта на промените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Промените засягат само съответния клас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57034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Основни причини да създадете клас</a:t>
            </a:r>
            <a:r>
              <a:rPr lang="en-US" sz="3600" dirty="0">
                <a:latin typeface="Comfortaa" pitchFamily="2" charset="0"/>
              </a:rPr>
              <a:t> [1/2]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F25E55B-E92F-4C5C-86FA-9CEE585C1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1224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Скрива</a:t>
            </a:r>
            <a:r>
              <a:rPr lang="bg-BG" dirty="0">
                <a:latin typeface="Comfortaa" pitchFamily="2" charset="0"/>
              </a:rPr>
              <a:t> глобалните данни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Работи чрез методи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Групира</a:t>
            </a:r>
            <a:r>
              <a:rPr lang="bg-BG" dirty="0">
                <a:latin typeface="Comfortaa" pitchFamily="2" charset="0"/>
              </a:rPr>
              <a:t> променливи, които се ползват заедно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Създава</a:t>
            </a:r>
            <a:r>
              <a:rPr lang="bg-BG" dirty="0">
                <a:latin typeface="Comfortaa" pitchFamily="2" charset="0"/>
              </a:rPr>
              <a:t> централизирани точки за контрол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Една задача трябва да се изпълнява от едно място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Избягване на дублирането на код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Улеснява</a:t>
            </a:r>
            <a:r>
              <a:rPr lang="bg-BG" dirty="0">
                <a:latin typeface="Comfortaa" pitchFamily="2" charset="0"/>
              </a:rPr>
              <a:t> многократната употреба на кода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 ползването на йерархии от класове и виртуални методи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Пакетира</a:t>
            </a:r>
            <a:r>
              <a:rPr lang="bg-BG" dirty="0">
                <a:latin typeface="Comfortaa" pitchFamily="2" charset="0"/>
              </a:rPr>
              <a:t> свързаните операции на едно място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2556A0F-BF5E-460C-91A0-71D914D4D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868179-F519-84DC-23D1-CD7FD4E35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57034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Основни причини да създадете клас</a:t>
            </a:r>
            <a:r>
              <a:rPr lang="en-US" sz="3600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1156717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7414" y="1494224"/>
            <a:ext cx="10778998" cy="11170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Групирайте свързаните класове в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пространства от имена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Следвайте една и съща конвенция в именуването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Пространства от имена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2573203"/>
            <a:ext cx="10462075" cy="378565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namespace Utils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class MathUtils { …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class StringUtils { …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namespace DataAccessLayer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class GenericDAO&lt;Key, Entity&gt; { …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class EmployeeDAO&lt;int, Employee&gt; { …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class AddressDAO&lt;int, Address&gt; { …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02284" y="4078730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571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71698" y="1300942"/>
            <a:ext cx="10907684" cy="387373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Никога не ползвайте </a:t>
            </a:r>
            <a:r>
              <a:rPr lang="ru-RU" sz="2400" dirty="0">
                <a:latin typeface="Comfortaa" pitchFamily="2" charset="0"/>
              </a:rPr>
              <a:t>множествено число в името на класа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Освен ако не са някакъв вид колекция</a:t>
            </a:r>
            <a:r>
              <a:rPr lang="en-US" sz="2000" dirty="0">
                <a:latin typeface="Comfortaa" pitchFamily="2" charset="0"/>
              </a:rPr>
              <a:t>!</a:t>
            </a: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Лош пример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US" sz="2400" dirty="0">
                <a:latin typeface="Comfortaa" pitchFamily="2" charset="0"/>
              </a:rPr>
            </a:b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bg-BG" sz="2400" dirty="0">
                <a:latin typeface="Comfortaa" pitchFamily="2" charset="0"/>
              </a:rPr>
              <a:t>Добър пример</a:t>
            </a:r>
            <a:r>
              <a:rPr lang="en-US" sz="24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698" y="173932"/>
            <a:ext cx="10515600" cy="1325563"/>
          </a:xfrm>
        </p:spPr>
        <p:txBody>
          <a:bodyPr/>
          <a:lstStyle/>
          <a:p>
            <a:r>
              <a:rPr lang="bg-BG" sz="3600" dirty="0">
                <a:latin typeface="Comfortaa" pitchFamily="2" charset="0"/>
              </a:rPr>
              <a:t>Множествено число в името на класа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25223" y="2723455"/>
            <a:ext cx="10462075" cy="163121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Teachers : ITeacher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string Name { get; set;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List&lt;ICourse&gt; Courses { get; set;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71698" y="4891392"/>
            <a:ext cx="10462075" cy="163121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GameFieldConstants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const int MinX = 100;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const int MaxX = 700;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9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9781" y="5246818"/>
            <a:ext cx="1044755" cy="1014845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92161" y="3017370"/>
            <a:ext cx="1052671" cy="1022533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056259" y="2255370"/>
            <a:ext cx="3903522" cy="911313"/>
          </a:xfrm>
          <a:prstGeom prst="wedgeRoundRectCallout">
            <a:avLst>
              <a:gd name="adj1" fmla="val -64003"/>
              <a:gd name="adj2" fmla="val 1963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Единствено число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: Teacher (</a:t>
            </a: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един учител, не няколко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482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35714" y="1526367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хвърляйте изключения без параметри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Хвърляне на изключения без параметри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89239" y="2258291"/>
            <a:ext cx="10462075" cy="378565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ICourse CreateCourse(string name, string town)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(name == null)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throw new ArgumentNullException();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if (town == null)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throw new ArgumentNullException();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new Course(name, town);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992389" y="3630827"/>
            <a:ext cx="2667000" cy="918479"/>
          </a:xfrm>
          <a:prstGeom prst="wedgeRoundRectCallout">
            <a:avLst>
              <a:gd name="adj1" fmla="val -75580"/>
              <a:gd name="adj2" fmla="val 62277"/>
              <a:gd name="adj3" fmla="val 16667"/>
            </a:avLst>
          </a:prstGeom>
          <a:solidFill>
            <a:srgbClr val="00B0F0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Кой параметър е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null </a:t>
            </a: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тук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?</a:t>
            </a:r>
          </a:p>
        </p:txBody>
      </p:sp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9286" y="2512982"/>
            <a:ext cx="1040709" cy="104070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526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484772"/>
            <a:ext cx="10915081" cy="4351338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bg-BG" sz="2400" dirty="0">
                <a:latin typeface="Comfortaa" pitchFamily="2" charset="0"/>
              </a:rPr>
              <a:t>Проверка за невалидни данни да е в</a:t>
            </a:r>
            <a:r>
              <a:rPr lang="en-US" sz="2400" dirty="0">
                <a:latin typeface="Comfortaa" pitchFamily="2" charset="0"/>
              </a:rPr>
              <a:t> setter</a:t>
            </a:r>
            <a:r>
              <a:rPr lang="bg-BG" sz="2400" dirty="0">
                <a:latin typeface="Comfortaa" pitchFamily="2" charset="0"/>
              </a:rPr>
              <a:t>-и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 конструктори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sz="2000" dirty="0">
                <a:latin typeface="Comfortaa" pitchFamily="2" charset="0"/>
              </a:rPr>
              <a:t>Не в </a:t>
            </a:r>
            <a:r>
              <a:rPr lang="en-US" sz="2000" dirty="0">
                <a:latin typeface="Comfortaa" pitchFamily="2" charset="0"/>
              </a:rPr>
              <a:t>getter!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Параметри, проверявани в </a:t>
            </a:r>
            <a:r>
              <a:rPr lang="en-US" sz="4000" dirty="0">
                <a:latin typeface="Comfortaa" pitchFamily="2" charset="0"/>
              </a:rPr>
              <a:t>Getter-</a:t>
            </a:r>
            <a:r>
              <a:rPr lang="bg-BG" sz="4000" dirty="0">
                <a:latin typeface="Comfortaa" pitchFamily="2" charset="0"/>
              </a:rPr>
              <a:t>а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47181" y="2399447"/>
            <a:ext cx="10241750" cy="409342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string Town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get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if (string.IsNullOrWhiteSpace(this.town))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 throw new ArgumentNullException();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return this.town;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set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this.town = value;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071061" y="4671272"/>
            <a:ext cx="3555077" cy="932809"/>
          </a:xfrm>
          <a:prstGeom prst="wedgeRoundRectCallout">
            <a:avLst>
              <a:gd name="adj1" fmla="val -36349"/>
              <a:gd name="adj2" fmla="val -84294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Преместете проверката в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setter!</a:t>
            </a:r>
          </a:p>
        </p:txBody>
      </p:sp>
      <p:pic>
        <p:nvPicPr>
          <p:cNvPr id="10" name="Picture 9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54917" y="2639292"/>
            <a:ext cx="1021149" cy="10211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891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60652" y="1459865"/>
            <a:ext cx="10515600" cy="48328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Винаги ползвайте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this.XXX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вместо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XXX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за достъп до членовете на клас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StyleCop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проверява за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this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 извежда предупреждение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latin typeface="Comfortaa" pitchFamily="2" charset="0"/>
              </a:rPr>
              <a:t>Липсващ This за локалните членове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14177" y="2471678"/>
            <a:ext cx="10462075" cy="286232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class Course</a:t>
            </a:r>
          </a:p>
          <a:p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public string Name { get; set; }</a:t>
            </a:r>
          </a:p>
          <a:p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	</a:t>
            </a:r>
          </a:p>
          <a:p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public Course(string name)</a:t>
            </a:r>
          </a:p>
          <a:p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Name = name;</a:t>
            </a:r>
          </a:p>
          <a:p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2606414" y="5074121"/>
            <a:ext cx="3420313" cy="492831"/>
          </a:xfrm>
          <a:prstGeom prst="wedgeRoundRectCallout">
            <a:avLst>
              <a:gd name="adj1" fmla="val -59616"/>
              <a:gd name="adj2" fmla="val -12113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Ползвайте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this.Name</a:t>
            </a:r>
          </a:p>
        </p:txBody>
      </p:sp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72255" y="3429000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3584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14177" y="169221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Използвайте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null</a:t>
            </a:r>
            <a:r>
              <a:rPr lang="en-US" sz="2400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когато липсва стойност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bg-BG" sz="2400" dirty="0">
                <a:latin typeface="Comfortaa" pitchFamily="2" charset="0"/>
              </a:rPr>
              <a:t>не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0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или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""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Направете поле</a:t>
            </a:r>
            <a:r>
              <a:rPr lang="en-US" sz="2000" dirty="0">
                <a:latin typeface="Comfortaa" pitchFamily="2" charset="0"/>
              </a:rPr>
              <a:t> / </a:t>
            </a:r>
            <a:r>
              <a:rPr lang="bg-BG" sz="2000" dirty="0">
                <a:latin typeface="Comfortaa" pitchFamily="2" charset="0"/>
              </a:rPr>
              <a:t>свойство </a:t>
            </a:r>
            <a:r>
              <a:rPr lang="en-US" sz="2000" noProof="1">
                <a:latin typeface="Comfortaa" pitchFamily="2" charset="0"/>
              </a:rPr>
              <a:t>nullable</a:t>
            </a:r>
            <a:r>
              <a:rPr lang="bg-BG" sz="2000" noProof="1">
                <a:latin typeface="Comfortaa" pitchFamily="2" charset="0"/>
              </a:rPr>
              <a:t>,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за да можете да ползвате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null</a:t>
            </a:r>
            <a:r>
              <a:rPr lang="en-US" sz="2000" dirty="0">
                <a:solidFill>
                  <a:schemeClr val="tx2">
                    <a:lumMod val="90000"/>
                  </a:schemeClr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стойности или забранете липсата на стойности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Лош пример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Коректни алтернативи</a:t>
            </a:r>
            <a:r>
              <a:rPr lang="en-US" sz="24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3800" dirty="0">
                <a:latin typeface="Comfortaa" pitchFamily="2" charset="0"/>
              </a:rPr>
              <a:t>Празен низ за липсваща стойност</a:t>
            </a:r>
            <a:endParaRPr lang="en-US" sz="38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94019" y="3550030"/>
            <a:ext cx="10462075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Teacher teacher = new Teacher("");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104337" y="4840732"/>
            <a:ext cx="10462075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Teacher teacher = new Teacher();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04337" y="5456209"/>
            <a:ext cx="10462075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Teacher teacher = new Teacher(null);</a:t>
            </a:r>
          </a:p>
        </p:txBody>
      </p:sp>
      <p:pic>
        <p:nvPicPr>
          <p:cNvPr id="10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27035" y="5350246"/>
            <a:ext cx="568889" cy="56888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70612" y="3458491"/>
            <a:ext cx="583188" cy="583188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27035" y="4731328"/>
            <a:ext cx="568889" cy="56888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5783168" y="2897362"/>
            <a:ext cx="5772926" cy="485665"/>
          </a:xfrm>
          <a:prstGeom prst="wedgeRoundRectCallout">
            <a:avLst>
              <a:gd name="adj1" fmla="val -48293"/>
              <a:gd name="adj2" fmla="val 12155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Празното име е лоша идея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! </a:t>
            </a: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Ползвайте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null</a:t>
            </a:r>
          </a:p>
        </p:txBody>
      </p:sp>
    </p:spTree>
    <p:extLst>
      <p:ext uri="{BB962C8B-B14F-4D97-AF65-F5344CB8AC3E}">
        <p14:creationId xmlns:p14="http://schemas.microsoft.com/office/powerpoint/2010/main" val="3206344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14177" y="1551305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използвайте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„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мистериозни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"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числа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Особено ако класът има членове, свързани с тези числа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Мистериозни числа в класовете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14177" y="2651880"/>
            <a:ext cx="10462075" cy="381642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Wolf : Animal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…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bool TryEatAnimal(Animal animal)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(animal.Size &lt;= 4) 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return true;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6159692" y="4267018"/>
            <a:ext cx="5408309" cy="1667620"/>
          </a:xfrm>
          <a:prstGeom prst="wedgeRoundRectCallout">
            <a:avLst>
              <a:gd name="adj1" fmla="val -60884"/>
              <a:gd name="adj2" fmla="val -3073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36000" tIns="0" rIns="36000" bIns="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Това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if </a:t>
            </a: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условие е грешно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. 4 </a:t>
            </a: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е размера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на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Wolf, </a:t>
            </a: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който има свойство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Size</a:t>
            </a: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, наследено от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Animal. </a:t>
            </a: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Защо не ползваме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this.Size </a:t>
            </a: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вместо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4?</a:t>
            </a:r>
          </a:p>
        </p:txBody>
      </p:sp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60066" y="2940798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17416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88975" y="1156742"/>
            <a:ext cx="10814050" cy="967051"/>
          </a:xfrm>
        </p:spPr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Извикайте базовия конструктор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 да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се възползвате </a:t>
            </a:r>
            <a:r>
              <a:rPr lang="bg-BG" dirty="0">
                <a:latin typeface="Comfortaa" pitchFamily="2" charset="0"/>
              </a:rPr>
              <a:t>от инициализацията на състоянието на обекта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056" y="106138"/>
            <a:ext cx="10515600" cy="1325563"/>
          </a:xfrm>
        </p:spPr>
        <p:txBody>
          <a:bodyPr/>
          <a:lstStyle/>
          <a:p>
            <a:r>
              <a:rPr lang="bg-BG" sz="4000" dirty="0">
                <a:latin typeface="Comfortaa" pitchFamily="2" charset="0"/>
              </a:rPr>
              <a:t>Не се вика базовия конструктор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05056" y="2155169"/>
            <a:ext cx="10666755" cy="424731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Course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string Name { get; set;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Course(string name)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this.Name = name;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spcBef>
                <a:spcPts val="1200"/>
              </a:spcBef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LocalCourse : Course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string Lab { get; set;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Course(string name, string lab)</a:t>
            </a:r>
            <a:r>
              <a:rPr lang="bg-BG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this.Name = name;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this.Lab = lab;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7277752" y="4203653"/>
            <a:ext cx="3047206" cy="501627"/>
          </a:xfrm>
          <a:prstGeom prst="wedgeRoundRectCallout">
            <a:avLst>
              <a:gd name="adj1" fmla="val -56838"/>
              <a:gd name="adj2" fmla="val 13526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: base(name)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4979202" y="5347838"/>
            <a:ext cx="3631399" cy="1358458"/>
          </a:xfrm>
          <a:prstGeom prst="wedgeRoundRectCallout">
            <a:avLst>
              <a:gd name="adj1" fmla="val -63920"/>
              <a:gd name="adj2" fmla="val -56742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Извикайте вместо това базовия конструктор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!</a:t>
            </a:r>
          </a:p>
        </p:txBody>
      </p:sp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89009" y="2482305"/>
            <a:ext cx="929675" cy="929675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04166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8200" y="2306783"/>
            <a:ext cx="10462075" cy="36317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Course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string Name { get; set;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ITeacher Teacher { get; set;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spcBef>
                <a:spcPts val="1200"/>
              </a:spcBef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LocalCourse : Course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string Name { get; set;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ITeacher Teacher { get; set;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string Lab { get; set;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587208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sz="2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Никога не копирайте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код от базовия в наследения клас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768" y="476428"/>
            <a:ext cx="10462076" cy="1110780"/>
          </a:xfrm>
        </p:spPr>
        <p:txBody>
          <a:bodyPr>
            <a:normAutofit/>
          </a:bodyPr>
          <a:lstStyle/>
          <a:p>
            <a:r>
              <a:rPr lang="bg-BG" sz="2800" dirty="0">
                <a:latin typeface="Comfortaa" pitchFamily="2" charset="0"/>
              </a:rPr>
              <a:t>Повтаряне на код в базовия и дъщерните класове</a:t>
            </a:r>
            <a:endParaRPr lang="en-US" sz="2800" dirty="0">
              <a:latin typeface="Comfortaa" pitchFamily="2" charset="0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850365" y="3719813"/>
            <a:ext cx="4705003" cy="889595"/>
          </a:xfrm>
          <a:prstGeom prst="wedgeRoundRectCallout">
            <a:avLst>
              <a:gd name="adj1" fmla="val -70968"/>
              <a:gd name="adj2" fmla="val 6004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72000" tIns="36000" rIns="72000" bIns="36000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Защо тези полета са дублирани, вместо да са наследени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?</a:t>
            </a:r>
          </a:p>
        </p:txBody>
      </p:sp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66024" y="2478624"/>
            <a:ext cx="1043228" cy="1043228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1923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1030" y="1986567"/>
            <a:ext cx="10868369" cy="456663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Course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string Name { get; private set; }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ITeacher Teacher { get; private set; }</a:t>
            </a:r>
          </a:p>
          <a:p>
            <a:pPr>
              <a:spcBef>
                <a:spcPts val="1200"/>
              </a:spcBef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Course(string name, ITeacher teacher)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7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(name == null)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throw ArgumentNullException("name");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(teacher == null)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throw ArgumentNullException("teacher");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this.Name = name;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this.Teacher = teacher;</a:t>
            </a:r>
          </a:p>
          <a:p>
            <a:pPr>
              <a:lnSpc>
                <a:spcPct val="7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spcBef>
                <a:spcPts val="1200"/>
              </a:spcBef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Course() { }</a:t>
            </a:r>
          </a:p>
          <a:p>
            <a:pPr>
              <a:lnSpc>
                <a:spcPct val="750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25079" y="1306989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Погрижете се полетата да са добре капсулирани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30" y="274872"/>
            <a:ext cx="11806419" cy="1110780"/>
          </a:xfrm>
        </p:spPr>
        <p:txBody>
          <a:bodyPr>
            <a:normAutofit/>
          </a:bodyPr>
          <a:lstStyle/>
          <a:p>
            <a:r>
              <a:rPr lang="bg-BG" sz="2800" dirty="0">
                <a:latin typeface="Comfortaa" pitchFamily="2" charset="0"/>
              </a:rPr>
              <a:t>Лошо капсулиране чрез конструктор без параметри</a:t>
            </a:r>
            <a:endParaRPr lang="en-US" sz="2800" dirty="0">
              <a:latin typeface="Comfortaa" pitchFamily="2" charset="0"/>
            </a:endParaRP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5754039" y="5181601"/>
            <a:ext cx="4367662" cy="918479"/>
          </a:xfrm>
          <a:prstGeom prst="wedgeRoundRectCallout">
            <a:avLst>
              <a:gd name="adj1" fmla="val -90800"/>
              <a:gd name="adj2" fmla="val 50039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Нарушава капсулирането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: Name &amp; Teacher </a:t>
            </a: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ще са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null.</a:t>
            </a:r>
          </a:p>
        </p:txBody>
      </p:sp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21701" y="3886586"/>
            <a:ext cx="1052671" cy="994558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332887" y="3056279"/>
            <a:ext cx="3467662" cy="492831"/>
          </a:xfrm>
          <a:prstGeom prst="wedgeRoundRectCallout">
            <a:avLst>
              <a:gd name="adj1" fmla="val -62008"/>
              <a:gd name="adj2" fmla="val 9742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Валидация в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setter</a:t>
            </a: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-а</a:t>
            </a:r>
            <a:endParaRPr lang="en-US" sz="2000" b="1" noProof="1">
              <a:solidFill>
                <a:schemeClr val="bg1"/>
              </a:solidFill>
              <a:latin typeface="Comfortaa" pitchFamily="2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29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40271" y="1892085"/>
            <a:ext cx="10462075" cy="4539704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Course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override string ToString()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StringBuilder result = new StringBuilder();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…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(this is ILocalCourse)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result.Append("Lab = " + ((ILocalCourse)this).Lab);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(this is IOffsiteCourse)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{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result.Append("Town = " + ((IOffsiteCourse)this).Town);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}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result.ToString();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17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959" y="1259186"/>
            <a:ext cx="11134863" cy="857343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Базовият клас не трябва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никога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да знае за наследниците си</a:t>
            </a:r>
            <a:r>
              <a:rPr lang="en-US" sz="2400" dirty="0">
                <a:latin typeface="Comfortaa" pitchFamily="2" charset="0"/>
              </a:rPr>
              <a:t>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959" y="292615"/>
            <a:ext cx="11377597" cy="1110780"/>
          </a:xfrm>
        </p:spPr>
        <p:txBody>
          <a:bodyPr>
            <a:normAutofit/>
          </a:bodyPr>
          <a:lstStyle/>
          <a:p>
            <a:r>
              <a:rPr lang="bg-BG" sz="2800" dirty="0">
                <a:latin typeface="Comfortaa" pitchFamily="2" charset="0"/>
              </a:rPr>
              <a:t>Зависимост на базовия клас от наследниците му</a:t>
            </a:r>
            <a:endParaRPr lang="en-US" sz="2800" dirty="0">
              <a:latin typeface="Comfortaa" pitchFamily="2" charset="0"/>
            </a:endParaRPr>
          </a:p>
        </p:txBody>
      </p:sp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47070" y="3621578"/>
            <a:ext cx="914400" cy="91440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667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76" y="1561581"/>
            <a:ext cx="10462075" cy="820916"/>
          </a:xfrm>
        </p:spPr>
        <p:txBody>
          <a:bodyPr>
            <a:normAutofit/>
          </a:bodyPr>
          <a:lstStyle/>
          <a:p>
            <a:r>
              <a:rPr lang="bg-BG" sz="2000" dirty="0">
                <a:latin typeface="Comfortaa" pitchFamily="2" charset="0"/>
              </a:rPr>
              <a:t>Не дефинирайте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IEnumerable&lt;T&gt;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полета, които после ще ползвате като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List&lt;T&gt;</a:t>
            </a:r>
            <a:r>
              <a:rPr lang="en-US" sz="20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sz="2000" dirty="0">
                <a:latin typeface="Comfortaa" pitchFamily="2" charset="0"/>
              </a:rPr>
              <a:t>(</a:t>
            </a:r>
            <a:r>
              <a:rPr lang="bg-BG" sz="2000" dirty="0">
                <a:latin typeface="Comfortaa" pitchFamily="2" charset="0"/>
              </a:rPr>
              <a:t>нарушена абстракция</a:t>
            </a:r>
            <a:r>
              <a:rPr lang="en-US" sz="2000" dirty="0">
                <a:latin typeface="Comfortaa" pitchFamily="2" charset="0"/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76" y="497776"/>
            <a:ext cx="10915082" cy="1063806"/>
          </a:xfrm>
        </p:spPr>
        <p:txBody>
          <a:bodyPr>
            <a:normAutofit/>
          </a:bodyPr>
          <a:lstStyle/>
          <a:p>
            <a:r>
              <a:rPr lang="bg-BG" sz="2600" dirty="0">
                <a:latin typeface="Comfortaa" pitchFamily="2" charset="0"/>
              </a:rPr>
              <a:t>Скрито третиране на базов клас като наследник</a:t>
            </a:r>
            <a:r>
              <a:rPr lang="en-US" sz="2600" dirty="0">
                <a:latin typeface="Comfortaa" pitchFamily="2" charset="0"/>
              </a:rPr>
              <a:t> [1/2]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2438400"/>
            <a:ext cx="10462075" cy="390876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Container&lt;T&gt;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IEnumerable&lt;T&gt; Items { get; private set; }</a:t>
            </a:r>
          </a:p>
          <a:p>
            <a:pPr>
              <a:spcBef>
                <a:spcPts val="1200"/>
              </a:spcBef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Container()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this.Items = new List&lt;T&gt;();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spcBef>
                <a:spcPts val="1200"/>
              </a:spcBef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AddItem (T item)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(this.Items as List&lt;T&gt;).Add(item);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6830096" y="4342966"/>
            <a:ext cx="3402714" cy="953453"/>
          </a:xfrm>
          <a:prstGeom prst="wedgeRoundRectCallout">
            <a:avLst>
              <a:gd name="adj1" fmla="val -78432"/>
              <a:gd name="adj2" fmla="val 6042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Лоша практика: скрит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anose="020B0609020204030204" pitchFamily="49" charset="0"/>
              </a:rPr>
              <a:t>List&lt;T&gt;</a:t>
            </a:r>
          </a:p>
        </p:txBody>
      </p:sp>
      <p:pic>
        <p:nvPicPr>
          <p:cNvPr id="9" name="Picture 8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32810" y="2673183"/>
            <a:ext cx="820916" cy="820916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464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76" y="1487373"/>
            <a:ext cx="10462075" cy="1062998"/>
          </a:xfrm>
        </p:spPr>
        <p:txBody>
          <a:bodyPr/>
          <a:lstStyle/>
          <a:p>
            <a:r>
              <a:rPr lang="bg-BG" sz="2400" dirty="0">
                <a:latin typeface="Comfortaa" pitchFamily="2" charset="0"/>
              </a:rPr>
              <a:t>Използвайте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List&lt;T&gt;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за полето и върнете него там, където се изисква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IEnumerable&lt;T&gt;</a:t>
            </a:r>
            <a:r>
              <a:rPr lang="en-US" sz="2400" dirty="0">
                <a:latin typeface="Comfortaa" pitchFamily="2" charset="0"/>
              </a:rPr>
              <a:t>: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4177" y="2476162"/>
            <a:ext cx="10462075" cy="390876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Container&lt;T&gt;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private List&lt;T&gt; items = new List&lt;T&gt;();</a:t>
            </a:r>
          </a:p>
          <a:p>
            <a:pPr>
              <a:spcBef>
                <a:spcPts val="1200"/>
              </a:spcBef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IEnumerable&lt;T&gt; Items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 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get { return this.items; }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spcBef>
                <a:spcPts val="1200"/>
              </a:spcBef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void AddItem (T item)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this.items.Add(item);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571294" y="4141567"/>
            <a:ext cx="4134839" cy="1532334"/>
          </a:xfrm>
          <a:prstGeom prst="wedgeRoundRectCallout">
            <a:avLst>
              <a:gd name="adj1" fmla="val -72410"/>
              <a:gd name="adj2" fmla="val -4197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36000" tIns="0" rIns="36000" bIns="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Това частично нарушава капсулацията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. </a:t>
            </a: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Помислете за клониране</a:t>
            </a:r>
            <a:r>
              <a:rPr lang="bg-BG" sz="14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, </a:t>
            </a:r>
            <a:r>
              <a:rPr lang="bg-BG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за да избегнете опасност от промяна на елементите</a:t>
            </a:r>
            <a:r>
              <a:rPr lang="en-US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316E0ED-B6C1-EB6A-C806-801CA218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76" y="497776"/>
            <a:ext cx="10915082" cy="1063806"/>
          </a:xfrm>
        </p:spPr>
        <p:txBody>
          <a:bodyPr>
            <a:normAutofit/>
          </a:bodyPr>
          <a:lstStyle/>
          <a:p>
            <a:r>
              <a:rPr lang="bg-BG" sz="2600" dirty="0">
                <a:latin typeface="Comfortaa" pitchFamily="2" charset="0"/>
              </a:rPr>
              <a:t>Скрито третиране на базов клас като наследник</a:t>
            </a:r>
            <a:r>
              <a:rPr lang="en-US" sz="2600" dirty="0">
                <a:latin typeface="Comfortaa" pitchFamily="2" charset="0"/>
              </a:rPr>
              <a:t> [2/2]</a:t>
            </a:r>
          </a:p>
        </p:txBody>
      </p:sp>
      <p:pic>
        <p:nvPicPr>
          <p:cNvPr id="10" name="Picture 9" descr="approve, block, cancel, delete, reject icon">
            <a:extLst>
              <a:ext uri="{FF2B5EF4-FFF2-40B4-BE49-F238E27FC236}">
                <a16:creationId xmlns:a16="http://schemas.microsoft.com/office/drawing/2014/main" id="{882C2B3A-5502-C8EB-6108-41D2F0475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32810" y="2673183"/>
            <a:ext cx="820916" cy="820916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74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601" y="223361"/>
            <a:ext cx="10719311" cy="1153037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Повтарящ се код не е преместен нагоре в йерархията</a:t>
            </a:r>
            <a:r>
              <a:rPr lang="en-US" sz="2400" dirty="0">
                <a:latin typeface="Comfortaa" pitchFamily="2" charset="0"/>
              </a:rPr>
              <a:t> [1/2]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12604" y="1376398"/>
            <a:ext cx="10766795" cy="517680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abstract class Course : ICourse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70000"/>
              </a:lnSpc>
            </a:pPr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public string Name { get; set; }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public ITeacher Teacher { get; set; }</a:t>
            </a:r>
          </a:p>
          <a:p>
            <a:pPr>
              <a:lnSpc>
                <a:spcPct val="70000"/>
              </a:lnSpc>
            </a:pPr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public class LocalCourse : Course, ILocalCourse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public string Lab { get; set; }</a:t>
            </a:r>
          </a:p>
          <a:p>
            <a:pPr>
              <a:spcBef>
                <a:spcPts val="600"/>
              </a:spcBef>
            </a:pPr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public override string ToString()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70000"/>
              </a:lnSpc>
            </a:pPr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StringBuilder sb = new StringBuilder();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sb.Append(this.GetType().Name);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sb.AppendFormat("(Name={0}", this.Name);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if (!(this.Teacher == null))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    sb.AppendFormat("; Teacher={0}", this.Teacher.Name);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sb.AppendFormat("; Lab={0})", this.Lab);</a:t>
            </a:r>
          </a:p>
          <a:p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return sb.ToString();</a:t>
            </a:r>
          </a:p>
          <a:p>
            <a:pPr>
              <a:lnSpc>
                <a:spcPct val="70000"/>
              </a:lnSpc>
            </a:pPr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ct val="70000"/>
              </a:lnSpc>
            </a:pPr>
            <a:r>
              <a:rPr lang="en-US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5332" y="6148450"/>
            <a:ext cx="4836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bg-BG" i="1" dirty="0">
                <a:solidFill>
                  <a:schemeClr val="bg1"/>
                </a:solidFill>
                <a:latin typeface="Comfortaa" pitchFamily="2" charset="0"/>
              </a:rPr>
              <a:t>Продължава на следващият слайд ...</a:t>
            </a:r>
            <a:endParaRPr lang="en-US" i="1" dirty="0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693688" y="4419600"/>
            <a:ext cx="9141619" cy="1395350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txBody>
          <a:bodyPr wrap="square">
            <a:noAutofit/>
          </a:bodyPr>
          <a:lstStyle/>
          <a:p>
            <a:endParaRPr lang="en-US" b="1" noProof="1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7205920" y="4169566"/>
            <a:ext cx="3292392" cy="500067"/>
          </a:xfrm>
          <a:prstGeom prst="wedgeRoundRectCallout">
            <a:avLst>
              <a:gd name="adj1" fmla="val -45442"/>
              <a:gd name="adj2" fmla="val 12680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fortaa" pitchFamily="2" charset="0"/>
                <a:cs typeface="Consolas" pitchFamily="49" charset="0"/>
              </a:rPr>
              <a:t>Повтаряне на код</a:t>
            </a:r>
            <a:endParaRPr lang="en-US" sz="2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fortaa" pitchFamily="2" charset="0"/>
              <a:cs typeface="Consolas" panose="020B0609020204030204" pitchFamily="49" charset="0"/>
            </a:endParaRPr>
          </a:p>
        </p:txBody>
      </p:sp>
      <p:pic>
        <p:nvPicPr>
          <p:cNvPr id="12" name="Picture 11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24848" y="1524000"/>
            <a:ext cx="820916" cy="820916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936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04613" y="1329567"/>
            <a:ext cx="11161799" cy="896785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При презаписване (</a:t>
            </a:r>
            <a:r>
              <a:rPr lang="en-US" sz="2400" dirty="0">
                <a:latin typeface="Comfortaa" pitchFamily="2" charset="0"/>
              </a:rPr>
              <a:t>overriding</a:t>
            </a:r>
            <a:r>
              <a:rPr lang="bg-BG" sz="2400" dirty="0">
                <a:latin typeface="Comfortaa" pitchFamily="2" charset="0"/>
              </a:rPr>
              <a:t>) на методи, извикайте базовия метод ако ви трябва функционалността му, не я копирайте</a:t>
            </a:r>
            <a:r>
              <a:rPr lang="en-US" sz="2400" dirty="0">
                <a:latin typeface="Comfortaa" pitchFamily="2" charset="0"/>
              </a:rPr>
              <a:t>!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11030" y="2362200"/>
            <a:ext cx="10868369" cy="412420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OffsiteCourse : Course, ILocalCourse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string Town { get; set; }</a:t>
            </a:r>
          </a:p>
          <a:p>
            <a:pPr>
              <a:spcBef>
                <a:spcPts val="12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override string ToString()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StringBuilder sb = new StringBuilder();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sb.Append(this.GetType().Name);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sb.AppendFormat("(Name={0}", this.Name);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(!(this.Teacher == null))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sb.AppendFormat("; Teacher={0}", this.Teacher.Name);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sb.AppendFormat("; Town={0})", this.Town);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sb.ToString();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616978" y="3929162"/>
            <a:ext cx="9141619" cy="1395350"/>
          </a:xfrm>
          <a:prstGeom prst="rect">
            <a:avLst/>
          </a:prstGeom>
          <a:noFill/>
          <a:ln w="38100">
            <a:solidFill>
              <a:srgbClr val="00B0F0"/>
            </a:solidFill>
            <a:prstDash val="sysDash"/>
          </a:ln>
        </p:spPr>
        <p:txBody>
          <a:bodyPr wrap="square">
            <a:noAutofit/>
          </a:bodyPr>
          <a:lstStyle/>
          <a:p>
            <a:endParaRPr lang="en-US" b="1" noProof="1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573712" y="3682746"/>
            <a:ext cx="2844059" cy="492831"/>
          </a:xfrm>
          <a:prstGeom prst="wedgeRoundRectCallout">
            <a:avLst>
              <a:gd name="adj1" fmla="val -49171"/>
              <a:gd name="adj2" fmla="val 12601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3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Повтаряне на код</a:t>
            </a:r>
            <a:endParaRPr lang="en-US" sz="2000" b="1" noProof="1">
              <a:solidFill>
                <a:schemeClr val="bg1"/>
              </a:solidFill>
              <a:latin typeface="Comfortaa" pitchFamily="2" charset="0"/>
              <a:cs typeface="Consolas" panose="020B0609020204030204" pitchFamily="49" charset="0"/>
            </a:endParaRPr>
          </a:p>
        </p:txBody>
      </p:sp>
      <p:pic>
        <p:nvPicPr>
          <p:cNvPr id="10" name="Picture 9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32884" y="2524006"/>
            <a:ext cx="820916" cy="820916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231F522A-F8B2-44BA-85D4-A19C0A9F4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B7A465-EBFA-D4B9-ABF3-B7AFEF6F1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601" y="223361"/>
            <a:ext cx="10719311" cy="1153037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Повтарящ се код не е преместен нагоре в йерархията</a:t>
            </a:r>
            <a:r>
              <a:rPr lang="en-US" sz="2400" dirty="0">
                <a:latin typeface="Comfortaa" pitchFamily="2" charset="0"/>
              </a:rPr>
              <a:t> [</a:t>
            </a:r>
            <a:r>
              <a:rPr lang="bg-BG" sz="2400" dirty="0">
                <a:latin typeface="Comfortaa" pitchFamily="2" charset="0"/>
              </a:rPr>
              <a:t>2</a:t>
            </a:r>
            <a:r>
              <a:rPr lang="en-US" sz="2400" dirty="0">
                <a:latin typeface="Comfortaa" pitchFamily="2" charset="0"/>
              </a:rPr>
              <a:t>/2]</a:t>
            </a:r>
          </a:p>
        </p:txBody>
      </p:sp>
    </p:spTree>
    <p:extLst>
      <p:ext uri="{BB962C8B-B14F-4D97-AF65-F5344CB8AC3E}">
        <p14:creationId xmlns:p14="http://schemas.microsoft.com/office/powerpoint/2010/main" val="24960188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773" y="303657"/>
            <a:ext cx="11290296" cy="111078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Преместване на повтарящ се код нагоре в йерархията </a:t>
            </a:r>
            <a:r>
              <a:rPr lang="en-US" dirty="0">
                <a:latin typeface="Comfortaa" pitchFamily="2" charset="0"/>
              </a:rPr>
              <a:t>[1/2]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72773" y="1615621"/>
            <a:ext cx="11071516" cy="470898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abstract class Course : ICourse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string Name { get; set;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ITeacher Teacher { get; set; }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override string ToString()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StringBuilder sb = new StringBuilder();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sb.Append(this.GetType().Name);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sb.AppendFormat("(Name={0}", this.Name);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if (!(this.Teacher == null))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 sb.AppendFormat("; Teacher={0}", this.Teacher.Name);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sb.ToString();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01747" y="3336863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F6D794-F29C-55DC-7ADF-B688F4100544}"/>
              </a:ext>
            </a:extLst>
          </p:cNvPr>
          <p:cNvSpPr txBox="1"/>
          <p:nvPr/>
        </p:nvSpPr>
        <p:spPr>
          <a:xfrm>
            <a:off x="6644120" y="5870804"/>
            <a:ext cx="4836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bg-BG" i="1" dirty="0">
                <a:solidFill>
                  <a:schemeClr val="bg1"/>
                </a:solidFill>
                <a:latin typeface="Comfortaa" pitchFamily="2" charset="0"/>
              </a:rPr>
              <a:t>Продължава на следващият слайд ...</a:t>
            </a:r>
            <a:endParaRPr lang="en-US" i="1" dirty="0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7162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72773" y="1537931"/>
            <a:ext cx="11071516" cy="486287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LocalCourse : Course, ILocalCourse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7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string Lab { get; set; }</a:t>
            </a:r>
          </a:p>
          <a:p>
            <a:pPr>
              <a:lnSpc>
                <a:spcPct val="95000"/>
              </a:lnSpc>
              <a:spcBef>
                <a:spcPts val="1200"/>
              </a:spcBef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override string ToString()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base.ToString() + "; Lab=" + this.Lab + ")";</a:t>
            </a:r>
          </a:p>
          <a:p>
            <a:pPr>
              <a:lnSpc>
                <a:spcPct val="7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ct val="7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lnSpc>
                <a:spcPct val="95000"/>
              </a:lnSpc>
              <a:spcBef>
                <a:spcPts val="1200"/>
              </a:spcBef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OffsiteCourse : Course, ILocalCourse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>
              <a:lnSpc>
                <a:spcPct val="7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string Town { get; set; }</a:t>
            </a:r>
          </a:p>
          <a:p>
            <a:pPr>
              <a:lnSpc>
                <a:spcPct val="95000"/>
              </a:lnSpc>
              <a:spcBef>
                <a:spcPts val="1200"/>
              </a:spcBef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override string ToString()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>
              <a:lnSpc>
                <a:spcPct val="9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base.ToString() + "; Town=" + this.Town + ")";</a:t>
            </a:r>
          </a:p>
          <a:p>
            <a:pPr>
              <a:lnSpc>
                <a:spcPct val="7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lnSpc>
                <a:spcPct val="75000"/>
              </a:lnSpc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5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10306" y="3499734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1B37AA1-240B-6586-FAC4-9140F0ED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73" y="303657"/>
            <a:ext cx="11290296" cy="111078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Преместване на повтарящ се код нагоре в йерархията </a:t>
            </a:r>
            <a:r>
              <a:rPr lang="en-US" dirty="0">
                <a:latin typeface="Comfortaa" pitchFamily="2" charset="0"/>
              </a:rPr>
              <a:t>[2/2]</a:t>
            </a:r>
          </a:p>
        </p:txBody>
      </p:sp>
    </p:spTree>
    <p:extLst>
      <p:ext uri="{BB962C8B-B14F-4D97-AF65-F5344CB8AC3E}">
        <p14:creationId xmlns:p14="http://schemas.microsoft.com/office/powerpoint/2010/main" val="135411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bg-BG" dirty="0">
                <a:latin typeface="Comfortaa" pitchFamily="2" charset="0"/>
              </a:rPr>
              <a:t>Проектиране на класове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Използвайте коректно принципите на ООП</a:t>
            </a:r>
            <a:endParaRPr lang="en-US" sz="3000" dirty="0">
              <a:latin typeface="Comfortaa" pitchFamily="2" charset="0"/>
            </a:endParaRPr>
          </a:p>
          <a:p>
            <a:pPr marL="1066693" lvl="2" indent="-457200">
              <a:lnSpc>
                <a:spcPct val="100000"/>
              </a:lnSpc>
            </a:pPr>
            <a:r>
              <a:rPr lang="bg-BG" sz="2800" b="1" dirty="0">
                <a:solidFill>
                  <a:srgbClr val="00B0F0"/>
                </a:solidFill>
                <a:latin typeface="Comfortaa" pitchFamily="2" charset="0"/>
              </a:rPr>
              <a:t>Абстракция</a:t>
            </a:r>
            <a:r>
              <a:rPr lang="en-US" sz="2800" dirty="0">
                <a:latin typeface="Comfortaa" pitchFamily="2" charset="0"/>
              </a:rPr>
              <a:t> – </a:t>
            </a:r>
            <a:r>
              <a:rPr lang="bg-BG" sz="2800" dirty="0">
                <a:latin typeface="Comfortaa" pitchFamily="2" charset="0"/>
              </a:rPr>
              <a:t>използвайте сходно ниво на</a:t>
            </a:r>
            <a:br>
              <a:rPr lang="bg-BG" sz="2800" dirty="0">
                <a:latin typeface="Comfortaa" pitchFamily="2" charset="0"/>
              </a:rPr>
            </a:br>
            <a:r>
              <a:rPr lang="bg-BG" sz="2800" dirty="0">
                <a:latin typeface="Comfortaa" pitchFamily="2" charset="0"/>
              </a:rPr>
              <a:t>абстракция в целия проект</a:t>
            </a:r>
            <a:endParaRPr lang="en-US" sz="2800" dirty="0">
              <a:latin typeface="Comfortaa" pitchFamily="2" charset="0"/>
            </a:endParaRPr>
          </a:p>
          <a:p>
            <a:pPr marL="1066693" lvl="2" indent="-457200">
              <a:lnSpc>
                <a:spcPct val="100000"/>
              </a:lnSpc>
            </a:pPr>
            <a:r>
              <a:rPr lang="bg-BG" sz="2800" b="1" dirty="0">
                <a:solidFill>
                  <a:srgbClr val="00B0F0"/>
                </a:solidFill>
                <a:latin typeface="Comfortaa" pitchFamily="2" charset="0"/>
              </a:rPr>
              <a:t>Наследяване</a:t>
            </a:r>
            <a:r>
              <a:rPr lang="en-US" sz="2800" dirty="0">
                <a:latin typeface="Comfortaa" pitchFamily="2" charset="0"/>
              </a:rPr>
              <a:t> – </a:t>
            </a:r>
            <a:r>
              <a:rPr lang="bg-BG" sz="2800" dirty="0">
                <a:latin typeface="Comfortaa" pitchFamily="2" charset="0"/>
              </a:rPr>
              <a:t>не повтаряйте код</a:t>
            </a:r>
            <a:endParaRPr lang="en-US" sz="2800" dirty="0">
              <a:latin typeface="Comfortaa" pitchFamily="2" charset="0"/>
            </a:endParaRPr>
          </a:p>
          <a:p>
            <a:pPr marL="1066693" lvl="2" indent="-457200">
              <a:lnSpc>
                <a:spcPct val="100000"/>
              </a:lnSpc>
            </a:pPr>
            <a:r>
              <a:rPr lang="bg-BG" sz="2800" b="1" dirty="0">
                <a:solidFill>
                  <a:srgbClr val="00B0F0"/>
                </a:solidFill>
                <a:latin typeface="Comfortaa" pitchFamily="2" charset="0"/>
              </a:rPr>
              <a:t>Капсулиране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sz="2800" dirty="0">
                <a:latin typeface="Comfortaa" pitchFamily="2" charset="0"/>
              </a:rPr>
              <a:t>– </a:t>
            </a:r>
            <a:r>
              <a:rPr lang="bg-BG" sz="2800" dirty="0">
                <a:latin typeface="Comfortaa" pitchFamily="2" charset="0"/>
              </a:rPr>
              <a:t>подсигурете винаги валидно състояние на обектите</a:t>
            </a:r>
            <a:endParaRPr lang="en-US" sz="2800" dirty="0">
              <a:latin typeface="Comfortaa" pitchFamily="2" charset="0"/>
            </a:endParaRPr>
          </a:p>
          <a:p>
            <a:pPr marL="1066693" lvl="2" indent="-457200">
              <a:lnSpc>
                <a:spcPct val="100000"/>
              </a:lnSpc>
            </a:pPr>
            <a:r>
              <a:rPr lang="bg-BG" sz="2800" b="1" dirty="0">
                <a:solidFill>
                  <a:srgbClr val="00B0F0"/>
                </a:solidFill>
                <a:latin typeface="Comfortaa" pitchFamily="2" charset="0"/>
              </a:rPr>
              <a:t>Полиморфизъм</a:t>
            </a:r>
            <a:r>
              <a:rPr lang="bg-BG" sz="28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sz="2800" dirty="0">
                <a:latin typeface="Comfortaa" pitchFamily="2" charset="0"/>
              </a:rPr>
              <a:t>– </a:t>
            </a:r>
            <a:r>
              <a:rPr lang="bg-BG" sz="2800" dirty="0">
                <a:latin typeface="Comfortaa" pitchFamily="2" charset="0"/>
              </a:rPr>
              <a:t>показвайте ясно логическата структура на кода</a:t>
            </a:r>
            <a:endParaRPr lang="en-US" sz="2800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sz="3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Осигурете силна </a:t>
            </a:r>
            <a:r>
              <a:rPr lang="bg-BG" sz="30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специализация</a:t>
            </a:r>
            <a:r>
              <a:rPr lang="bg-BG" sz="3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  <a:cs typeface="Consolas" panose="020B0609020204030204" pitchFamily="49" charset="0"/>
              </a:rPr>
              <a:t> и </a:t>
            </a:r>
            <a:r>
              <a:rPr lang="bg-BG" sz="30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слаба</a:t>
            </a:r>
            <a:r>
              <a:rPr lang="bg-BG" sz="3000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bg-BG" sz="3000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зависимост</a:t>
            </a:r>
            <a:endParaRPr lang="en-US" sz="3000" b="1" dirty="0">
              <a:solidFill>
                <a:srgbClr val="00B0F0"/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sz="3000" dirty="0">
                <a:latin typeface="Comfortaa" pitchFamily="2" charset="0"/>
              </a:rPr>
              <a:t>Използвайте шаблони в дизайна ако е нужно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0646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</TotalTime>
  <Words>3764</Words>
  <Application>Microsoft Office PowerPoint</Application>
  <PresentationFormat>Widescreen</PresentationFormat>
  <Paragraphs>606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Comfortaa</vt:lpstr>
      <vt:lpstr>Consolas</vt:lpstr>
      <vt:lpstr>Office Theme</vt:lpstr>
      <vt:lpstr>Качествени класове и йерархии от класове</vt:lpstr>
      <vt:lpstr>Съдържание</vt:lpstr>
      <vt:lpstr>Специализация (Cohesion)</vt:lpstr>
      <vt:lpstr>Силна специализация</vt:lpstr>
      <vt:lpstr>Зависимост (Coupling)</vt:lpstr>
      <vt:lpstr>Пример за слаба зависимост </vt:lpstr>
      <vt:lpstr>Пример за силна зависимост</vt:lpstr>
      <vt:lpstr>Наследяване (Inheritance)</vt:lpstr>
      <vt:lpstr>Полиморфизъм (Polymorphism)</vt:lpstr>
      <vt:lpstr>Полиморфизъм</vt:lpstr>
      <vt:lpstr>Пример за полиморфизъм </vt:lpstr>
      <vt:lpstr>Висококачествени класове: Абстракция (Abstraction)</vt:lpstr>
      <vt:lpstr>Пример за добра абстракция</vt:lpstr>
      <vt:lpstr>Пример за лоша абстракция</vt:lpstr>
      <vt:lpstr>Постигане на добра абстракция [1/2]</vt:lpstr>
      <vt:lpstr>Постигане на добра абстракция [2/2]</vt:lpstr>
      <vt:lpstr>Капсулиране (Encapsulation) [1/3]</vt:lpstr>
      <vt:lpstr>Капсулиране (Encapsulation) [2/3]</vt:lpstr>
      <vt:lpstr>Капсулиране (Encapsulation) [3/3]</vt:lpstr>
      <vt:lpstr>Наследяване или включване (Containment)?</vt:lpstr>
      <vt:lpstr>Наследяване [1/3]</vt:lpstr>
      <vt:lpstr>Наследяване [1/3]</vt:lpstr>
      <vt:lpstr>Наследяване [3/3]</vt:lpstr>
      <vt:lpstr>Клас-методи и данни</vt:lpstr>
      <vt:lpstr>Конструктори на класа</vt:lpstr>
      <vt:lpstr>Използвайте шаблони в дизайна</vt:lpstr>
      <vt:lpstr>Singleton шаблон</vt:lpstr>
      <vt:lpstr>Основни причини да създадете клас [1/2]</vt:lpstr>
      <vt:lpstr>Основни причини да създадете клас [2/2]</vt:lpstr>
      <vt:lpstr>Пространства от имена</vt:lpstr>
      <vt:lpstr>Множествено число в името на класа</vt:lpstr>
      <vt:lpstr>Хвърляне на изключения без параметри</vt:lpstr>
      <vt:lpstr>Параметри, проверявани в Getter-а</vt:lpstr>
      <vt:lpstr>Липсващ This за локалните членове</vt:lpstr>
      <vt:lpstr>Празен низ за липсваща стойност</vt:lpstr>
      <vt:lpstr>Мистериозни числа в класовете</vt:lpstr>
      <vt:lpstr>Не се вика базовия конструктор</vt:lpstr>
      <vt:lpstr>Повтаряне на код в базовия и дъщерните класове</vt:lpstr>
      <vt:lpstr>Лошо капсулиране чрез конструктор без параметри</vt:lpstr>
      <vt:lpstr>Зависимост на базовия клас от наследниците му</vt:lpstr>
      <vt:lpstr>Скрито третиране на базов клас като наследник [1/2]</vt:lpstr>
      <vt:lpstr>Скрито третиране на базов клас като наследник [2/2]</vt:lpstr>
      <vt:lpstr>Повтарящ се код не е преместен нагоре в йерархията [1/2]</vt:lpstr>
      <vt:lpstr>Повтарящ се код не е преместен нагоре в йерархията [2/2]</vt:lpstr>
      <vt:lpstr>Преместване на повтарящ се код нагоре в йерархията [1/2]</vt:lpstr>
      <vt:lpstr>Преместване на повтарящ се код нагоре в йерархията [2/2]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2023-02-22T16:37:14Z</dcterms:modified>
</cp:coreProperties>
</file>