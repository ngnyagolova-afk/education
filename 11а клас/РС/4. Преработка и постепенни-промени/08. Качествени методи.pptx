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9"/>
  </p:notesMasterIdLst>
  <p:sldIdLst>
    <p:sldId id="258" r:id="rId2"/>
    <p:sldId id="571" r:id="rId3"/>
    <p:sldId id="555" r:id="rId4"/>
    <p:sldId id="556" r:id="rId5"/>
    <p:sldId id="557" r:id="rId6"/>
    <p:sldId id="558" r:id="rId7"/>
    <p:sldId id="559" r:id="rId8"/>
    <p:sldId id="560" r:id="rId9"/>
    <p:sldId id="561" r:id="rId10"/>
    <p:sldId id="562" r:id="rId11"/>
    <p:sldId id="563" r:id="rId12"/>
    <p:sldId id="564" r:id="rId13"/>
    <p:sldId id="565" r:id="rId14"/>
    <p:sldId id="566" r:id="rId15"/>
    <p:sldId id="567" r:id="rId16"/>
    <p:sldId id="568" r:id="rId17"/>
    <p:sldId id="569" r:id="rId18"/>
    <p:sldId id="605" r:id="rId19"/>
    <p:sldId id="606" r:id="rId20"/>
    <p:sldId id="570" r:id="rId21"/>
    <p:sldId id="607" r:id="rId22"/>
    <p:sldId id="608" r:id="rId23"/>
    <p:sldId id="573" r:id="rId24"/>
    <p:sldId id="574" r:id="rId25"/>
    <p:sldId id="575" r:id="rId26"/>
    <p:sldId id="576" r:id="rId27"/>
    <p:sldId id="577" r:id="rId28"/>
    <p:sldId id="578" r:id="rId29"/>
    <p:sldId id="579" r:id="rId30"/>
    <p:sldId id="580" r:id="rId31"/>
    <p:sldId id="581" r:id="rId32"/>
    <p:sldId id="582" r:id="rId33"/>
    <p:sldId id="583" r:id="rId34"/>
    <p:sldId id="584" r:id="rId35"/>
    <p:sldId id="585" r:id="rId36"/>
    <p:sldId id="586" r:id="rId37"/>
    <p:sldId id="587" r:id="rId38"/>
    <p:sldId id="588" r:id="rId39"/>
    <p:sldId id="589" r:id="rId40"/>
    <p:sldId id="590" r:id="rId41"/>
    <p:sldId id="591" r:id="rId42"/>
    <p:sldId id="592" r:id="rId43"/>
    <p:sldId id="593" r:id="rId44"/>
    <p:sldId id="597" r:id="rId45"/>
    <p:sldId id="598" r:id="rId46"/>
    <p:sldId id="609" r:id="rId47"/>
    <p:sldId id="572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605"/>
            <p14:sldId id="606"/>
            <p14:sldId id="570"/>
            <p14:sldId id="607"/>
            <p14:sldId id="608"/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7"/>
            <p14:sldId id="598"/>
            <p14:sldId id="609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233FFD-5A66-412A-8725-9C0FB3B86EF0}" v="92" dt="2023-02-22T14:25:20.5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Димитър Минчев" userId="6da192e4-d32c-454b-8615-bbadf07b6639" providerId="ADAL" clId="{3F233FFD-5A66-412A-8725-9C0FB3B86EF0}"/>
    <pc:docChg chg="undo custSel addSld modSld">
      <pc:chgData name="Димитър Минчев" userId="6da192e4-d32c-454b-8615-bbadf07b6639" providerId="ADAL" clId="{3F233FFD-5A66-412A-8725-9C0FB3B86EF0}" dt="2023-02-22T14:25:25.143" v="878" actId="2711"/>
      <pc:docMkLst>
        <pc:docMk/>
      </pc:docMkLst>
      <pc:sldChg chg="modSp mod">
        <pc:chgData name="Димитър Минчев" userId="6da192e4-d32c-454b-8615-bbadf07b6639" providerId="ADAL" clId="{3F233FFD-5A66-412A-8725-9C0FB3B86EF0}" dt="2023-02-22T13:48:13.822" v="1"/>
        <pc:sldMkLst>
          <pc:docMk/>
          <pc:sldMk cId="2386959723" sldId="258"/>
        </pc:sldMkLst>
        <pc:spChg chg="mod">
          <ac:chgData name="Димитър Минчев" userId="6da192e4-d32c-454b-8615-bbadf07b6639" providerId="ADAL" clId="{3F233FFD-5A66-412A-8725-9C0FB3B86EF0}" dt="2023-02-22T13:48:07.629" v="0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3F233FFD-5A66-412A-8725-9C0FB3B86EF0}" dt="2023-02-22T13:48:13.822" v="1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3:49:36.381" v="35" actId="478"/>
        <pc:sldMkLst>
          <pc:docMk/>
          <pc:sldMk cId="4163433372" sldId="555"/>
        </pc:sldMkLst>
        <pc:spChg chg="mod">
          <ac:chgData name="Димитър Минчев" userId="6da192e4-d32c-454b-8615-bbadf07b6639" providerId="ADAL" clId="{3F233FFD-5A66-412A-8725-9C0FB3B86EF0}" dt="2023-02-22T13:49:33.862" v="34" actId="404"/>
          <ac:spMkLst>
            <pc:docMk/>
            <pc:sldMk cId="4163433372" sldId="55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49:27.846" v="33" actId="2711"/>
          <ac:spMkLst>
            <pc:docMk/>
            <pc:sldMk cId="4163433372" sldId="555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3:49:36.381" v="35" actId="478"/>
          <ac:spMkLst>
            <pc:docMk/>
            <pc:sldMk cId="4163433372" sldId="555"/>
            <ac:spMk id="5" creationId="{6915E8BF-9FC0-4D93-AB5B-1E15789BAD61}"/>
          </ac:spMkLst>
        </pc:spChg>
      </pc:sldChg>
      <pc:sldChg chg="addSp delSp modSp add mod">
        <pc:chgData name="Димитър Минчев" userId="6da192e4-d32c-454b-8615-bbadf07b6639" providerId="ADAL" clId="{3F233FFD-5A66-412A-8725-9C0FB3B86EF0}" dt="2023-02-22T13:50:19.771" v="50" actId="478"/>
        <pc:sldMkLst>
          <pc:docMk/>
          <pc:sldMk cId="56035822" sldId="556"/>
        </pc:sldMkLst>
        <pc:spChg chg="del">
          <ac:chgData name="Димитър Минчев" userId="6da192e4-d32c-454b-8615-bbadf07b6639" providerId="ADAL" clId="{3F233FFD-5A66-412A-8725-9C0FB3B86EF0}" dt="2023-02-22T13:49:43.782" v="36" actId="478"/>
          <ac:spMkLst>
            <pc:docMk/>
            <pc:sldMk cId="56035822" sldId="55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49:54.688" v="40" actId="2711"/>
          <ac:spMkLst>
            <pc:docMk/>
            <pc:sldMk cId="56035822" sldId="556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0:14.087" v="48" actId="14100"/>
          <ac:spMkLst>
            <pc:docMk/>
            <pc:sldMk cId="56035822" sldId="556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3:50:19.771" v="50" actId="478"/>
          <ac:spMkLst>
            <pc:docMk/>
            <pc:sldMk cId="56035822" sldId="556"/>
            <ac:spMk id="7" creationId="{A00217BF-70D5-4109-B06E-5B3C8A177332}"/>
          </ac:spMkLst>
        </pc:spChg>
        <pc:spChg chg="add del mod">
          <ac:chgData name="Димитър Минчев" userId="6da192e4-d32c-454b-8615-bbadf07b6639" providerId="ADAL" clId="{3F233FFD-5A66-412A-8725-9C0FB3B86EF0}" dt="2023-02-22T13:49:46.306" v="37" actId="478"/>
          <ac:spMkLst>
            <pc:docMk/>
            <pc:sldMk cId="56035822" sldId="556"/>
            <ac:spMk id="8" creationId="{DB4E4792-B85D-F642-65E8-6542DD5EA1B4}"/>
          </ac:spMkLst>
        </pc:spChg>
        <pc:spChg chg="add mod">
          <ac:chgData name="Димитър Минчев" userId="6da192e4-d32c-454b-8615-bbadf07b6639" providerId="ADAL" clId="{3F233FFD-5A66-412A-8725-9C0FB3B86EF0}" dt="2023-02-22T13:49:49.040" v="39" actId="20577"/>
          <ac:spMkLst>
            <pc:docMk/>
            <pc:sldMk cId="56035822" sldId="556"/>
            <ac:spMk id="9" creationId="{5913F9F9-E5EF-016E-EF21-642030936BDB}"/>
          </ac:spMkLst>
        </pc:spChg>
        <pc:picChg chg="mod">
          <ac:chgData name="Димитър Минчев" userId="6da192e4-d32c-454b-8615-bbadf07b6639" providerId="ADAL" clId="{3F233FFD-5A66-412A-8725-9C0FB3B86EF0}" dt="2023-02-22T13:50:18.040" v="49" actId="1076"/>
          <ac:picMkLst>
            <pc:docMk/>
            <pc:sldMk cId="56035822" sldId="556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3F233FFD-5A66-412A-8725-9C0FB3B86EF0}" dt="2023-02-22T13:52:18.106" v="86" actId="404"/>
        <pc:sldMkLst>
          <pc:docMk/>
          <pc:sldMk cId="1442774354" sldId="557"/>
        </pc:sldMkLst>
        <pc:spChg chg="mod">
          <ac:chgData name="Димитър Минчев" userId="6da192e4-d32c-454b-8615-bbadf07b6639" providerId="ADAL" clId="{3F233FFD-5A66-412A-8725-9C0FB3B86EF0}" dt="2023-02-22T13:52:18.106" v="86" actId="404"/>
          <ac:spMkLst>
            <pc:docMk/>
            <pc:sldMk cId="1442774354" sldId="55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2:05.999" v="83" actId="27636"/>
          <ac:spMkLst>
            <pc:docMk/>
            <pc:sldMk cId="1442774354" sldId="557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2:14.483" v="85" actId="14100"/>
          <ac:spMkLst>
            <pc:docMk/>
            <pc:sldMk cId="1442774354" sldId="557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3:52:03.521" v="81" actId="478"/>
          <ac:spMkLst>
            <pc:docMk/>
            <pc:sldMk cId="1442774354" sldId="557"/>
            <ac:spMk id="6" creationId="{46B60945-1585-43CD-AB35-6CB67D60DA75}"/>
          </ac:spMkLst>
        </pc:spChg>
      </pc:sldChg>
      <pc:sldChg chg="delSp modSp add mod modAnim">
        <pc:chgData name="Димитър Минчев" userId="6da192e4-d32c-454b-8615-bbadf07b6639" providerId="ADAL" clId="{3F233FFD-5A66-412A-8725-9C0FB3B86EF0}" dt="2023-02-22T13:55:55.994" v="187" actId="403"/>
        <pc:sldMkLst>
          <pc:docMk/>
          <pc:sldMk cId="1018929369" sldId="558"/>
        </pc:sldMkLst>
        <pc:spChg chg="mod">
          <ac:chgData name="Димитър Минчев" userId="6da192e4-d32c-454b-8615-bbadf07b6639" providerId="ADAL" clId="{3F233FFD-5A66-412A-8725-9C0FB3B86EF0}" dt="2023-02-22T13:53:56.537" v="152" actId="1076"/>
          <ac:spMkLst>
            <pc:docMk/>
            <pc:sldMk cId="1018929369" sldId="55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3:46.045" v="149" actId="1076"/>
          <ac:spMkLst>
            <pc:docMk/>
            <pc:sldMk cId="1018929369" sldId="558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3:46.045" v="149" actId="1076"/>
          <ac:spMkLst>
            <pc:docMk/>
            <pc:sldMk cId="1018929369" sldId="558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3:46.045" v="149" actId="1076"/>
          <ac:spMkLst>
            <pc:docMk/>
            <pc:sldMk cId="1018929369" sldId="558"/>
            <ac:spMk id="11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5:55.994" v="187" actId="403"/>
          <ac:spMkLst>
            <pc:docMk/>
            <pc:sldMk cId="1018929369" sldId="558"/>
            <ac:spMk id="1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3:46.045" v="149" actId="1076"/>
          <ac:spMkLst>
            <pc:docMk/>
            <pc:sldMk cId="1018929369" sldId="558"/>
            <ac:spMk id="1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3:53:39.960" v="148" actId="478"/>
          <ac:spMkLst>
            <pc:docMk/>
            <pc:sldMk cId="1018929369" sldId="558"/>
            <ac:spMk id="14" creationId="{75C260F7-8077-41D4-9EF7-D989BFFEB577}"/>
          </ac:spMkLst>
        </pc:spChg>
        <pc:spChg chg="mod">
          <ac:chgData name="Димитър Минчев" userId="6da192e4-d32c-454b-8615-bbadf07b6639" providerId="ADAL" clId="{3F233FFD-5A66-412A-8725-9C0FB3B86EF0}" dt="2023-02-22T13:53:46.045" v="149" actId="1076"/>
          <ac:spMkLst>
            <pc:docMk/>
            <pc:sldMk cId="1018929369" sldId="558"/>
            <ac:spMk id="15" creationId="{00000000-0000-0000-0000-000000000000}"/>
          </ac:spMkLst>
        </pc:spChg>
        <pc:picChg chg="mod">
          <ac:chgData name="Димитър Минчев" userId="6da192e4-d32c-454b-8615-bbadf07b6639" providerId="ADAL" clId="{3F233FFD-5A66-412A-8725-9C0FB3B86EF0}" dt="2023-02-22T13:53:46.045" v="149" actId="1076"/>
          <ac:picMkLst>
            <pc:docMk/>
            <pc:sldMk cId="1018929369" sldId="558"/>
            <ac:picMk id="9" creationId="{00000000-0000-0000-0000-000000000000}"/>
          </ac:picMkLst>
        </pc:picChg>
        <pc:picChg chg="mod">
          <ac:chgData name="Димитър Минчев" userId="6da192e4-d32c-454b-8615-bbadf07b6639" providerId="ADAL" clId="{3F233FFD-5A66-412A-8725-9C0FB3B86EF0}" dt="2023-02-22T13:53:46.045" v="149" actId="1076"/>
          <ac:picMkLst>
            <pc:docMk/>
            <pc:sldMk cId="1018929369" sldId="558"/>
            <ac:picMk id="1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3F233FFD-5A66-412A-8725-9C0FB3B86EF0}" dt="2023-02-22T13:56:06.881" v="189" actId="478"/>
        <pc:sldMkLst>
          <pc:docMk/>
          <pc:sldMk cId="3101992293" sldId="559"/>
        </pc:sldMkLst>
        <pc:spChg chg="mod">
          <ac:chgData name="Димитър Минчев" userId="6da192e4-d32c-454b-8615-bbadf07b6639" providerId="ADAL" clId="{3F233FFD-5A66-412A-8725-9C0FB3B86EF0}" dt="2023-02-22T13:56:03.945" v="188" actId="2711"/>
          <ac:spMkLst>
            <pc:docMk/>
            <pc:sldMk cId="3101992293" sldId="55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5:38.086" v="185" actId="207"/>
          <ac:spMkLst>
            <pc:docMk/>
            <pc:sldMk cId="3101992293" sldId="559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5:42.312" v="186" actId="207"/>
          <ac:spMkLst>
            <pc:docMk/>
            <pc:sldMk cId="3101992293" sldId="559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3:56:06.881" v="189" actId="478"/>
          <ac:spMkLst>
            <pc:docMk/>
            <pc:sldMk cId="3101992293" sldId="559"/>
            <ac:spMk id="9" creationId="{916B7540-5AAF-45BE-B58A-1DA17DFC11AB}"/>
          </ac:spMkLst>
        </pc:spChg>
        <pc:picChg chg="mod">
          <ac:chgData name="Димитър Минчев" userId="6da192e4-d32c-454b-8615-bbadf07b6639" providerId="ADAL" clId="{3F233FFD-5A66-412A-8725-9C0FB3B86EF0}" dt="2023-02-22T13:54:22.491" v="157" actId="1076"/>
          <ac:picMkLst>
            <pc:docMk/>
            <pc:sldMk cId="3101992293" sldId="559"/>
            <ac:picMk id="7" creationId="{00000000-0000-0000-0000-000000000000}"/>
          </ac:picMkLst>
        </pc:picChg>
        <pc:picChg chg="mod">
          <ac:chgData name="Димитър Минчев" userId="6da192e4-d32c-454b-8615-bbadf07b6639" providerId="ADAL" clId="{3F233FFD-5A66-412A-8725-9C0FB3B86EF0}" dt="2023-02-22T13:54:22.491" v="157" actId="1076"/>
          <ac:picMkLst>
            <pc:docMk/>
            <pc:sldMk cId="3101992293" sldId="559"/>
            <ac:picMk id="8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3F233FFD-5A66-412A-8725-9C0FB3B86EF0}" dt="2023-02-22T13:57:11.020" v="215" actId="14100"/>
        <pc:sldMkLst>
          <pc:docMk/>
          <pc:sldMk cId="1635356765" sldId="560"/>
        </pc:sldMkLst>
        <pc:spChg chg="mod">
          <ac:chgData name="Димитър Минчев" userId="6da192e4-d32c-454b-8615-bbadf07b6639" providerId="ADAL" clId="{3F233FFD-5A66-412A-8725-9C0FB3B86EF0}" dt="2023-02-22T13:56:29.062" v="200" actId="2711"/>
          <ac:spMkLst>
            <pc:docMk/>
            <pc:sldMk cId="1635356765" sldId="56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6:44.141" v="207" actId="20577"/>
          <ac:spMkLst>
            <pc:docMk/>
            <pc:sldMk cId="1635356765" sldId="560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7:11.020" v="215" actId="14100"/>
          <ac:spMkLst>
            <pc:docMk/>
            <pc:sldMk cId="1635356765" sldId="560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3:56:55.360" v="211" actId="478"/>
          <ac:spMkLst>
            <pc:docMk/>
            <pc:sldMk cId="1635356765" sldId="560"/>
            <ac:spMk id="8" creationId="{7D9A0B2D-64B6-43F2-960A-1D4F023873B5}"/>
          </ac:spMkLst>
        </pc:spChg>
        <pc:picChg chg="mod">
          <ac:chgData name="Димитър Минчев" userId="6da192e4-d32c-454b-8615-bbadf07b6639" providerId="ADAL" clId="{3F233FFD-5A66-412A-8725-9C0FB3B86EF0}" dt="2023-02-22T13:56:53.611" v="210" actId="1076"/>
          <ac:picMkLst>
            <pc:docMk/>
            <pc:sldMk cId="1635356765" sldId="560"/>
            <ac:picMk id="7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3F233FFD-5A66-412A-8725-9C0FB3B86EF0}" dt="2023-02-22T13:58:09.021" v="234" actId="478"/>
        <pc:sldMkLst>
          <pc:docMk/>
          <pc:sldMk cId="2474685002" sldId="561"/>
        </pc:sldMkLst>
        <pc:spChg chg="del">
          <ac:chgData name="Димитър Минчев" userId="6da192e4-d32c-454b-8615-bbadf07b6639" providerId="ADAL" clId="{3F233FFD-5A66-412A-8725-9C0FB3B86EF0}" dt="2023-02-22T13:57:24.577" v="216" actId="478"/>
          <ac:spMkLst>
            <pc:docMk/>
            <pc:sldMk cId="2474685002" sldId="56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7:50.614" v="227" actId="14100"/>
          <ac:spMkLst>
            <pc:docMk/>
            <pc:sldMk cId="2474685002" sldId="561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8:07.042" v="233" actId="207"/>
          <ac:spMkLst>
            <pc:docMk/>
            <pc:sldMk cId="2474685002" sldId="561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3:58:09.021" v="234" actId="478"/>
          <ac:spMkLst>
            <pc:docMk/>
            <pc:sldMk cId="2474685002" sldId="561"/>
            <ac:spMk id="7" creationId="{7563A3CF-AFA4-4051-B38F-CB3F564692BF}"/>
          </ac:spMkLst>
        </pc:spChg>
        <pc:spChg chg="add del mod">
          <ac:chgData name="Димитър Минчев" userId="6da192e4-d32c-454b-8615-bbadf07b6639" providerId="ADAL" clId="{3F233FFD-5A66-412A-8725-9C0FB3B86EF0}" dt="2023-02-22T13:57:25.890" v="217" actId="478"/>
          <ac:spMkLst>
            <pc:docMk/>
            <pc:sldMk cId="2474685002" sldId="561"/>
            <ac:spMk id="8" creationId="{B47AD7F4-97B9-342C-66F9-17644DA4B715}"/>
          </ac:spMkLst>
        </pc:spChg>
        <pc:spChg chg="add mod">
          <ac:chgData name="Димитър Минчев" userId="6da192e4-d32c-454b-8615-bbadf07b6639" providerId="ADAL" clId="{3F233FFD-5A66-412A-8725-9C0FB3B86EF0}" dt="2023-02-22T13:57:46.305" v="225" actId="1076"/>
          <ac:spMkLst>
            <pc:docMk/>
            <pc:sldMk cId="2474685002" sldId="561"/>
            <ac:spMk id="9" creationId="{4AAA1F3F-988C-599A-54B4-1B90BADA16D9}"/>
          </ac:spMkLst>
        </pc:spChg>
        <pc:picChg chg="mod">
          <ac:chgData name="Димитър Минчев" userId="6da192e4-d32c-454b-8615-bbadf07b6639" providerId="ADAL" clId="{3F233FFD-5A66-412A-8725-9C0FB3B86EF0}" dt="2023-02-22T13:57:58.065" v="230" actId="1076"/>
          <ac:picMkLst>
            <pc:docMk/>
            <pc:sldMk cId="2474685002" sldId="561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3F233FFD-5A66-412A-8725-9C0FB3B86EF0}" dt="2023-02-22T13:58:27.440" v="242" actId="27636"/>
        <pc:sldMkLst>
          <pc:docMk/>
          <pc:sldMk cId="3836202005" sldId="562"/>
        </pc:sldMkLst>
        <pc:spChg chg="mod">
          <ac:chgData name="Димитър Минчев" userId="6da192e4-d32c-454b-8615-bbadf07b6639" providerId="ADAL" clId="{3F233FFD-5A66-412A-8725-9C0FB3B86EF0}" dt="2023-02-22T13:58:16.187" v="235" actId="2711"/>
          <ac:spMkLst>
            <pc:docMk/>
            <pc:sldMk cId="3836202005" sldId="56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8:27.440" v="242" actId="27636"/>
          <ac:spMkLst>
            <pc:docMk/>
            <pc:sldMk cId="3836202005" sldId="562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3:58:19.078" v="237" actId="478"/>
          <ac:spMkLst>
            <pc:docMk/>
            <pc:sldMk cId="3836202005" sldId="562"/>
            <ac:spMk id="5" creationId="{06299607-F739-4C6A-90AE-1CD3B58249F0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3:59:20.594" v="295" actId="478"/>
        <pc:sldMkLst>
          <pc:docMk/>
          <pc:sldMk cId="2836447917" sldId="563"/>
        </pc:sldMkLst>
        <pc:spChg chg="mod">
          <ac:chgData name="Димитър Минчев" userId="6da192e4-d32c-454b-8615-bbadf07b6639" providerId="ADAL" clId="{3F233FFD-5A66-412A-8725-9C0FB3B86EF0}" dt="2023-02-22T13:59:12.575" v="291" actId="2711"/>
          <ac:spMkLst>
            <pc:docMk/>
            <pc:sldMk cId="2836447917" sldId="56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9:18.585" v="294" actId="207"/>
          <ac:spMkLst>
            <pc:docMk/>
            <pc:sldMk cId="2836447917" sldId="563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9:18.585" v="294" actId="207"/>
          <ac:spMkLst>
            <pc:docMk/>
            <pc:sldMk cId="2836447917" sldId="563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3:59:20.594" v="295" actId="478"/>
          <ac:spMkLst>
            <pc:docMk/>
            <pc:sldMk cId="2836447917" sldId="563"/>
            <ac:spMk id="9" creationId="{17613038-8295-46CC-9710-70CA4EAAEBCF}"/>
          </ac:spMkLst>
        </pc:spChg>
        <pc:picChg chg="mod">
          <ac:chgData name="Димитър Минчев" userId="6da192e4-d32c-454b-8615-bbadf07b6639" providerId="ADAL" clId="{3F233FFD-5A66-412A-8725-9C0FB3B86EF0}" dt="2023-02-22T13:59:04.689" v="289" actId="1076"/>
          <ac:picMkLst>
            <pc:docMk/>
            <pc:sldMk cId="2836447917" sldId="563"/>
            <ac:picMk id="7" creationId="{00000000-0000-0000-0000-000000000000}"/>
          </ac:picMkLst>
        </pc:picChg>
        <pc:picChg chg="mod">
          <ac:chgData name="Димитър Минчев" userId="6da192e4-d32c-454b-8615-bbadf07b6639" providerId="ADAL" clId="{3F233FFD-5A66-412A-8725-9C0FB3B86EF0}" dt="2023-02-22T13:59:04.689" v="289" actId="1076"/>
          <ac:picMkLst>
            <pc:docMk/>
            <pc:sldMk cId="2836447917" sldId="563"/>
            <ac:picMk id="8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3F233FFD-5A66-412A-8725-9C0FB3B86EF0}" dt="2023-02-22T13:59:47.708" v="305" actId="478"/>
        <pc:sldMkLst>
          <pc:docMk/>
          <pc:sldMk cId="3344000270" sldId="564"/>
        </pc:sldMkLst>
        <pc:spChg chg="mod">
          <ac:chgData name="Димитър Минчев" userId="6da192e4-d32c-454b-8615-bbadf07b6639" providerId="ADAL" clId="{3F233FFD-5A66-412A-8725-9C0FB3B86EF0}" dt="2023-02-22T13:59:43.684" v="303" actId="1076"/>
          <ac:spMkLst>
            <pc:docMk/>
            <pc:sldMk cId="3344000270" sldId="56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59:41.663" v="302" actId="1076"/>
          <ac:spMkLst>
            <pc:docMk/>
            <pc:sldMk cId="3344000270" sldId="564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3:59:47.708" v="305" actId="478"/>
          <ac:spMkLst>
            <pc:docMk/>
            <pc:sldMk cId="3344000270" sldId="564"/>
            <ac:spMk id="5" creationId="{CB55AB46-1C9D-406A-9815-99D5B21562A5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02:03.901" v="351" actId="113"/>
        <pc:sldMkLst>
          <pc:docMk/>
          <pc:sldMk cId="1333877934" sldId="565"/>
        </pc:sldMkLst>
        <pc:spChg chg="mod">
          <ac:chgData name="Димитър Минчев" userId="6da192e4-d32c-454b-8615-bbadf07b6639" providerId="ADAL" clId="{3F233FFD-5A66-412A-8725-9C0FB3B86EF0}" dt="2023-02-22T14:01:15.976" v="334" actId="20577"/>
          <ac:spMkLst>
            <pc:docMk/>
            <pc:sldMk cId="1333877934" sldId="56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2:03.901" v="351" actId="113"/>
          <ac:spMkLst>
            <pc:docMk/>
            <pc:sldMk cId="1333877934" sldId="565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0:40.546" v="317" actId="14100"/>
          <ac:spMkLst>
            <pc:docMk/>
            <pc:sldMk cId="1333877934" sldId="565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0:40.546" v="317" actId="14100"/>
          <ac:spMkLst>
            <pc:docMk/>
            <pc:sldMk cId="1333877934" sldId="565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0:40.546" v="317" actId="14100"/>
          <ac:spMkLst>
            <pc:docMk/>
            <pc:sldMk cId="1333877934" sldId="565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00:30.496" v="313" actId="478"/>
          <ac:spMkLst>
            <pc:docMk/>
            <pc:sldMk cId="1333877934" sldId="565"/>
            <ac:spMk id="13" creationId="{55881959-606C-4019-81A4-462F44115A7F}"/>
          </ac:spMkLst>
        </pc:spChg>
        <pc:picChg chg="mod">
          <ac:chgData name="Димитър Минчев" userId="6da192e4-d32c-454b-8615-bbadf07b6639" providerId="ADAL" clId="{3F233FFD-5A66-412A-8725-9C0FB3B86EF0}" dt="2023-02-22T14:00:49.335" v="318" actId="1076"/>
          <ac:picMkLst>
            <pc:docMk/>
            <pc:sldMk cId="1333877934" sldId="565"/>
            <ac:picMk id="8" creationId="{00000000-0000-0000-0000-000000000000}"/>
          </ac:picMkLst>
        </pc:picChg>
        <pc:picChg chg="mod">
          <ac:chgData name="Димитър Минчев" userId="6da192e4-d32c-454b-8615-bbadf07b6639" providerId="ADAL" clId="{3F233FFD-5A66-412A-8725-9C0FB3B86EF0}" dt="2023-02-22T14:00:49.335" v="318" actId="1076"/>
          <ac:picMkLst>
            <pc:docMk/>
            <pc:sldMk cId="1333877934" sldId="565"/>
            <ac:picMk id="11" creationId="{00000000-0000-0000-0000-000000000000}"/>
          </ac:picMkLst>
        </pc:picChg>
        <pc:picChg chg="mod">
          <ac:chgData name="Димитър Минчев" userId="6da192e4-d32c-454b-8615-bbadf07b6639" providerId="ADAL" clId="{3F233FFD-5A66-412A-8725-9C0FB3B86EF0}" dt="2023-02-22T14:00:49.335" v="318" actId="1076"/>
          <ac:picMkLst>
            <pc:docMk/>
            <pc:sldMk cId="1333877934" sldId="565"/>
            <ac:picMk id="12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3F233FFD-5A66-412A-8725-9C0FB3B86EF0}" dt="2023-02-22T14:01:55.199" v="349" actId="478"/>
        <pc:sldMkLst>
          <pc:docMk/>
          <pc:sldMk cId="2698384179" sldId="566"/>
        </pc:sldMkLst>
        <pc:spChg chg="del">
          <ac:chgData name="Димитър Минчев" userId="6da192e4-d32c-454b-8615-bbadf07b6639" providerId="ADAL" clId="{3F233FFD-5A66-412A-8725-9C0FB3B86EF0}" dt="2023-02-22T14:01:23.200" v="335" actId="478"/>
          <ac:spMkLst>
            <pc:docMk/>
            <pc:sldMk cId="2698384179" sldId="56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1:41.648" v="343" actId="20577"/>
          <ac:spMkLst>
            <pc:docMk/>
            <pc:sldMk cId="2698384179" sldId="566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1:53.605" v="348" actId="207"/>
          <ac:spMkLst>
            <pc:docMk/>
            <pc:sldMk cId="2698384179" sldId="566"/>
            <ac:spMk id="5" creationId="{00000000-0000-0000-0000-000000000000}"/>
          </ac:spMkLst>
        </pc:spChg>
        <pc:spChg chg="add del mod">
          <ac:chgData name="Димитър Минчев" userId="6da192e4-d32c-454b-8615-bbadf07b6639" providerId="ADAL" clId="{3F233FFD-5A66-412A-8725-9C0FB3B86EF0}" dt="2023-02-22T14:01:24.927" v="336" actId="478"/>
          <ac:spMkLst>
            <pc:docMk/>
            <pc:sldMk cId="2698384179" sldId="566"/>
            <ac:spMk id="6" creationId="{BBA59704-0D22-170D-EB82-B34DA00B5730}"/>
          </ac:spMkLst>
        </pc:spChg>
        <pc:spChg chg="del mod">
          <ac:chgData name="Димитър Минчев" userId="6da192e4-d32c-454b-8615-bbadf07b6639" providerId="ADAL" clId="{3F233FFD-5A66-412A-8725-9C0FB3B86EF0}" dt="2023-02-22T14:01:55.199" v="349" actId="478"/>
          <ac:spMkLst>
            <pc:docMk/>
            <pc:sldMk cId="2698384179" sldId="566"/>
            <ac:spMk id="7" creationId="{62D7791C-38E5-4D63-B050-92CA8DA15423}"/>
          </ac:spMkLst>
        </pc:spChg>
        <pc:spChg chg="add mod">
          <ac:chgData name="Димитър Минчев" userId="6da192e4-d32c-454b-8615-bbadf07b6639" providerId="ADAL" clId="{3F233FFD-5A66-412A-8725-9C0FB3B86EF0}" dt="2023-02-22T14:01:28.462" v="338" actId="20577"/>
          <ac:spMkLst>
            <pc:docMk/>
            <pc:sldMk cId="2698384179" sldId="566"/>
            <ac:spMk id="9" creationId="{E008121C-A984-99E9-FE6C-46E3C4C38795}"/>
          </ac:spMkLst>
        </pc:spChg>
      </pc:sldChg>
      <pc:sldChg chg="addSp delSp modSp add mod">
        <pc:chgData name="Димитър Минчев" userId="6da192e4-d32c-454b-8615-bbadf07b6639" providerId="ADAL" clId="{3F233FFD-5A66-412A-8725-9C0FB3B86EF0}" dt="2023-02-22T14:02:47.988" v="369" actId="1076"/>
        <pc:sldMkLst>
          <pc:docMk/>
          <pc:sldMk cId="3196098796" sldId="567"/>
        </pc:sldMkLst>
        <pc:spChg chg="del mod">
          <ac:chgData name="Димитър Минчев" userId="6da192e4-d32c-454b-8615-bbadf07b6639" providerId="ADAL" clId="{3F233FFD-5A66-412A-8725-9C0FB3B86EF0}" dt="2023-02-22T14:02:28.294" v="360" actId="478"/>
          <ac:spMkLst>
            <pc:docMk/>
            <pc:sldMk cId="3196098796" sldId="56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2:20.294" v="357" actId="27636"/>
          <ac:spMkLst>
            <pc:docMk/>
            <pc:sldMk cId="3196098796" sldId="567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2:44.260" v="368" actId="207"/>
          <ac:spMkLst>
            <pc:docMk/>
            <pc:sldMk cId="3196098796" sldId="567"/>
            <ac:spMk id="5" creationId="{00000000-0000-0000-0000-000000000000}"/>
          </ac:spMkLst>
        </pc:spChg>
        <pc:spChg chg="add del mod">
          <ac:chgData name="Димитър Минчев" userId="6da192e4-d32c-454b-8615-bbadf07b6639" providerId="ADAL" clId="{3F233FFD-5A66-412A-8725-9C0FB3B86EF0}" dt="2023-02-22T14:02:29.179" v="361" actId="478"/>
          <ac:spMkLst>
            <pc:docMk/>
            <pc:sldMk cId="3196098796" sldId="567"/>
            <ac:spMk id="6" creationId="{C384246A-093C-4768-3AE2-CE82A08CDF82}"/>
          </ac:spMkLst>
        </pc:spChg>
        <pc:spChg chg="del mod">
          <ac:chgData name="Димитър Минчев" userId="6da192e4-d32c-454b-8615-bbadf07b6639" providerId="ADAL" clId="{3F233FFD-5A66-412A-8725-9C0FB3B86EF0}" dt="2023-02-22T14:02:34.709" v="364" actId="478"/>
          <ac:spMkLst>
            <pc:docMk/>
            <pc:sldMk cId="3196098796" sldId="567"/>
            <ac:spMk id="7" creationId="{132B6EC9-D283-4966-8F07-15E0125EBABF}"/>
          </ac:spMkLst>
        </pc:spChg>
        <pc:spChg chg="add mod">
          <ac:chgData name="Димитър Минчев" userId="6da192e4-d32c-454b-8615-bbadf07b6639" providerId="ADAL" clId="{3F233FFD-5A66-412A-8725-9C0FB3B86EF0}" dt="2023-02-22T14:02:32.253" v="363" actId="20577"/>
          <ac:spMkLst>
            <pc:docMk/>
            <pc:sldMk cId="3196098796" sldId="567"/>
            <ac:spMk id="9" creationId="{895D54FE-4745-66B8-0BEA-53D859F37C65}"/>
          </ac:spMkLst>
        </pc:spChg>
        <pc:picChg chg="mod">
          <ac:chgData name="Димитър Минчев" userId="6da192e4-d32c-454b-8615-bbadf07b6639" providerId="ADAL" clId="{3F233FFD-5A66-412A-8725-9C0FB3B86EF0}" dt="2023-02-22T14:02:47.988" v="369" actId="1076"/>
          <ac:picMkLst>
            <pc:docMk/>
            <pc:sldMk cId="3196098796" sldId="567"/>
            <ac:picMk id="8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3F233FFD-5A66-412A-8725-9C0FB3B86EF0}" dt="2023-02-22T14:04:10.767" v="394" actId="478"/>
        <pc:sldMkLst>
          <pc:docMk/>
          <pc:sldMk cId="4239896003" sldId="568"/>
        </pc:sldMkLst>
        <pc:spChg chg="del">
          <ac:chgData name="Димитър Минчев" userId="6da192e4-d32c-454b-8615-bbadf07b6639" providerId="ADAL" clId="{3F233FFD-5A66-412A-8725-9C0FB3B86EF0}" dt="2023-02-22T14:03:55.141" v="387" actId="478"/>
          <ac:spMkLst>
            <pc:docMk/>
            <pc:sldMk cId="4239896003" sldId="56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3:35.719" v="381" actId="113"/>
          <ac:spMkLst>
            <pc:docMk/>
            <pc:sldMk cId="4239896003" sldId="568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4:09.225" v="393" actId="207"/>
          <ac:spMkLst>
            <pc:docMk/>
            <pc:sldMk cId="4239896003" sldId="568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4:09.225" v="393" actId="207"/>
          <ac:spMkLst>
            <pc:docMk/>
            <pc:sldMk cId="4239896003" sldId="568"/>
            <ac:spMk id="6" creationId="{00000000-0000-0000-0000-000000000000}"/>
          </ac:spMkLst>
        </pc:spChg>
        <pc:spChg chg="add del mod">
          <ac:chgData name="Димитър Минчев" userId="6da192e4-d32c-454b-8615-bbadf07b6639" providerId="ADAL" clId="{3F233FFD-5A66-412A-8725-9C0FB3B86EF0}" dt="2023-02-22T14:03:58.071" v="388" actId="478"/>
          <ac:spMkLst>
            <pc:docMk/>
            <pc:sldMk cId="4239896003" sldId="568"/>
            <ac:spMk id="7" creationId="{CBEC8E9C-43BD-67BC-BDC6-2598917689AF}"/>
          </ac:spMkLst>
        </pc:spChg>
        <pc:spChg chg="add mod">
          <ac:chgData name="Димитър Минчев" userId="6da192e4-d32c-454b-8615-bbadf07b6639" providerId="ADAL" clId="{3F233FFD-5A66-412A-8725-9C0FB3B86EF0}" dt="2023-02-22T14:04:01.600" v="390" actId="20577"/>
          <ac:spMkLst>
            <pc:docMk/>
            <pc:sldMk cId="4239896003" sldId="568"/>
            <ac:spMk id="8" creationId="{7CAA3158-FC35-BD93-7346-9F33DBCF42DE}"/>
          </ac:spMkLst>
        </pc:spChg>
        <pc:spChg chg="del mod">
          <ac:chgData name="Димитър Минчев" userId="6da192e4-d32c-454b-8615-bbadf07b6639" providerId="ADAL" clId="{3F233FFD-5A66-412A-8725-9C0FB3B86EF0}" dt="2023-02-22T14:04:10.767" v="394" actId="478"/>
          <ac:spMkLst>
            <pc:docMk/>
            <pc:sldMk cId="4239896003" sldId="568"/>
            <ac:spMk id="11" creationId="{522B06A9-EBC4-40B6-BE12-5D5E73D46639}"/>
          </ac:spMkLst>
        </pc:spChg>
        <pc:picChg chg="mod">
          <ac:chgData name="Димитър Минчев" userId="6da192e4-d32c-454b-8615-bbadf07b6639" providerId="ADAL" clId="{3F233FFD-5A66-412A-8725-9C0FB3B86EF0}" dt="2023-02-22T14:03:50.774" v="385" actId="1076"/>
          <ac:picMkLst>
            <pc:docMk/>
            <pc:sldMk cId="4239896003" sldId="568"/>
            <ac:picMk id="9" creationId="{00000000-0000-0000-0000-000000000000}"/>
          </ac:picMkLst>
        </pc:picChg>
        <pc:picChg chg="mod">
          <ac:chgData name="Димитър Минчев" userId="6da192e4-d32c-454b-8615-bbadf07b6639" providerId="ADAL" clId="{3F233FFD-5A66-412A-8725-9C0FB3B86EF0}" dt="2023-02-22T14:03:52.795" v="386" actId="1076"/>
          <ac:picMkLst>
            <pc:docMk/>
            <pc:sldMk cId="4239896003" sldId="568"/>
            <ac:picMk id="1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3F233FFD-5A66-412A-8725-9C0FB3B86EF0}" dt="2023-02-22T14:05:01.653" v="412" actId="207"/>
        <pc:sldMkLst>
          <pc:docMk/>
          <pc:sldMk cId="382110927" sldId="569"/>
        </pc:sldMkLst>
        <pc:spChg chg="mod">
          <ac:chgData name="Димитър Минчев" userId="6da192e4-d32c-454b-8615-bbadf07b6639" providerId="ADAL" clId="{3F233FFD-5A66-412A-8725-9C0FB3B86EF0}" dt="2023-02-22T14:04:27.158" v="395" actId="2711"/>
          <ac:spMkLst>
            <pc:docMk/>
            <pc:sldMk cId="382110927" sldId="56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4:43.936" v="405" actId="20577"/>
          <ac:spMkLst>
            <pc:docMk/>
            <pc:sldMk cId="382110927" sldId="569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5:01.653" v="412" actId="207"/>
          <ac:spMkLst>
            <pc:docMk/>
            <pc:sldMk cId="382110927" sldId="569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04:54.230" v="409" actId="478"/>
          <ac:spMkLst>
            <pc:docMk/>
            <pc:sldMk cId="382110927" sldId="569"/>
            <ac:spMk id="7" creationId="{E5235CB7-0BD2-4F81-8F33-4AEB8612107B}"/>
          </ac:spMkLst>
        </pc:spChg>
        <pc:picChg chg="mod">
          <ac:chgData name="Димитър Минчев" userId="6da192e4-d32c-454b-8615-bbadf07b6639" providerId="ADAL" clId="{3F233FFD-5A66-412A-8725-9C0FB3B86EF0}" dt="2023-02-22T14:04:52.271" v="408" actId="1076"/>
          <ac:picMkLst>
            <pc:docMk/>
            <pc:sldMk cId="382110927" sldId="569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3F233FFD-5A66-412A-8725-9C0FB3B86EF0}" dt="2023-02-22T14:08:54.340" v="484" actId="478"/>
        <pc:sldMkLst>
          <pc:docMk/>
          <pc:sldMk cId="3936101843" sldId="570"/>
        </pc:sldMkLst>
        <pc:spChg chg="mod">
          <ac:chgData name="Димитър Минчев" userId="6da192e4-d32c-454b-8615-bbadf07b6639" providerId="ADAL" clId="{3F233FFD-5A66-412A-8725-9C0FB3B86EF0}" dt="2023-02-22T14:08:35.544" v="475" actId="2711"/>
          <ac:spMkLst>
            <pc:docMk/>
            <pc:sldMk cId="3936101843" sldId="57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8:39.100" v="478" actId="113"/>
          <ac:spMkLst>
            <pc:docMk/>
            <pc:sldMk cId="3936101843" sldId="570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8:49.290" v="482" actId="207"/>
          <ac:spMkLst>
            <pc:docMk/>
            <pc:sldMk cId="3936101843" sldId="570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08:54.340" v="484" actId="478"/>
          <ac:spMkLst>
            <pc:docMk/>
            <pc:sldMk cId="3936101843" sldId="570"/>
            <ac:spMk id="8" creationId="{838132BD-970C-465C-A97D-296975EB48FC}"/>
          </ac:spMkLst>
        </pc:spChg>
        <pc:picChg chg="mod">
          <ac:chgData name="Димитър Минчев" userId="6da192e4-d32c-454b-8615-bbadf07b6639" providerId="ADAL" clId="{3F233FFD-5A66-412A-8725-9C0FB3B86EF0}" dt="2023-02-22T14:08:52.472" v="483" actId="1076"/>
          <ac:picMkLst>
            <pc:docMk/>
            <pc:sldMk cId="3936101843" sldId="570"/>
            <ac:picMk id="7" creationId="{00000000-0000-0000-0000-000000000000}"/>
          </ac:picMkLst>
        </pc:picChg>
      </pc:sldChg>
      <pc:sldChg chg="modSp mod">
        <pc:chgData name="Димитър Минчев" userId="6da192e4-d32c-454b-8615-bbadf07b6639" providerId="ADAL" clId="{3F233FFD-5A66-412A-8725-9C0FB3B86EF0}" dt="2023-02-22T13:48:54.225" v="8" actId="255"/>
        <pc:sldMkLst>
          <pc:docMk/>
          <pc:sldMk cId="2385751420" sldId="571"/>
        </pc:sldMkLst>
        <pc:spChg chg="mod">
          <ac:chgData name="Димитър Минчев" userId="6da192e4-d32c-454b-8615-bbadf07b6639" providerId="ADAL" clId="{3F233FFD-5A66-412A-8725-9C0FB3B86EF0}" dt="2023-02-22T13:48:54.225" v="8" actId="255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10:58.795" v="557" actId="478"/>
        <pc:sldMkLst>
          <pc:docMk/>
          <pc:sldMk cId="3862827995" sldId="573"/>
        </pc:sldMkLst>
        <pc:spChg chg="mod">
          <ac:chgData name="Димитър Минчев" userId="6da192e4-d32c-454b-8615-bbadf07b6639" providerId="ADAL" clId="{3F233FFD-5A66-412A-8725-9C0FB3B86EF0}" dt="2023-02-22T14:10:25.452" v="543" actId="2711"/>
          <ac:spMkLst>
            <pc:docMk/>
            <pc:sldMk cId="3862827995" sldId="57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0:56.943" v="556" actId="207"/>
          <ac:spMkLst>
            <pc:docMk/>
            <pc:sldMk cId="3862827995" sldId="573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0:40.783" v="551" actId="6549"/>
          <ac:spMkLst>
            <pc:docMk/>
            <pc:sldMk cId="3862827995" sldId="573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10:58.795" v="557" actId="478"/>
          <ac:spMkLst>
            <pc:docMk/>
            <pc:sldMk cId="3862827995" sldId="573"/>
            <ac:spMk id="8" creationId="{51AC8886-A2FC-4FFA-8B77-07B3E9ECCA34}"/>
          </ac:spMkLst>
        </pc:spChg>
        <pc:picChg chg="mod">
          <ac:chgData name="Димитър Минчев" userId="6da192e4-d32c-454b-8615-bbadf07b6639" providerId="ADAL" clId="{3F233FFD-5A66-412A-8725-9C0FB3B86EF0}" dt="2023-02-22T14:10:50.457" v="554" actId="1076"/>
          <ac:picMkLst>
            <pc:docMk/>
            <pc:sldMk cId="3862827995" sldId="573"/>
            <ac:picMk id="7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3F233FFD-5A66-412A-8725-9C0FB3B86EF0}" dt="2023-02-22T14:12:30.726" v="596" actId="478"/>
        <pc:sldMkLst>
          <pc:docMk/>
          <pc:sldMk cId="1786777019" sldId="574"/>
        </pc:sldMkLst>
        <pc:spChg chg="mod">
          <ac:chgData name="Димитър Минчев" userId="6da192e4-d32c-454b-8615-bbadf07b6639" providerId="ADAL" clId="{3F233FFD-5A66-412A-8725-9C0FB3B86EF0}" dt="2023-02-22T14:11:15.136" v="575" actId="2711"/>
          <ac:spMkLst>
            <pc:docMk/>
            <pc:sldMk cId="1786777019" sldId="57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2:25.671" v="595"/>
          <ac:spMkLst>
            <pc:docMk/>
            <pc:sldMk cId="1786777019" sldId="574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2:10.535" v="588" actId="113"/>
          <ac:spMkLst>
            <pc:docMk/>
            <pc:sldMk cId="1786777019" sldId="574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12:30.726" v="596" actId="478"/>
          <ac:spMkLst>
            <pc:docMk/>
            <pc:sldMk cId="1786777019" sldId="574"/>
            <ac:spMk id="8" creationId="{27F40B19-DBD7-4483-9B81-E964B6F125B1}"/>
          </ac:spMkLst>
        </pc:spChg>
        <pc:picChg chg="mod">
          <ac:chgData name="Димитър Минчев" userId="6da192e4-d32c-454b-8615-bbadf07b6639" providerId="ADAL" clId="{3F233FFD-5A66-412A-8725-9C0FB3B86EF0}" dt="2023-02-22T14:11:31.303" v="582" actId="1076"/>
          <ac:picMkLst>
            <pc:docMk/>
            <pc:sldMk cId="1786777019" sldId="574"/>
            <ac:picMk id="7" creationId="{00000000-0000-0000-0000-000000000000}"/>
          </ac:picMkLst>
        </pc:picChg>
      </pc:sldChg>
      <pc:sldChg chg="modSp add mod">
        <pc:chgData name="Димитър Минчев" userId="6da192e4-d32c-454b-8615-bbadf07b6639" providerId="ADAL" clId="{3F233FFD-5A66-412A-8725-9C0FB3B86EF0}" dt="2023-02-22T14:13:02.082" v="621" actId="1076"/>
        <pc:sldMkLst>
          <pc:docMk/>
          <pc:sldMk cId="2932080868" sldId="575"/>
        </pc:sldMkLst>
        <pc:spChg chg="mod">
          <ac:chgData name="Димитър Минчев" userId="6da192e4-d32c-454b-8615-bbadf07b6639" providerId="ADAL" clId="{3F233FFD-5A66-412A-8725-9C0FB3B86EF0}" dt="2023-02-22T14:12:45.800" v="614" actId="2711"/>
          <ac:spMkLst>
            <pc:docMk/>
            <pc:sldMk cId="2932080868" sldId="57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2:45.800" v="614" actId="2711"/>
          <ac:spMkLst>
            <pc:docMk/>
            <pc:sldMk cId="2932080868" sldId="575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3:00.137" v="620" actId="14100"/>
          <ac:spMkLst>
            <pc:docMk/>
            <pc:sldMk cId="2932080868" sldId="575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3:49:07.301" v="9"/>
          <ac:spMkLst>
            <pc:docMk/>
            <pc:sldMk cId="2932080868" sldId="575"/>
            <ac:spMk id="7" creationId="{3EAE81CA-9EE7-4310-A0D0-5AF5C4E2BEF3}"/>
          </ac:spMkLst>
        </pc:spChg>
        <pc:picChg chg="mod">
          <ac:chgData name="Димитър Минчев" userId="6da192e4-d32c-454b-8615-bbadf07b6639" providerId="ADAL" clId="{3F233FFD-5A66-412A-8725-9C0FB3B86EF0}" dt="2023-02-22T14:13:02.082" v="621" actId="1076"/>
          <ac:picMkLst>
            <pc:docMk/>
            <pc:sldMk cId="2932080868" sldId="575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3F233FFD-5A66-412A-8725-9C0FB3B86EF0}" dt="2023-02-22T14:13:41.370" v="632" actId="478"/>
        <pc:sldMkLst>
          <pc:docMk/>
          <pc:sldMk cId="11597366" sldId="576"/>
        </pc:sldMkLst>
        <pc:spChg chg="mod">
          <ac:chgData name="Димитър Минчев" userId="6da192e4-d32c-454b-8615-bbadf07b6639" providerId="ADAL" clId="{3F233FFD-5A66-412A-8725-9C0FB3B86EF0}" dt="2023-02-22T14:13:26.068" v="626" actId="404"/>
          <ac:spMkLst>
            <pc:docMk/>
            <pc:sldMk cId="11597366" sldId="57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3:20.297" v="623" actId="2711"/>
          <ac:spMkLst>
            <pc:docMk/>
            <pc:sldMk cId="11597366" sldId="576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3:38.337" v="631" actId="207"/>
          <ac:spMkLst>
            <pc:docMk/>
            <pc:sldMk cId="11597366" sldId="576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13:41.370" v="632" actId="478"/>
          <ac:spMkLst>
            <pc:docMk/>
            <pc:sldMk cId="11597366" sldId="576"/>
            <ac:spMk id="7" creationId="{2BA85D78-472E-4D67-B96C-8257A0A70D52}"/>
          </ac:spMkLst>
        </pc:spChg>
        <pc:picChg chg="mod">
          <ac:chgData name="Димитър Минчев" userId="6da192e4-d32c-454b-8615-bbadf07b6639" providerId="ADAL" clId="{3F233FFD-5A66-412A-8725-9C0FB3B86EF0}" dt="2023-02-22T14:13:30.021" v="627" actId="1076"/>
          <ac:picMkLst>
            <pc:docMk/>
            <pc:sldMk cId="11597366" sldId="576"/>
            <ac:picMk id="8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3F233FFD-5A66-412A-8725-9C0FB3B86EF0}" dt="2023-02-22T14:15:16.571" v="655" actId="1076"/>
        <pc:sldMkLst>
          <pc:docMk/>
          <pc:sldMk cId="3061645522" sldId="577"/>
        </pc:sldMkLst>
        <pc:spChg chg="mod">
          <ac:chgData name="Димитър Минчев" userId="6da192e4-d32c-454b-8615-bbadf07b6639" providerId="ADAL" clId="{3F233FFD-5A66-412A-8725-9C0FB3B86EF0}" dt="2023-02-22T14:14:04.445" v="638" actId="1076"/>
          <ac:spMkLst>
            <pc:docMk/>
            <pc:sldMk cId="3061645522" sldId="57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5:03.555" v="654" actId="27636"/>
          <ac:spMkLst>
            <pc:docMk/>
            <pc:sldMk cId="3061645522" sldId="577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5:16.571" v="655" actId="1076"/>
          <ac:spMkLst>
            <pc:docMk/>
            <pc:sldMk cId="3061645522" sldId="577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5:16.571" v="655" actId="1076"/>
          <ac:spMkLst>
            <pc:docMk/>
            <pc:sldMk cId="3061645522" sldId="577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5:16.571" v="655" actId="1076"/>
          <ac:spMkLst>
            <pc:docMk/>
            <pc:sldMk cId="3061645522" sldId="577"/>
            <ac:spMk id="9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5:16.571" v="655" actId="1076"/>
          <ac:spMkLst>
            <pc:docMk/>
            <pc:sldMk cId="3061645522" sldId="577"/>
            <ac:spMk id="10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5:16.571" v="655" actId="1076"/>
          <ac:spMkLst>
            <pc:docMk/>
            <pc:sldMk cId="3061645522" sldId="577"/>
            <ac:spMk id="11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14:52.964" v="652" actId="478"/>
          <ac:spMkLst>
            <pc:docMk/>
            <pc:sldMk cId="3061645522" sldId="577"/>
            <ac:spMk id="12" creationId="{35F75578-9A47-47A6-BB32-22ADE736AF2B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15:32.808" v="659" actId="478"/>
        <pc:sldMkLst>
          <pc:docMk/>
          <pc:sldMk cId="979869646" sldId="578"/>
        </pc:sldMkLst>
        <pc:spChg chg="mod">
          <ac:chgData name="Димитър Минчев" userId="6da192e4-d32c-454b-8615-bbadf07b6639" providerId="ADAL" clId="{3F233FFD-5A66-412A-8725-9C0FB3B86EF0}" dt="2023-02-22T14:15:23.132" v="656" actId="2711"/>
          <ac:spMkLst>
            <pc:docMk/>
            <pc:sldMk cId="979869646" sldId="57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5:29.317" v="658" actId="113"/>
          <ac:spMkLst>
            <pc:docMk/>
            <pc:sldMk cId="979869646" sldId="57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15:32.808" v="659" actId="478"/>
          <ac:spMkLst>
            <pc:docMk/>
            <pc:sldMk cId="979869646" sldId="578"/>
            <ac:spMk id="5" creationId="{62C87F2B-5A6C-41A5-BA49-2CF2F86E9088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16:51.008" v="682"/>
        <pc:sldMkLst>
          <pc:docMk/>
          <pc:sldMk cId="1704702032" sldId="579"/>
        </pc:sldMkLst>
        <pc:spChg chg="mod">
          <ac:chgData name="Димитър Минчев" userId="6da192e4-d32c-454b-8615-bbadf07b6639" providerId="ADAL" clId="{3F233FFD-5A66-412A-8725-9C0FB3B86EF0}" dt="2023-02-22T14:15:39.916" v="660" actId="2711"/>
          <ac:spMkLst>
            <pc:docMk/>
            <pc:sldMk cId="1704702032" sldId="57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6:08.738" v="671" actId="27636"/>
          <ac:spMkLst>
            <pc:docMk/>
            <pc:sldMk cId="1704702032" sldId="579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6:51.008" v="682"/>
          <ac:spMkLst>
            <pc:docMk/>
            <pc:sldMk cId="1704702032" sldId="579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6:51.008" v="682"/>
          <ac:spMkLst>
            <pc:docMk/>
            <pc:sldMk cId="1704702032" sldId="579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6:51.008" v="682"/>
          <ac:spMkLst>
            <pc:docMk/>
            <pc:sldMk cId="1704702032" sldId="579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16:41.869" v="679" actId="478"/>
          <ac:spMkLst>
            <pc:docMk/>
            <pc:sldMk cId="1704702032" sldId="579"/>
            <ac:spMk id="11" creationId="{6B90DA91-8EF9-4B2D-B679-8F0912E7011D}"/>
          </ac:spMkLst>
        </pc:spChg>
        <pc:picChg chg="mod">
          <ac:chgData name="Димитър Минчев" userId="6da192e4-d32c-454b-8615-bbadf07b6639" providerId="ADAL" clId="{3F233FFD-5A66-412A-8725-9C0FB3B86EF0}" dt="2023-02-22T14:16:36.482" v="676" actId="1076"/>
          <ac:picMkLst>
            <pc:docMk/>
            <pc:sldMk cId="1704702032" sldId="579"/>
            <ac:picMk id="8" creationId="{00000000-0000-0000-0000-000000000000}"/>
          </ac:picMkLst>
        </pc:picChg>
        <pc:picChg chg="mod">
          <ac:chgData name="Димитър Минчев" userId="6da192e4-d32c-454b-8615-bbadf07b6639" providerId="ADAL" clId="{3F233FFD-5A66-412A-8725-9C0FB3B86EF0}" dt="2023-02-22T14:16:38.940" v="677" actId="1076"/>
          <ac:picMkLst>
            <pc:docMk/>
            <pc:sldMk cId="1704702032" sldId="579"/>
            <ac:picMk id="13" creationId="{00000000-0000-0000-0000-000000000000}"/>
          </ac:picMkLst>
        </pc:picChg>
        <pc:picChg chg="mod">
          <ac:chgData name="Димитър Минчев" userId="6da192e4-d32c-454b-8615-bbadf07b6639" providerId="ADAL" clId="{3F233FFD-5A66-412A-8725-9C0FB3B86EF0}" dt="2023-02-22T14:16:40.524" v="678" actId="1076"/>
          <ac:picMkLst>
            <pc:docMk/>
            <pc:sldMk cId="1704702032" sldId="579"/>
            <ac:picMk id="14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3F233FFD-5A66-412A-8725-9C0FB3B86EF0}" dt="2023-02-22T14:17:03.527" v="685" actId="478"/>
        <pc:sldMkLst>
          <pc:docMk/>
          <pc:sldMk cId="3959054549" sldId="580"/>
        </pc:sldMkLst>
        <pc:spChg chg="mod">
          <ac:chgData name="Димитър Минчев" userId="6da192e4-d32c-454b-8615-bbadf07b6639" providerId="ADAL" clId="{3F233FFD-5A66-412A-8725-9C0FB3B86EF0}" dt="2023-02-22T14:17:01.017" v="683" actId="2711"/>
          <ac:spMkLst>
            <pc:docMk/>
            <pc:sldMk cId="3959054549" sldId="58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7:01.172" v="684" actId="27636"/>
          <ac:spMkLst>
            <pc:docMk/>
            <pc:sldMk cId="3959054549" sldId="58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17:03.527" v="685" actId="478"/>
          <ac:spMkLst>
            <pc:docMk/>
            <pc:sldMk cId="3959054549" sldId="580"/>
            <ac:spMk id="5" creationId="{00920FA3-D0C9-4328-BBD5-B9084335426D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18:53.049" v="732" actId="20577"/>
        <pc:sldMkLst>
          <pc:docMk/>
          <pc:sldMk cId="698925391" sldId="581"/>
        </pc:sldMkLst>
        <pc:spChg chg="mod">
          <ac:chgData name="Димитър Минчев" userId="6da192e4-d32c-454b-8615-bbadf07b6639" providerId="ADAL" clId="{3F233FFD-5A66-412A-8725-9C0FB3B86EF0}" dt="2023-02-22T14:18:53.049" v="732" actId="20577"/>
          <ac:spMkLst>
            <pc:docMk/>
            <pc:sldMk cId="698925391" sldId="58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8:20.112" v="707" actId="1076"/>
          <ac:spMkLst>
            <pc:docMk/>
            <pc:sldMk cId="698925391" sldId="581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8:40.816" v="716" actId="207"/>
          <ac:spMkLst>
            <pc:docMk/>
            <pc:sldMk cId="698925391" sldId="581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8:40.816" v="716" actId="207"/>
          <ac:spMkLst>
            <pc:docMk/>
            <pc:sldMk cId="698925391" sldId="581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8:40.816" v="716" actId="207"/>
          <ac:spMkLst>
            <pc:docMk/>
            <pc:sldMk cId="698925391" sldId="581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18:33.415" v="713" actId="478"/>
          <ac:spMkLst>
            <pc:docMk/>
            <pc:sldMk cId="698925391" sldId="581"/>
            <ac:spMk id="11" creationId="{44D665BF-68A6-4735-A565-2B2D7FB22223}"/>
          </ac:spMkLst>
        </pc:spChg>
        <pc:picChg chg="mod">
          <ac:chgData name="Димитър Минчев" userId="6da192e4-d32c-454b-8615-bbadf07b6639" providerId="ADAL" clId="{3F233FFD-5A66-412A-8725-9C0FB3B86EF0}" dt="2023-02-22T14:18:23.573" v="708" actId="1076"/>
          <ac:picMkLst>
            <pc:docMk/>
            <pc:sldMk cId="698925391" sldId="581"/>
            <ac:picMk id="8" creationId="{00000000-0000-0000-0000-000000000000}"/>
          </ac:picMkLst>
        </pc:picChg>
        <pc:picChg chg="mod">
          <ac:chgData name="Димитър Минчев" userId="6da192e4-d32c-454b-8615-bbadf07b6639" providerId="ADAL" clId="{3F233FFD-5A66-412A-8725-9C0FB3B86EF0}" dt="2023-02-22T14:18:29.131" v="711" actId="1076"/>
          <ac:picMkLst>
            <pc:docMk/>
            <pc:sldMk cId="698925391" sldId="581"/>
            <ac:picMk id="9" creationId="{00000000-0000-0000-0000-000000000000}"/>
          </ac:picMkLst>
        </pc:picChg>
        <pc:picChg chg="mod">
          <ac:chgData name="Димитър Минчев" userId="6da192e4-d32c-454b-8615-bbadf07b6639" providerId="ADAL" clId="{3F233FFD-5A66-412A-8725-9C0FB3B86EF0}" dt="2023-02-22T14:18:30.616" v="712" actId="1076"/>
          <ac:picMkLst>
            <pc:docMk/>
            <pc:sldMk cId="698925391" sldId="581"/>
            <ac:picMk id="12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3F233FFD-5A66-412A-8725-9C0FB3B86EF0}" dt="2023-02-22T14:20:11.909" v="754" actId="478"/>
        <pc:sldMkLst>
          <pc:docMk/>
          <pc:sldMk cId="2079197009" sldId="582"/>
        </pc:sldMkLst>
        <pc:spChg chg="del">
          <ac:chgData name="Димитър Минчев" userId="6da192e4-d32c-454b-8615-bbadf07b6639" providerId="ADAL" clId="{3F233FFD-5A66-412A-8725-9C0FB3B86EF0}" dt="2023-02-22T14:19:01.618" v="733" actId="478"/>
          <ac:spMkLst>
            <pc:docMk/>
            <pc:sldMk cId="2079197009" sldId="58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0:05.743" v="752" actId="1076"/>
          <ac:spMkLst>
            <pc:docMk/>
            <pc:sldMk cId="2079197009" sldId="582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0:10.089" v="753" actId="14100"/>
          <ac:spMkLst>
            <pc:docMk/>
            <pc:sldMk cId="2079197009" sldId="582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0:10.089" v="753" actId="14100"/>
          <ac:spMkLst>
            <pc:docMk/>
            <pc:sldMk cId="2079197009" sldId="582"/>
            <ac:spMk id="6" creationId="{00000000-0000-0000-0000-000000000000}"/>
          </ac:spMkLst>
        </pc:spChg>
        <pc:spChg chg="add del mod">
          <ac:chgData name="Димитър Минчев" userId="6da192e4-d32c-454b-8615-bbadf07b6639" providerId="ADAL" clId="{3F233FFD-5A66-412A-8725-9C0FB3B86EF0}" dt="2023-02-22T14:19:02.886" v="734" actId="478"/>
          <ac:spMkLst>
            <pc:docMk/>
            <pc:sldMk cId="2079197009" sldId="582"/>
            <ac:spMk id="8" creationId="{6FB14193-7052-EB74-8181-3A078A2DB0AE}"/>
          </ac:spMkLst>
        </pc:spChg>
        <pc:spChg chg="del mod">
          <ac:chgData name="Димитър Минчев" userId="6da192e4-d32c-454b-8615-bbadf07b6639" providerId="ADAL" clId="{3F233FFD-5A66-412A-8725-9C0FB3B86EF0}" dt="2023-02-22T14:20:11.909" v="754" actId="478"/>
          <ac:spMkLst>
            <pc:docMk/>
            <pc:sldMk cId="2079197009" sldId="582"/>
            <ac:spMk id="10" creationId="{4E14D83C-6C6E-481D-88B0-8104D2982225}"/>
          </ac:spMkLst>
        </pc:spChg>
        <pc:spChg chg="add mod">
          <ac:chgData name="Димитър Минчев" userId="6da192e4-d32c-454b-8615-bbadf07b6639" providerId="ADAL" clId="{3F233FFD-5A66-412A-8725-9C0FB3B86EF0}" dt="2023-02-22T14:19:22.249" v="741" actId="20577"/>
          <ac:spMkLst>
            <pc:docMk/>
            <pc:sldMk cId="2079197009" sldId="582"/>
            <ac:spMk id="11" creationId="{304B7FB6-59D1-6B72-E725-D3213A47A2B4}"/>
          </ac:spMkLst>
        </pc:spChg>
        <pc:picChg chg="mod">
          <ac:chgData name="Димитър Минчев" userId="6da192e4-d32c-454b-8615-bbadf07b6639" providerId="ADAL" clId="{3F233FFD-5A66-412A-8725-9C0FB3B86EF0}" dt="2023-02-22T14:20:05.743" v="752" actId="1076"/>
          <ac:picMkLst>
            <pc:docMk/>
            <pc:sldMk cId="2079197009" sldId="582"/>
            <ac:picMk id="7" creationId="{00000000-0000-0000-0000-000000000000}"/>
          </ac:picMkLst>
        </pc:picChg>
        <pc:picChg chg="mod">
          <ac:chgData name="Димитър Минчев" userId="6da192e4-d32c-454b-8615-bbadf07b6639" providerId="ADAL" clId="{3F233FFD-5A66-412A-8725-9C0FB3B86EF0}" dt="2023-02-22T14:20:05.743" v="752" actId="1076"/>
          <ac:picMkLst>
            <pc:docMk/>
            <pc:sldMk cId="2079197009" sldId="582"/>
            <ac:picMk id="9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3F233FFD-5A66-412A-8725-9C0FB3B86EF0}" dt="2023-02-22T14:20:59.042" v="772" actId="478"/>
        <pc:sldMkLst>
          <pc:docMk/>
          <pc:sldMk cId="805311265" sldId="583"/>
        </pc:sldMkLst>
        <pc:spChg chg="del">
          <ac:chgData name="Димитър Минчев" userId="6da192e4-d32c-454b-8615-bbadf07b6639" providerId="ADAL" clId="{3F233FFD-5A66-412A-8725-9C0FB3B86EF0}" dt="2023-02-22T14:20:19.339" v="756" actId="478"/>
          <ac:spMkLst>
            <pc:docMk/>
            <pc:sldMk cId="805311265" sldId="58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0:32.162" v="762" actId="20577"/>
          <ac:spMkLst>
            <pc:docMk/>
            <pc:sldMk cId="805311265" sldId="583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0:57.130" v="771" actId="207"/>
          <ac:spMkLst>
            <pc:docMk/>
            <pc:sldMk cId="805311265" sldId="583"/>
            <ac:spMk id="5" creationId="{00000000-0000-0000-0000-000000000000}"/>
          </ac:spMkLst>
        </pc:spChg>
        <pc:spChg chg="add del mod">
          <ac:chgData name="Димитър Минчев" userId="6da192e4-d32c-454b-8615-bbadf07b6639" providerId="ADAL" clId="{3F233FFD-5A66-412A-8725-9C0FB3B86EF0}" dt="2023-02-22T14:20:21.121" v="757" actId="478"/>
          <ac:spMkLst>
            <pc:docMk/>
            <pc:sldMk cId="805311265" sldId="583"/>
            <ac:spMk id="6" creationId="{FCAE3910-7226-BA1D-68B0-ABA50E72D5DE}"/>
          </ac:spMkLst>
        </pc:spChg>
        <pc:spChg chg="mod">
          <ac:chgData name="Димитър Минчев" userId="6da192e4-d32c-454b-8615-bbadf07b6639" providerId="ADAL" clId="{3F233FFD-5A66-412A-8725-9C0FB3B86EF0}" dt="2023-02-22T14:20:57.130" v="771" actId="207"/>
          <ac:spMkLst>
            <pc:docMk/>
            <pc:sldMk cId="805311265" sldId="583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20:59.042" v="772" actId="478"/>
          <ac:spMkLst>
            <pc:docMk/>
            <pc:sldMk cId="805311265" sldId="583"/>
            <ac:spMk id="10" creationId="{30C5FDC1-CEA2-400E-9CB8-EF2B018D3BA1}"/>
          </ac:spMkLst>
        </pc:spChg>
        <pc:spChg chg="add mod">
          <ac:chgData name="Димитър Минчев" userId="6da192e4-d32c-454b-8615-bbadf07b6639" providerId="ADAL" clId="{3F233FFD-5A66-412A-8725-9C0FB3B86EF0}" dt="2023-02-22T14:20:24.283" v="759" actId="20577"/>
          <ac:spMkLst>
            <pc:docMk/>
            <pc:sldMk cId="805311265" sldId="583"/>
            <ac:spMk id="11" creationId="{FCB71D07-99E1-10A3-C785-393BA09EBCBF}"/>
          </ac:spMkLst>
        </pc:spChg>
        <pc:picChg chg="mod">
          <ac:chgData name="Димитър Минчев" userId="6da192e4-d32c-454b-8615-bbadf07b6639" providerId="ADAL" clId="{3F233FFD-5A66-412A-8725-9C0FB3B86EF0}" dt="2023-02-22T14:20:55.882" v="770" actId="13822"/>
          <ac:picMkLst>
            <pc:docMk/>
            <pc:sldMk cId="805311265" sldId="583"/>
            <ac:picMk id="8" creationId="{00000000-0000-0000-0000-000000000000}"/>
          </ac:picMkLst>
        </pc:picChg>
        <pc:picChg chg="mod">
          <ac:chgData name="Димитър Минчев" userId="6da192e4-d32c-454b-8615-bbadf07b6639" providerId="ADAL" clId="{3F233FFD-5A66-412A-8725-9C0FB3B86EF0}" dt="2023-02-22T14:20:44.657" v="767" actId="1076"/>
          <ac:picMkLst>
            <pc:docMk/>
            <pc:sldMk cId="805311265" sldId="583"/>
            <ac:picMk id="9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3F233FFD-5A66-412A-8725-9C0FB3B86EF0}" dt="2023-02-22T14:21:39.637" v="787" actId="478"/>
        <pc:sldMkLst>
          <pc:docMk/>
          <pc:sldMk cId="233115479" sldId="584"/>
        </pc:sldMkLst>
        <pc:spChg chg="mod">
          <ac:chgData name="Димитър Минчев" userId="6da192e4-d32c-454b-8615-bbadf07b6639" providerId="ADAL" clId="{3F233FFD-5A66-412A-8725-9C0FB3B86EF0}" dt="2023-02-22T14:21:18.353" v="776" actId="404"/>
          <ac:spMkLst>
            <pc:docMk/>
            <pc:sldMk cId="233115479" sldId="58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1:23.627" v="781" actId="27636"/>
          <ac:spMkLst>
            <pc:docMk/>
            <pc:sldMk cId="233115479" sldId="584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1:38.170" v="786" actId="207"/>
          <ac:spMkLst>
            <pc:docMk/>
            <pc:sldMk cId="233115479" sldId="584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1:38.170" v="786" actId="207"/>
          <ac:spMkLst>
            <pc:docMk/>
            <pc:sldMk cId="233115479" sldId="584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21:39.637" v="787" actId="478"/>
          <ac:spMkLst>
            <pc:docMk/>
            <pc:sldMk cId="233115479" sldId="584"/>
            <ac:spMk id="7" creationId="{6CE99052-960E-4040-BDDE-908A0A10B58D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22:01.520" v="794" actId="478"/>
        <pc:sldMkLst>
          <pc:docMk/>
          <pc:sldMk cId="3436304869" sldId="585"/>
        </pc:sldMkLst>
        <pc:spChg chg="mod">
          <ac:chgData name="Димитър Минчев" userId="6da192e4-d32c-454b-8615-bbadf07b6639" providerId="ADAL" clId="{3F233FFD-5A66-412A-8725-9C0FB3B86EF0}" dt="2023-02-22T14:21:51.521" v="791" actId="1076"/>
          <ac:spMkLst>
            <pc:docMk/>
            <pc:sldMk cId="3436304869" sldId="58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1:55.924" v="792" actId="1076"/>
          <ac:spMkLst>
            <pc:docMk/>
            <pc:sldMk cId="3436304869" sldId="585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22:01.520" v="794" actId="478"/>
          <ac:spMkLst>
            <pc:docMk/>
            <pc:sldMk cId="3436304869" sldId="585"/>
            <ac:spMk id="5" creationId="{1FE5185A-753B-4B11-91DC-96716689A76E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22:09.859" v="796" actId="478"/>
        <pc:sldMkLst>
          <pc:docMk/>
          <pc:sldMk cId="3222572197" sldId="586"/>
        </pc:sldMkLst>
        <pc:spChg chg="mod">
          <ac:chgData name="Димитър Минчев" userId="6da192e4-d32c-454b-8615-bbadf07b6639" providerId="ADAL" clId="{3F233FFD-5A66-412A-8725-9C0FB3B86EF0}" dt="2023-02-22T14:22:08.216" v="795" actId="2711"/>
          <ac:spMkLst>
            <pc:docMk/>
            <pc:sldMk cId="3222572197" sldId="58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2:08.216" v="795" actId="2711"/>
          <ac:spMkLst>
            <pc:docMk/>
            <pc:sldMk cId="3222572197" sldId="58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22:09.859" v="796" actId="478"/>
          <ac:spMkLst>
            <pc:docMk/>
            <pc:sldMk cId="3222572197" sldId="586"/>
            <ac:spMk id="5" creationId="{03601BAD-9814-46F3-996E-D270590335C8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22:18.918" v="799" actId="478"/>
        <pc:sldMkLst>
          <pc:docMk/>
          <pc:sldMk cId="2492137041" sldId="587"/>
        </pc:sldMkLst>
        <pc:spChg chg="mod">
          <ac:chgData name="Димитър Минчев" userId="6da192e4-d32c-454b-8615-bbadf07b6639" providerId="ADAL" clId="{3F233FFD-5A66-412A-8725-9C0FB3B86EF0}" dt="2023-02-22T14:22:14.508" v="797" actId="2711"/>
          <ac:spMkLst>
            <pc:docMk/>
            <pc:sldMk cId="2492137041" sldId="58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2:14.508" v="797" actId="2711"/>
          <ac:spMkLst>
            <pc:docMk/>
            <pc:sldMk cId="2492137041" sldId="58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22:18.918" v="799" actId="478"/>
          <ac:spMkLst>
            <pc:docMk/>
            <pc:sldMk cId="2492137041" sldId="587"/>
            <ac:spMk id="6" creationId="{D3C331F6-92E8-46D0-B655-645F83186A05}"/>
          </ac:spMkLst>
        </pc:spChg>
        <pc:picChg chg="del">
          <ac:chgData name="Димитър Минчев" userId="6da192e4-d32c-454b-8615-bbadf07b6639" providerId="ADAL" clId="{3F233FFD-5A66-412A-8725-9C0FB3B86EF0}" dt="2023-02-22T14:22:15.757" v="798" actId="478"/>
          <ac:picMkLst>
            <pc:docMk/>
            <pc:sldMk cId="2492137041" sldId="587"/>
            <ac:picMk id="1126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3F233FFD-5A66-412A-8725-9C0FB3B86EF0}" dt="2023-02-22T14:22:43.356" v="805" actId="478"/>
        <pc:sldMkLst>
          <pc:docMk/>
          <pc:sldMk cId="4120844505" sldId="588"/>
        </pc:sldMkLst>
        <pc:spChg chg="mod">
          <ac:chgData name="Димитър Минчев" userId="6da192e4-d32c-454b-8615-bbadf07b6639" providerId="ADAL" clId="{3F233FFD-5A66-412A-8725-9C0FB3B86EF0}" dt="2023-02-22T14:22:30.998" v="801" actId="2711"/>
          <ac:spMkLst>
            <pc:docMk/>
            <pc:sldMk cId="4120844505" sldId="58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2:40.970" v="804" actId="27636"/>
          <ac:spMkLst>
            <pc:docMk/>
            <pc:sldMk cId="4120844505" sldId="58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22:43.356" v="805" actId="478"/>
          <ac:spMkLst>
            <pc:docMk/>
            <pc:sldMk cId="4120844505" sldId="588"/>
            <ac:spMk id="6" creationId="{8A94AC9A-06B7-4D6A-939D-7F2DEFB25C91}"/>
          </ac:spMkLst>
        </pc:spChg>
        <pc:picChg chg="mod">
          <ac:chgData name="Димитър Минчев" userId="6da192e4-d32c-454b-8615-bbadf07b6639" providerId="ADAL" clId="{3F233FFD-5A66-412A-8725-9C0FB3B86EF0}" dt="2023-02-22T14:22:38.140" v="802" actId="1076"/>
          <ac:picMkLst>
            <pc:docMk/>
            <pc:sldMk cId="4120844505" sldId="588"/>
            <ac:picMk id="102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3F233FFD-5A66-412A-8725-9C0FB3B86EF0}" dt="2023-02-22T14:22:50.606" v="807" actId="478"/>
        <pc:sldMkLst>
          <pc:docMk/>
          <pc:sldMk cId="2185169489" sldId="589"/>
        </pc:sldMkLst>
        <pc:spChg chg="mod">
          <ac:chgData name="Димитър Минчев" userId="6da192e4-d32c-454b-8615-bbadf07b6639" providerId="ADAL" clId="{3F233FFD-5A66-412A-8725-9C0FB3B86EF0}" dt="2023-02-22T14:22:48.966" v="806" actId="2711"/>
          <ac:spMkLst>
            <pc:docMk/>
            <pc:sldMk cId="2185169489" sldId="58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2:48.966" v="806" actId="2711"/>
          <ac:spMkLst>
            <pc:docMk/>
            <pc:sldMk cId="2185169489" sldId="589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22:50.606" v="807" actId="478"/>
          <ac:spMkLst>
            <pc:docMk/>
            <pc:sldMk cId="2185169489" sldId="589"/>
            <ac:spMk id="5" creationId="{5A308CB2-6B1F-4945-A497-F5AB5620A5DA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23:25.537" v="842" actId="478"/>
        <pc:sldMkLst>
          <pc:docMk/>
          <pc:sldMk cId="1819544806" sldId="590"/>
        </pc:sldMkLst>
        <pc:spChg chg="mod">
          <ac:chgData name="Димитър Минчев" userId="6da192e4-d32c-454b-8615-bbadf07b6639" providerId="ADAL" clId="{3F233FFD-5A66-412A-8725-9C0FB3B86EF0}" dt="2023-02-22T14:23:16.908" v="838" actId="1076"/>
          <ac:spMkLst>
            <pc:docMk/>
            <pc:sldMk cId="1819544806" sldId="590"/>
            <ac:spMk id="2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23:25.537" v="842" actId="478"/>
          <ac:spMkLst>
            <pc:docMk/>
            <pc:sldMk cId="1819544806" sldId="590"/>
            <ac:spMk id="5" creationId="{2E0E0F88-79E3-4B29-8B61-AFE296861C9B}"/>
          </ac:spMkLst>
        </pc:spChg>
        <pc:spChg chg="mod">
          <ac:chgData name="Димитър Минчев" userId="6da192e4-d32c-454b-8615-bbadf07b6639" providerId="ADAL" clId="{3F233FFD-5A66-412A-8725-9C0FB3B86EF0}" dt="2023-02-22T14:23:22.827" v="841" actId="207"/>
          <ac:spMkLst>
            <pc:docMk/>
            <pc:sldMk cId="1819544806" sldId="590"/>
            <ac:spMk id="6" creationId="{00000000-0000-0000-0000-000000000000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23:45.999" v="846" actId="478"/>
        <pc:sldMkLst>
          <pc:docMk/>
          <pc:sldMk cId="4275185552" sldId="591"/>
        </pc:sldMkLst>
        <pc:spChg chg="mod">
          <ac:chgData name="Димитър Минчев" userId="6da192e4-d32c-454b-8615-bbadf07b6639" providerId="ADAL" clId="{3F233FFD-5A66-412A-8725-9C0FB3B86EF0}" dt="2023-02-22T14:23:43.333" v="845" actId="404"/>
          <ac:spMkLst>
            <pc:docMk/>
            <pc:sldMk cId="4275185552" sldId="59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3:38.228" v="844" actId="27636"/>
          <ac:spMkLst>
            <pc:docMk/>
            <pc:sldMk cId="4275185552" sldId="591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23:45.999" v="846" actId="478"/>
          <ac:spMkLst>
            <pc:docMk/>
            <pc:sldMk cId="4275185552" sldId="591"/>
            <ac:spMk id="5" creationId="{5F12FF11-0348-4770-8543-89B853E759A6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24:16.066" v="856" actId="478"/>
        <pc:sldMkLst>
          <pc:docMk/>
          <pc:sldMk cId="1008147854" sldId="592"/>
        </pc:sldMkLst>
        <pc:spChg chg="mod">
          <ac:chgData name="Димитър Минчев" userId="6da192e4-d32c-454b-8615-bbadf07b6639" providerId="ADAL" clId="{3F233FFD-5A66-412A-8725-9C0FB3B86EF0}" dt="2023-02-22T14:24:03.431" v="851" actId="1076"/>
          <ac:spMkLst>
            <pc:docMk/>
            <pc:sldMk cId="1008147854" sldId="59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4:06.453" v="852" actId="1076"/>
          <ac:spMkLst>
            <pc:docMk/>
            <pc:sldMk cId="1008147854" sldId="592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4:14.435" v="855" actId="207"/>
          <ac:spMkLst>
            <pc:docMk/>
            <pc:sldMk cId="1008147854" sldId="592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24:16.066" v="856" actId="478"/>
          <ac:spMkLst>
            <pc:docMk/>
            <pc:sldMk cId="1008147854" sldId="592"/>
            <ac:spMk id="7" creationId="{A2971BA2-0E0E-49F0-94C0-1645FAB94E31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24:36.275" v="863" actId="478"/>
        <pc:sldMkLst>
          <pc:docMk/>
          <pc:sldMk cId="2508107547" sldId="593"/>
        </pc:sldMkLst>
        <pc:spChg chg="mod">
          <ac:chgData name="Димитър Минчев" userId="6da192e4-d32c-454b-8615-bbadf07b6639" providerId="ADAL" clId="{3F233FFD-5A66-412A-8725-9C0FB3B86EF0}" dt="2023-02-22T14:24:25.873" v="857" actId="2711"/>
          <ac:spMkLst>
            <pc:docMk/>
            <pc:sldMk cId="2508107547" sldId="59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4:34.401" v="862" actId="27636"/>
          <ac:spMkLst>
            <pc:docMk/>
            <pc:sldMk cId="2508107547" sldId="593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24:36.275" v="863" actId="478"/>
          <ac:spMkLst>
            <pc:docMk/>
            <pc:sldMk cId="2508107547" sldId="593"/>
            <ac:spMk id="5" creationId="{B96C0F1C-D72B-41A7-984F-714B5D7F51EE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25:06.520" v="873" actId="207"/>
        <pc:sldMkLst>
          <pc:docMk/>
          <pc:sldMk cId="3618928777" sldId="597"/>
        </pc:sldMkLst>
        <pc:spChg chg="mod">
          <ac:chgData name="Димитър Минчев" userId="6da192e4-d32c-454b-8615-bbadf07b6639" providerId="ADAL" clId="{3F233FFD-5A66-412A-8725-9C0FB3B86EF0}" dt="2023-02-22T14:24:42.906" v="864" actId="2711"/>
          <ac:spMkLst>
            <pc:docMk/>
            <pc:sldMk cId="3618928777" sldId="59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4:48.522" v="866" actId="14100"/>
          <ac:spMkLst>
            <pc:docMk/>
            <pc:sldMk cId="3618928777" sldId="597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5:06.520" v="873" actId="207"/>
          <ac:spMkLst>
            <pc:docMk/>
            <pc:sldMk cId="3618928777" sldId="597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24:59.922" v="870" actId="478"/>
          <ac:spMkLst>
            <pc:docMk/>
            <pc:sldMk cId="3618928777" sldId="597"/>
            <ac:spMk id="8" creationId="{848ACC42-8410-4AD0-9EAC-0FD94596A0D6}"/>
          </ac:spMkLst>
        </pc:spChg>
        <pc:picChg chg="mod">
          <ac:chgData name="Димитър Минчев" userId="6da192e4-d32c-454b-8615-bbadf07b6639" providerId="ADAL" clId="{3F233FFD-5A66-412A-8725-9C0FB3B86EF0}" dt="2023-02-22T14:24:55.314" v="868" actId="1076"/>
          <ac:picMkLst>
            <pc:docMk/>
            <pc:sldMk cId="3618928777" sldId="597"/>
            <ac:picMk id="7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3F233FFD-5A66-412A-8725-9C0FB3B86EF0}" dt="2023-02-22T14:25:17.826" v="875" actId="478"/>
        <pc:sldMkLst>
          <pc:docMk/>
          <pc:sldMk cId="1138183111" sldId="598"/>
        </pc:sldMkLst>
        <pc:spChg chg="mod">
          <ac:chgData name="Димитър Минчев" userId="6da192e4-d32c-454b-8615-bbadf07b6639" providerId="ADAL" clId="{3F233FFD-5A66-412A-8725-9C0FB3B86EF0}" dt="2023-02-22T14:25:14.899" v="874" actId="2711"/>
          <ac:spMkLst>
            <pc:docMk/>
            <pc:sldMk cId="1138183111" sldId="59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5:14.899" v="874" actId="2711"/>
          <ac:spMkLst>
            <pc:docMk/>
            <pc:sldMk cId="1138183111" sldId="59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25:17.826" v="875" actId="478"/>
          <ac:spMkLst>
            <pc:docMk/>
            <pc:sldMk cId="1138183111" sldId="598"/>
            <ac:spMk id="5" creationId="{1251A48E-1103-48B1-9C0B-103C985FC7C1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06:48.356" v="442" actId="478"/>
        <pc:sldMkLst>
          <pc:docMk/>
          <pc:sldMk cId="545483221" sldId="605"/>
        </pc:sldMkLst>
        <pc:spChg chg="mod">
          <ac:chgData name="Димитър Минчев" userId="6da192e4-d32c-454b-8615-bbadf07b6639" providerId="ADAL" clId="{3F233FFD-5A66-412A-8725-9C0FB3B86EF0}" dt="2023-02-22T14:05:46.871" v="419" actId="2711"/>
          <ac:spMkLst>
            <pc:docMk/>
            <pc:sldMk cId="545483221" sldId="60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6:43.515" v="440" actId="5793"/>
          <ac:spMkLst>
            <pc:docMk/>
            <pc:sldMk cId="545483221" sldId="605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06:48.356" v="442" actId="478"/>
          <ac:spMkLst>
            <pc:docMk/>
            <pc:sldMk cId="545483221" sldId="605"/>
            <ac:spMk id="7" creationId="{A63A5EC9-4B15-4395-8D57-2452C7F76CD3}"/>
          </ac:spMkLst>
        </pc:spChg>
        <pc:picChg chg="mod">
          <ac:chgData name="Димитър Минчев" userId="6da192e4-d32c-454b-8615-bbadf07b6639" providerId="ADAL" clId="{3F233FFD-5A66-412A-8725-9C0FB3B86EF0}" dt="2023-02-22T14:06:46.076" v="441" actId="1076"/>
          <ac:picMkLst>
            <pc:docMk/>
            <pc:sldMk cId="545483221" sldId="605"/>
            <ac:picMk id="5" creationId="{00000000-0000-0000-0000-000000000000}"/>
          </ac:picMkLst>
        </pc:picChg>
        <pc:picChg chg="del mod">
          <ac:chgData name="Димитър Минчев" userId="6da192e4-d32c-454b-8615-bbadf07b6639" providerId="ADAL" clId="{3F233FFD-5A66-412A-8725-9C0FB3B86EF0}" dt="2023-02-22T14:05:41.980" v="418" actId="478"/>
          <ac:picMkLst>
            <pc:docMk/>
            <pc:sldMk cId="545483221" sldId="605"/>
            <ac:picMk id="7170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3F233FFD-5A66-412A-8725-9C0FB3B86EF0}" dt="2023-02-22T14:08:28.956" v="474" actId="478"/>
        <pc:sldMkLst>
          <pc:docMk/>
          <pc:sldMk cId="643882489" sldId="606"/>
        </pc:sldMkLst>
        <pc:spChg chg="add del mod">
          <ac:chgData name="Димитър Минчев" userId="6da192e4-d32c-454b-8615-bbadf07b6639" providerId="ADAL" clId="{3F233FFD-5A66-412A-8725-9C0FB3B86EF0}" dt="2023-02-22T14:07:33.493" v="446" actId="478"/>
          <ac:spMkLst>
            <pc:docMk/>
            <pc:sldMk cId="643882489" sldId="606"/>
            <ac:spMk id="3" creationId="{EEF003A6-6555-F63C-FC7F-6029C7EE403C}"/>
          </ac:spMkLst>
        </pc:spChg>
        <pc:spChg chg="add mod">
          <ac:chgData name="Димитър Минчев" userId="6da192e4-d32c-454b-8615-bbadf07b6639" providerId="ADAL" clId="{3F233FFD-5A66-412A-8725-9C0FB3B86EF0}" dt="2023-02-22T14:08:27.205" v="473" actId="1076"/>
          <ac:spMkLst>
            <pc:docMk/>
            <pc:sldMk cId="643882489" sldId="606"/>
            <ac:spMk id="4" creationId="{1FCE3B0B-DA13-C205-AAA3-35D92206D1A3}"/>
          </ac:spMkLst>
        </pc:spChg>
        <pc:spChg chg="mod">
          <ac:chgData name="Димитър Минчев" userId="6da192e4-d32c-454b-8615-bbadf07b6639" providerId="ADAL" clId="{3F233FFD-5A66-412A-8725-9C0FB3B86EF0}" dt="2023-02-22T14:08:27.205" v="473" actId="1076"/>
          <ac:spMkLst>
            <pc:docMk/>
            <pc:sldMk cId="643882489" sldId="606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08:28.956" v="474" actId="478"/>
          <ac:spMkLst>
            <pc:docMk/>
            <pc:sldMk cId="643882489" sldId="606"/>
            <ac:spMk id="8" creationId="{3A11830C-8B56-4D38-860D-00A558FD8CD7}"/>
          </ac:spMkLst>
        </pc:spChg>
        <pc:spChg chg="mod">
          <ac:chgData name="Димитър Минчев" userId="6da192e4-d32c-454b-8615-bbadf07b6639" providerId="ADAL" clId="{3F233FFD-5A66-412A-8725-9C0FB3B86EF0}" dt="2023-02-22T14:08:27.205" v="473" actId="1076"/>
          <ac:spMkLst>
            <pc:docMk/>
            <pc:sldMk cId="643882489" sldId="606"/>
            <ac:spMk id="10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8:27.205" v="473" actId="1076"/>
          <ac:spMkLst>
            <pc:docMk/>
            <pc:sldMk cId="643882489" sldId="606"/>
            <ac:spMk id="11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08:27.205" v="473" actId="1076"/>
          <ac:spMkLst>
            <pc:docMk/>
            <pc:sldMk cId="643882489" sldId="606"/>
            <ac:spMk id="12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07:32.257" v="445" actId="478"/>
          <ac:spMkLst>
            <pc:docMk/>
            <pc:sldMk cId="643882489" sldId="606"/>
            <ac:spMk id="1398786" creationId="{00000000-0000-0000-0000-000000000000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11:53.290" v="584" actId="113"/>
        <pc:sldMkLst>
          <pc:docMk/>
          <pc:sldMk cId="4157426476" sldId="607"/>
        </pc:sldMkLst>
        <pc:spChg chg="mod">
          <ac:chgData name="Димитър Минчев" userId="6da192e4-d32c-454b-8615-bbadf07b6639" providerId="ADAL" clId="{3F233FFD-5A66-412A-8725-9C0FB3B86EF0}" dt="2023-02-22T14:09:44.758" v="508" actId="20577"/>
          <ac:spMkLst>
            <pc:docMk/>
            <pc:sldMk cId="4157426476" sldId="60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1:53.290" v="584" actId="113"/>
          <ac:spMkLst>
            <pc:docMk/>
            <pc:sldMk cId="4157426476" sldId="60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09:14.247" v="488" actId="478"/>
          <ac:spMkLst>
            <pc:docMk/>
            <pc:sldMk cId="4157426476" sldId="607"/>
            <ac:spMk id="5" creationId="{EAA52245-8232-4243-A1CE-D7809658A340}"/>
          </ac:spMkLst>
        </pc:spChg>
      </pc:sldChg>
      <pc:sldChg chg="addSp delSp modSp add mod">
        <pc:chgData name="Димитър Минчев" userId="6da192e4-d32c-454b-8615-bbadf07b6639" providerId="ADAL" clId="{3F233FFD-5A66-412A-8725-9C0FB3B86EF0}" dt="2023-02-22T14:11:59.823" v="586" actId="113"/>
        <pc:sldMkLst>
          <pc:docMk/>
          <pc:sldMk cId="1853931555" sldId="608"/>
        </pc:sldMkLst>
        <pc:spChg chg="del">
          <ac:chgData name="Димитър Минчев" userId="6da192e4-d32c-454b-8615-bbadf07b6639" providerId="ADAL" clId="{3F233FFD-5A66-412A-8725-9C0FB3B86EF0}" dt="2023-02-22T14:09:49.212" v="509" actId="478"/>
          <ac:spMkLst>
            <pc:docMk/>
            <pc:sldMk cId="1853931555" sldId="60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11:59.823" v="586" actId="113"/>
          <ac:spMkLst>
            <pc:docMk/>
            <pc:sldMk cId="1853931555" sldId="60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10:03.392" v="516" actId="478"/>
          <ac:spMkLst>
            <pc:docMk/>
            <pc:sldMk cId="1853931555" sldId="608"/>
            <ac:spMk id="5" creationId="{FCCBC3D4-8D92-40FD-A928-77287D6A354E}"/>
          </ac:spMkLst>
        </pc:spChg>
        <pc:spChg chg="add del mod">
          <ac:chgData name="Димитър Минчев" userId="6da192e4-d32c-454b-8615-bbadf07b6639" providerId="ADAL" clId="{3F233FFD-5A66-412A-8725-9C0FB3B86EF0}" dt="2023-02-22T14:09:52.037" v="510" actId="478"/>
          <ac:spMkLst>
            <pc:docMk/>
            <pc:sldMk cId="1853931555" sldId="608"/>
            <ac:spMk id="6" creationId="{6E5FE235-72C7-EB92-8B8F-3A148FC5F95B}"/>
          </ac:spMkLst>
        </pc:spChg>
        <pc:spChg chg="add mod">
          <ac:chgData name="Димитър Минчев" userId="6da192e4-d32c-454b-8615-bbadf07b6639" providerId="ADAL" clId="{3F233FFD-5A66-412A-8725-9C0FB3B86EF0}" dt="2023-02-22T14:09:57.781" v="514" actId="20577"/>
          <ac:spMkLst>
            <pc:docMk/>
            <pc:sldMk cId="1853931555" sldId="608"/>
            <ac:spMk id="7" creationId="{28A5F763-FA48-6DA0-680F-38452D6EB496}"/>
          </ac:spMkLst>
        </pc:spChg>
      </pc:sldChg>
      <pc:sldChg chg="delSp modSp add mod">
        <pc:chgData name="Димитър Минчев" userId="6da192e4-d32c-454b-8615-bbadf07b6639" providerId="ADAL" clId="{3F233FFD-5A66-412A-8725-9C0FB3B86EF0}" dt="2023-02-22T14:25:25.143" v="878" actId="2711"/>
        <pc:sldMkLst>
          <pc:docMk/>
          <pc:sldMk cId="60812774" sldId="609"/>
        </pc:sldMkLst>
        <pc:spChg chg="mod">
          <ac:chgData name="Димитър Минчев" userId="6da192e4-d32c-454b-8615-bbadf07b6639" providerId="ADAL" clId="{3F233FFD-5A66-412A-8725-9C0FB3B86EF0}" dt="2023-02-22T14:25:25.143" v="878" actId="2711"/>
          <ac:spMkLst>
            <pc:docMk/>
            <pc:sldMk cId="60812774" sldId="60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F233FFD-5A66-412A-8725-9C0FB3B86EF0}" dt="2023-02-22T14:25:25.143" v="878" actId="2711"/>
          <ac:spMkLst>
            <pc:docMk/>
            <pc:sldMk cId="60812774" sldId="609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F233FFD-5A66-412A-8725-9C0FB3B86EF0}" dt="2023-02-22T14:25:21.664" v="877" actId="478"/>
          <ac:spMkLst>
            <pc:docMk/>
            <pc:sldMk cId="60812774" sldId="609"/>
            <ac:spMk id="7" creationId="{9E25EC9F-7DEC-430E-A119-2DA0607D365B}"/>
          </ac:spMkLst>
        </pc:spChg>
        <pc:picChg chg="del">
          <ac:chgData name="Димитър Минчев" userId="6da192e4-d32c-454b-8615-bbadf07b6639" providerId="ADAL" clId="{3F233FFD-5A66-412A-8725-9C0FB3B86EF0}" dt="2023-02-22T14:25:20.593" v="876" actId="478"/>
          <ac:picMkLst>
            <pc:docMk/>
            <pc:sldMk cId="60812774" sldId="609"/>
            <ac:picMk id="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*</a:t>
            </a:r>
            <a:endParaRPr lang="en-US" sz="120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07/16/96</a:t>
            </a:r>
            <a:endParaRPr lang="en-US" sz="120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r>
              <a:rPr lang="en-US"/>
              <a:t>##</a:t>
            </a:r>
            <a:endParaRPr lang="en-US" sz="1200"/>
          </a:p>
        </p:txBody>
      </p:sp>
      <p:sp>
        <p:nvSpPr>
          <p:cNvPr id="142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8290711-33E4-4B32-B8E8-0DC27FBF7F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324845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dofactory.com/net/strategy-design-pattern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Качествени методи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Дизайн и реализация на качествени методи. Специализация и зависимост</a:t>
            </a:r>
          </a:p>
          <a:p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000" dirty="0">
                <a:latin typeface="Comfortaa" pitchFamily="2" charset="0"/>
              </a:rPr>
              <a:t>Защо въобще се нуждаем от методи?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000" dirty="0">
                <a:latin typeface="Comfortaa" pitchFamily="2" charset="0"/>
              </a:rPr>
              <a:t>Специализация и зависимост на ниво метод</a:t>
            </a:r>
          </a:p>
          <a:p>
            <a:pPr lvl="1">
              <a:lnSpc>
                <a:spcPct val="100000"/>
              </a:lnSpc>
            </a:pPr>
            <a:r>
              <a:rPr lang="ru-RU" sz="3000" dirty="0">
                <a:latin typeface="Comfortaa" pitchFamily="2" charset="0"/>
              </a:rPr>
              <a:t>Силна специализация</a:t>
            </a:r>
          </a:p>
          <a:p>
            <a:pPr lvl="1">
              <a:lnSpc>
                <a:spcPct val="100000"/>
              </a:lnSpc>
            </a:pPr>
            <a:r>
              <a:rPr lang="ru-RU" sz="3000" dirty="0">
                <a:latin typeface="Comfortaa" pitchFamily="2" charset="0"/>
              </a:rPr>
              <a:t>Слаба зависимост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000" dirty="0">
                <a:latin typeface="Comfortaa" pitchFamily="2" charset="0"/>
              </a:rPr>
              <a:t>Параметри на метода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000" dirty="0">
                <a:latin typeface="Comfortaa" pitchFamily="2" charset="0"/>
              </a:rPr>
              <a:t>Псевдокод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Методите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функции, процедури</a:t>
            </a:r>
            <a:r>
              <a:rPr lang="en-US" dirty="0">
                <a:latin typeface="Comfortaa" pitchFamily="2" charset="0"/>
              </a:rPr>
              <a:t>) </a:t>
            </a:r>
            <a:r>
              <a:rPr lang="bg-BG" dirty="0">
                <a:latin typeface="Comfortaa" pitchFamily="2" charset="0"/>
              </a:rPr>
              <a:t>са важна част от разработката на софтуер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Намаляване на сложността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„Разделяй и владей“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Сложните задачи се разделят на сбор от по-прости задачи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Подобряване на четливостта на кода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Малки методи с подходящи имена правят кода </a:t>
            </a:r>
            <a:r>
              <a:rPr lang="bg-BG" dirty="0" err="1">
                <a:latin typeface="Comfortaa" pitchFamily="2" charset="0"/>
              </a:rPr>
              <a:t>самоописателен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Избягване на повторенията в кода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Програмен код с повторение е труден за поддръжка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Защо се нуждаем от методи</a:t>
            </a:r>
            <a:r>
              <a:rPr lang="en-US" sz="4000" dirty="0">
                <a:latin typeface="Comfortaa" pitchFamily="2" charset="0"/>
              </a:rPr>
              <a:t>?</a:t>
            </a:r>
            <a:r>
              <a:rPr lang="bg-BG" sz="4000" dirty="0">
                <a:latin typeface="Comfortaa" pitchFamily="2" charset="0"/>
              </a:rPr>
              <a:t> </a:t>
            </a:r>
            <a:r>
              <a:rPr lang="en-US" sz="4000" dirty="0">
                <a:latin typeface="Comfortaa" pitchFamily="2" charset="0"/>
              </a:rPr>
              <a:t>[1/2]</a:t>
            </a:r>
          </a:p>
        </p:txBody>
      </p:sp>
    </p:spTree>
    <p:extLst>
      <p:ext uri="{BB962C8B-B14F-4D97-AF65-F5344CB8AC3E}">
        <p14:creationId xmlns:p14="http://schemas.microsoft.com/office/powerpoint/2010/main" val="4163433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Методите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улесняват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разработката на софтуера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Скриване на детайлите по реализацията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Сложната логика е капсулирана и скрита зад прост интерфейс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Алгоритми и структури от данни са скрити и може после лесно да бъдат сменени с други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Увеличава се нивото на абстракция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Методите адресират конкретния бизнес проблем, а не техническата реализация</a:t>
            </a:r>
            <a:r>
              <a:rPr lang="en-US" dirty="0">
                <a:latin typeface="Comfortaa" pitchFamily="2" charset="0"/>
              </a:rPr>
              <a:t>:</a:t>
            </a:r>
            <a:endParaRPr lang="en-US" noProof="1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32858" y="5486400"/>
            <a:ext cx="8508669" cy="46166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Bank.Accounts[customer].Deposit(500);</a:t>
            </a: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37560" y="5212555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913F9F9-E5EF-016E-EF21-642030936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Защо се нуждаем от методи</a:t>
            </a:r>
            <a:r>
              <a:rPr lang="en-US" sz="4000" dirty="0">
                <a:latin typeface="Comfortaa" pitchFamily="2" charset="0"/>
              </a:rPr>
              <a:t>?</a:t>
            </a:r>
            <a:r>
              <a:rPr lang="bg-BG" sz="4000" dirty="0">
                <a:latin typeface="Comfortaa" pitchFamily="2" charset="0"/>
              </a:rPr>
              <a:t> </a:t>
            </a:r>
            <a:r>
              <a:rPr lang="en-US" sz="4000" dirty="0">
                <a:latin typeface="Comfortaa" pitchFamily="2" charset="0"/>
              </a:rPr>
              <a:t>[2/2]</a:t>
            </a:r>
          </a:p>
        </p:txBody>
      </p:sp>
    </p:spTree>
    <p:extLst>
      <p:ext uri="{BB962C8B-B14F-4D97-AF65-F5344CB8AC3E}">
        <p14:creationId xmlns:p14="http://schemas.microsoft.com/office/powerpoint/2010/main" val="56035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10" y="1595252"/>
            <a:ext cx="10608607" cy="479960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bg-BG" sz="2400" dirty="0">
                <a:latin typeface="Comfortaa" pitchFamily="2" charset="0"/>
              </a:rPr>
              <a:t>Основният принцип за коректно използване на методи 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>
                <a:latin typeface="Comfortaa" pitchFamily="2" charset="0"/>
              </a:rPr>
              <a:t>Методът трябва да върши точно онова,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което казва името му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bg-BG" sz="2000" dirty="0">
                <a:latin typeface="Comfortaa" pitchFamily="2" charset="0"/>
              </a:rPr>
              <a:t>Нищо по-малко </a:t>
            </a:r>
            <a:r>
              <a:rPr lang="en-US" sz="2000" dirty="0">
                <a:latin typeface="Comfortaa" pitchFamily="2" charset="0"/>
              </a:rPr>
              <a:t>(</a:t>
            </a:r>
            <a:r>
              <a:rPr lang="bg-BG" sz="2000" dirty="0">
                <a:latin typeface="Comfortaa" pitchFamily="2" charset="0"/>
              </a:rPr>
              <a:t>т.е. да работи коректно при всички случаи</a:t>
            </a:r>
            <a:r>
              <a:rPr lang="en-US" sz="2000" dirty="0">
                <a:latin typeface="Comfortaa" pitchFamily="2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Нищо повече</a:t>
            </a:r>
            <a:r>
              <a:rPr lang="en-US" sz="2000" dirty="0">
                <a:latin typeface="Comfortaa" pitchFamily="2" charset="0"/>
              </a:rPr>
              <a:t> (</a:t>
            </a:r>
            <a:r>
              <a:rPr lang="bg-BG" sz="2000" dirty="0">
                <a:latin typeface="Comfortaa" pitchFamily="2" charset="0"/>
              </a:rPr>
              <a:t>т.е. без странични ефекти</a:t>
            </a:r>
            <a:r>
              <a:rPr lang="en-US" sz="2000" dirty="0">
                <a:latin typeface="Comfortaa" pitchFamily="2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В случай на некоректен вход или некоректни предпоставки</a:t>
            </a: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Трябва да върне грешка</a:t>
            </a:r>
            <a:r>
              <a:rPr lang="en-US" sz="2000" dirty="0">
                <a:latin typeface="Comfortaa" pitchFamily="2" charset="0"/>
              </a:rPr>
              <a:t> (</a:t>
            </a:r>
            <a:r>
              <a:rPr lang="bg-BG" sz="2000" dirty="0">
                <a:latin typeface="Comfortaa" pitchFamily="2" charset="0"/>
              </a:rPr>
              <a:t>например като хвърли изключение</a:t>
            </a:r>
            <a:r>
              <a:rPr lang="en-US" sz="2000" dirty="0">
                <a:latin typeface="Comfortaa" pitchFamily="2" charset="0"/>
              </a:rPr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3" y="568793"/>
            <a:ext cx="10172797" cy="1110780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Ползване на методи</a:t>
            </a:r>
            <a:r>
              <a:rPr lang="en-US" sz="3200" dirty="0">
                <a:latin typeface="Comfortaa" pitchFamily="2" charset="0"/>
              </a:rPr>
              <a:t>: </a:t>
            </a:r>
            <a:r>
              <a:rPr lang="bg-BG" sz="3200" dirty="0">
                <a:latin typeface="Comfortaa" pitchFamily="2" charset="0"/>
              </a:rPr>
              <a:t>Основни положения</a:t>
            </a:r>
            <a:endParaRPr lang="en-US" sz="32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4914" y="2204139"/>
            <a:ext cx="9961637" cy="128975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108000" rIns="144000" bIns="72000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Методът трябва да върши онова, което твърди името му или да сигнализира, че има грешка (като хвърли изключение).</a:t>
            </a:r>
            <a:r>
              <a:rPr lang="en-US" sz="24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24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Всяко друго поведение е некоректно</a:t>
            </a:r>
            <a:r>
              <a:rPr lang="en-US" sz="24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442774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568" y="124143"/>
            <a:ext cx="10342860" cy="941815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Примери за лоши методи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0568" y="1419733"/>
            <a:ext cx="10342860" cy="2554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 Sum(int[] elements)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7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int sum = 0;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foreach (int element in elements)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ct val="7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sum = sum + element;</a:t>
            </a:r>
          </a:p>
          <a:p>
            <a:pPr>
              <a:lnSpc>
                <a:spcPct val="7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sum;</a:t>
            </a:r>
          </a:p>
          <a:p>
            <a:pPr>
              <a:lnSpc>
                <a:spcPct val="7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60568" y="4445691"/>
            <a:ext cx="10342860" cy="178510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double CalcTriangleArea(double a, double b, double c)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7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double s = (a + b + c) / 2;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double area = Math.Sqrt(s * (s - a) * (s - b) * (s - c));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area;</a:t>
            </a:r>
          </a:p>
          <a:p>
            <a:pPr>
              <a:lnSpc>
                <a:spcPct val="7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18680" y="1554100"/>
            <a:ext cx="792549" cy="7925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18680" y="4549192"/>
            <a:ext cx="792549" cy="7925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4959269" y="1038733"/>
            <a:ext cx="4367662" cy="918479"/>
          </a:xfrm>
          <a:prstGeom prst="wedgeRoundRectCallout">
            <a:avLst>
              <a:gd name="adj1" fmla="val -73784"/>
              <a:gd name="adj2" fmla="val 56024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Какво ще стане, ако съберем </a:t>
            </a:r>
            <a:r>
              <a:rPr lang="en-US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2,000,000,000 + 2,000,000,000?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5318167" y="3814396"/>
            <a:ext cx="5282935" cy="492831"/>
          </a:xfrm>
          <a:prstGeom prst="wedgeRoundRectCallout">
            <a:avLst>
              <a:gd name="adj1" fmla="val -57841"/>
              <a:gd name="adj2" fmla="val 5211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16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Какво ще стане, ако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a = b = c = -1?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7342620" y="2485113"/>
            <a:ext cx="3968625" cy="492831"/>
          </a:xfrm>
          <a:prstGeom prst="wedgeRoundRectCallout">
            <a:avLst>
              <a:gd name="adj1" fmla="val -40951"/>
              <a:gd name="adj2" fmla="val -11412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Резултат</a:t>
            </a:r>
            <a:r>
              <a:rPr lang="en-US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: -294967296</a:t>
            </a:r>
          </a:p>
        </p:txBody>
      </p:sp>
      <p:sp>
        <p:nvSpPr>
          <p:cNvPr id="15" name="AutoShape 7"/>
          <p:cNvSpPr>
            <a:spLocks noChangeArrowheads="1"/>
          </p:cNvSpPr>
          <p:nvPr/>
        </p:nvSpPr>
        <p:spPr bwMode="auto">
          <a:xfrm>
            <a:off x="4081054" y="5702175"/>
            <a:ext cx="5823513" cy="911313"/>
          </a:xfrm>
          <a:prstGeom prst="wedgeRoundRectCallout">
            <a:avLst>
              <a:gd name="adj1" fmla="val -57715"/>
              <a:gd name="adj2" fmla="val -51072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Същото, както ако </a:t>
            </a:r>
            <a:r>
              <a:rPr lang="en-US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a = b = c = 1 </a:t>
            </a:r>
            <a:r>
              <a:rPr lang="en-US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  <a:sym typeface="Wingdings" panose="05000000000000000000" pitchFamily="2" charset="2"/>
              </a:rPr>
              <a:t> </a:t>
            </a: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  <a:sym typeface="Wingdings" panose="05000000000000000000" pitchFamily="2" charset="2"/>
              </a:rPr>
              <a:t>и двата триъгълника ще са с еднакво лице</a:t>
            </a:r>
            <a:r>
              <a:rPr lang="en-US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  <a:sym typeface="Wingdings" panose="05000000000000000000" pitchFamily="2" charset="2"/>
              </a:rPr>
              <a:t>.</a:t>
            </a:r>
            <a:endParaRPr lang="en-US" b="1" noProof="1">
              <a:solidFill>
                <a:schemeClr val="bg1"/>
              </a:solidFill>
              <a:latin typeface="Comfortaa" pitchFamily="2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929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998" y="123243"/>
            <a:ext cx="10780501" cy="90135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Примери за добри методи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24001" y="1066800"/>
            <a:ext cx="10780498" cy="249299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95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long</a:t>
            </a:r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Sum(int[] elements)</a:t>
            </a:r>
          </a:p>
          <a:p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75000"/>
              </a:lnSpc>
            </a:pPr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95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long</a:t>
            </a:r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sum = 0;</a:t>
            </a:r>
          </a:p>
          <a:p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foreach (int element in elements)</a:t>
            </a:r>
          </a:p>
          <a:p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ct val="75000"/>
              </a:lnSpc>
            </a:pPr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bg-BG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sum = sum + element;</a:t>
            </a:r>
          </a:p>
          <a:p>
            <a:pPr>
              <a:lnSpc>
                <a:spcPct val="75000"/>
              </a:lnSpc>
            </a:pPr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sum;</a:t>
            </a:r>
          </a:p>
          <a:p>
            <a:pPr>
              <a:lnSpc>
                <a:spcPct val="75000"/>
              </a:lnSpc>
            </a:pPr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24001" y="3733800"/>
            <a:ext cx="10780498" cy="279307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double CalcTriangleArea(double a, double b, double c)</a:t>
            </a:r>
          </a:p>
          <a:p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75000"/>
              </a:lnSpc>
            </a:pPr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95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if (a &lt;= 0 || b &lt;= 0 || c &lt;= 0)</a:t>
            </a:r>
          </a:p>
          <a:p>
            <a:r>
              <a:rPr lang="en-US" sz="195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ct val="75000"/>
              </a:lnSpc>
            </a:pPr>
            <a:r>
              <a:rPr lang="en-US" sz="195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     throw new ArgumentException("Sides should be positive.");</a:t>
            </a:r>
          </a:p>
          <a:p>
            <a:pPr>
              <a:lnSpc>
                <a:spcPct val="75000"/>
              </a:lnSpc>
            </a:pPr>
            <a:r>
              <a:rPr lang="en-US" sz="195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double s = (a + b + c) / 2;</a:t>
            </a:r>
          </a:p>
          <a:p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double area = Math.Sqrt(s * (s - a) * (s - b) * (s - c));</a:t>
            </a:r>
          </a:p>
          <a:p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area;</a:t>
            </a:r>
          </a:p>
          <a:p>
            <a:pPr>
              <a:lnSpc>
                <a:spcPct val="75000"/>
              </a:lnSpc>
            </a:pPr>
            <a:r>
              <a:rPr lang="en-US" sz="195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16788" y="4586696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47038" y="1894195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992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111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Някои методи не дават коректна индикация за грешки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95000"/>
              </a:lnSpc>
            </a:pPr>
            <a:r>
              <a:rPr lang="bg-BG" sz="2400" dirty="0">
                <a:latin typeface="Comfortaa" pitchFamily="2" charset="0"/>
              </a:rPr>
              <a:t>Ако името на свойството не съществува</a:t>
            </a: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95000"/>
              </a:lnSpc>
            </a:pPr>
            <a:r>
              <a:rPr lang="bg-BG" sz="2000" dirty="0">
                <a:latin typeface="Comfortaa" pitchFamily="2" charset="0"/>
              </a:rPr>
              <a:t>Ще бъде хвърлено </a:t>
            </a:r>
            <a:r>
              <a:rPr lang="en-US" sz="2000" dirty="0">
                <a:latin typeface="Comfortaa" pitchFamily="2" charset="0"/>
              </a:rPr>
              <a:t>null reference </a:t>
            </a:r>
            <a:r>
              <a:rPr lang="bg-BG" sz="2000" dirty="0">
                <a:latin typeface="Comfortaa" pitchFamily="2" charset="0"/>
              </a:rPr>
              <a:t>изключение</a:t>
            </a:r>
            <a:r>
              <a:rPr lang="en-US" sz="2000" dirty="0">
                <a:latin typeface="Comfortaa" pitchFamily="2" charset="0"/>
              </a:rPr>
              <a:t> (</a:t>
            </a:r>
            <a:r>
              <a:rPr lang="bg-BG" sz="2000" dirty="0">
                <a:latin typeface="Comfortaa" pitchFamily="2" charset="0"/>
              </a:rPr>
              <a:t>индиректно</a:t>
            </a:r>
            <a:r>
              <a:rPr lang="en-US" sz="2000" dirty="0">
                <a:latin typeface="Comfortaa" pitchFamily="2" charset="0"/>
              </a:rPr>
              <a:t>) </a:t>
            </a:r>
            <a:br>
              <a:rPr lang="en-US" sz="2000" dirty="0">
                <a:latin typeface="Comfortaa" pitchFamily="2" charset="0"/>
              </a:rPr>
            </a:br>
            <a:r>
              <a:rPr lang="en-US" sz="2000" dirty="0">
                <a:latin typeface="Comfortaa" pitchFamily="2" charset="0"/>
                <a:sym typeface="Wingdings" panose="05000000000000000000" pitchFamily="2" charset="2"/>
              </a:rPr>
              <a:t> </a:t>
            </a:r>
            <a:r>
              <a:rPr lang="bg-BG" sz="2000" dirty="0">
                <a:latin typeface="Comfortaa" pitchFamily="2" charset="0"/>
                <a:sym typeface="Wingdings" panose="05000000000000000000" pitchFamily="2" charset="2"/>
              </a:rPr>
              <a:t>не е много говорящо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Съобщаване за грешки </a:t>
            </a:r>
            <a:r>
              <a:rPr lang="en-US" dirty="0">
                <a:latin typeface="Comfortaa" pitchFamily="2" charset="0"/>
              </a:rPr>
              <a:t>[1/2]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57927" y="2378996"/>
            <a:ext cx="9476426" cy="223138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internal object GetValue(string propertyName)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PropertyDescriptor descriptor =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this.propertyDescriptors[propertyName];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	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descriptor.GetDataBoundValue();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25001" y="3032725"/>
            <a:ext cx="792549" cy="7925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356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1557"/>
            <a:ext cx="10337700" cy="834448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</a:pPr>
            <a:r>
              <a:rPr lang="bg-BG" sz="2400" dirty="0">
                <a:latin typeface="Comfortaa" pitchFamily="2" charset="0"/>
              </a:rPr>
              <a:t>По-добре е коректно да се обработят изключенията</a:t>
            </a:r>
            <a:r>
              <a:rPr lang="en-US" sz="2400" dirty="0">
                <a:latin typeface="Comfortaa" pitchFamily="2" charset="0"/>
              </a:rPr>
              <a:t>:</a:t>
            </a:r>
            <a:endParaRPr lang="en-US" sz="2400" noProof="1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50744" y="2380632"/>
            <a:ext cx="9695485" cy="341632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internal object GetValue(string propertyName)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PropertyDescriptor descriptor =   		  	  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this.propertyDescriptors[propertyName];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(descriptor == null)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throw new ArgumentException("Property name: "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+ propertyName + " does not exists!"); 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	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	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descriptor.GetDataBoundValue();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19113" y="3569297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AAA1F3F-988C-599A-54B4-1B90BADA1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Съобщаване за грешки </a:t>
            </a:r>
            <a:r>
              <a:rPr lang="en-US" dirty="0">
                <a:latin typeface="Comfortaa" pitchFamily="2" charset="0"/>
              </a:rPr>
              <a:t>[1/2]</a:t>
            </a:r>
          </a:p>
        </p:txBody>
      </p:sp>
    </p:spTree>
    <p:extLst>
      <p:ext uri="{BB962C8B-B14F-4D97-AF65-F5344CB8AC3E}">
        <p14:creationId xmlns:p14="http://schemas.microsoft.com/office/powerpoint/2010/main" val="2474685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1297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Метод, правещ нещо различно от това, което твърди името му, е грешен поради поне една от тези три причини:</a:t>
            </a:r>
            <a:endParaRPr lang="en-US" sz="32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  <a:sym typeface="Wingdings" pitchFamily="2" charset="2"/>
              </a:rPr>
              <a:t>Методът понякога връща некоректен резултат</a:t>
            </a:r>
            <a:r>
              <a:rPr lang="en-US" sz="2800" dirty="0">
                <a:latin typeface="Comfortaa" pitchFamily="2" charset="0"/>
                <a:sym typeface="Wingdings" pitchFamily="2" charset="2"/>
              </a:rPr>
              <a:t> 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грешка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mfortaa" pitchFamily="2" charset="0"/>
              <a:sym typeface="Wingdings" pitchFamily="2" charset="2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  <a:sym typeface="Wingdings" pitchFamily="2" charset="2"/>
              </a:rPr>
              <a:t>Методът връща неверен резултат при некоректен вход</a:t>
            </a:r>
            <a:r>
              <a:rPr lang="en-US" sz="2800" dirty="0">
                <a:latin typeface="Comfortaa" pitchFamily="2" charset="0"/>
                <a:sym typeface="Wingdings" pitchFamily="2" charset="2"/>
              </a:rPr>
              <a:t> 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некачествен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mfortaa" pitchFamily="2" charset="0"/>
              <a:sym typeface="Wingdings" pitchFamily="2" charset="2"/>
            </a:endParaRPr>
          </a:p>
          <a:p>
            <a:pPr lvl="2">
              <a:lnSpc>
                <a:spcPct val="100000"/>
              </a:lnSpc>
            </a:pPr>
            <a:r>
              <a:rPr lang="bg-BG" sz="2600" dirty="0">
                <a:latin typeface="Comfortaa" pitchFamily="2" charset="0"/>
                <a:sym typeface="Wingdings" pitchFamily="2" charset="2"/>
              </a:rPr>
              <a:t>Може да е донякъде приемливо само за </a:t>
            </a:r>
            <a:r>
              <a:rPr lang="en-US" sz="2600" dirty="0">
                <a:latin typeface="Comfortaa" pitchFamily="2" charset="0"/>
                <a:sym typeface="Wingdings" pitchFamily="2" charset="2"/>
              </a:rPr>
              <a:t>private </a:t>
            </a:r>
            <a:r>
              <a:rPr lang="bg-BG" sz="2600" dirty="0">
                <a:latin typeface="Comfortaa" pitchFamily="2" charset="0"/>
                <a:sym typeface="Wingdings" pitchFamily="2" charset="2"/>
              </a:rPr>
              <a:t>методи</a:t>
            </a:r>
            <a:endParaRPr lang="en-US" sz="26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Методът прави твърде много неща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en-US" sz="2800" dirty="0">
                <a:latin typeface="Comfortaa" pitchFamily="2" charset="0"/>
                <a:sym typeface="Wingdings" pitchFamily="2" charset="2"/>
              </a:rPr>
              <a:t>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лоша специализация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Методът има странични ефекти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en-US" sz="2800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спагети код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mfortaa" pitchFamily="2" charset="0"/>
              <a:sym typeface="Wingdings" pitchFamily="2" charset="2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  <a:sym typeface="Wingdings" pitchFamily="2" charset="2"/>
              </a:rPr>
              <a:t>Методът връща странна стойност при грешка</a:t>
            </a:r>
            <a:r>
              <a:rPr lang="en-US" sz="2800" dirty="0">
                <a:latin typeface="Comfortaa" pitchFamily="2" charset="0"/>
                <a:sym typeface="Wingdings" pitchFamily="2" charset="2"/>
              </a:rPr>
              <a:t> 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sym typeface="Wingdings" pitchFamily="2" charset="2"/>
              </a:rPr>
              <a:t>може да е индикация за грешки в кода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mfortaa" pitchFamily="2" charset="0"/>
              <a:sym typeface="Wingdings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Симптоми на сгрешени методи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202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384" y="207542"/>
            <a:ext cx="10133446" cy="73110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Пример на сгрешени методи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26384" y="1054939"/>
            <a:ext cx="10840028" cy="2676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long Sum(int[] elements)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70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long sum = 0;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for (int i = 0; i &lt; elements.Length; i++)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ct val="70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sum = sum + elements[i];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elements[i] = 0; // Hidden side effect</a:t>
            </a:r>
          </a:p>
          <a:p>
            <a:pPr>
              <a:lnSpc>
                <a:spcPct val="70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sum;</a:t>
            </a:r>
          </a:p>
          <a:p>
            <a:pPr>
              <a:lnSpc>
                <a:spcPct val="70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26384" y="3848115"/>
            <a:ext cx="10840028" cy="2676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double CalcTriangleArea(double a, double b, double c)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70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(a &lt;= 0 || b &lt;= 0 || c &lt;= 0)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ct val="70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0; // Incorrect result</a:t>
            </a:r>
          </a:p>
          <a:p>
            <a:pPr>
              <a:lnSpc>
                <a:spcPct val="70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double s = (a + b + c) / 2;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double area = Math.Sqrt(s * (s - a) * (s - b) * (s - c));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area;</a:t>
            </a:r>
          </a:p>
          <a:p>
            <a:pPr>
              <a:lnSpc>
                <a:spcPct val="70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10849" y="1895104"/>
            <a:ext cx="914400" cy="9144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10849" y="4638304"/>
            <a:ext cx="914400" cy="9144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6447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97818"/>
            <a:ext cx="10515600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Методите трябва да имат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силна специализация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Да вършат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една работа </a:t>
            </a:r>
            <a:r>
              <a:rPr lang="bg-BG" dirty="0">
                <a:latin typeface="Comfortaa" pitchFamily="2" charset="0"/>
              </a:rPr>
              <a:t>и да я вършат добре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Трябва да имат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ясно намерение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Методите, които се опитват да правят едновременно няколко неща е трудно да бъдат наименувани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Силната специализация се използва в инженерството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 </a:t>
            </a:r>
            <a:r>
              <a:rPr lang="en-US" dirty="0">
                <a:latin typeface="Comfortaa" pitchFamily="2" charset="0"/>
              </a:rPr>
              <a:t>PC </a:t>
            </a:r>
            <a:r>
              <a:rPr lang="bg-BG" dirty="0">
                <a:latin typeface="Comfortaa" pitchFamily="2" charset="0"/>
              </a:rPr>
              <a:t>хардуера всеки компонент решава една задача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Например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харддискът извършва едно нещо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съхранение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239" y="580667"/>
            <a:ext cx="8098572" cy="111078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Силна специализация (</a:t>
            </a:r>
            <a:r>
              <a:rPr lang="en-US" dirty="0">
                <a:latin typeface="Comfortaa" pitchFamily="2" charset="0"/>
              </a:rPr>
              <a:t>Strong Cohesion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000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Функционална специализация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sz="2400" dirty="0">
                <a:latin typeface="Comfortaa" pitchFamily="2" charset="0"/>
              </a:rPr>
              <a:t>(</a:t>
            </a:r>
            <a:r>
              <a:rPr lang="bg-BG" sz="2400" dirty="0">
                <a:latin typeface="Comfortaa" pitchFamily="2" charset="0"/>
              </a:rPr>
              <a:t>независима функция</a:t>
            </a:r>
            <a:r>
              <a:rPr lang="en-US" sz="2400" dirty="0">
                <a:latin typeface="Comfortaa" pitchFamily="2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Методът извършва някакво добре дефинирано изчисление и връща един резултат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Целият вход се подава чрез параметри и целият изход се връща като резултат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Няма външни зависимости или странични ефекти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Приемливи типове специализация </a:t>
            </a:r>
            <a:r>
              <a:rPr lang="en-US" sz="3600" dirty="0">
                <a:latin typeface="Comfortaa" pitchFamily="2" charset="0"/>
              </a:rPr>
              <a:t>[1/4]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32980" y="4340595"/>
            <a:ext cx="9547913" cy="430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Math.Sqrt(value) 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 square root</a:t>
            </a:r>
            <a:endParaRPr lang="en-US" sz="2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232980" y="5593677"/>
            <a:ext cx="9547913" cy="430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string.Substring(str, startIndex, length)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32980" y="4984077"/>
            <a:ext cx="9547913" cy="430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char.IsLetterOrDigit(ch)</a:t>
            </a:r>
          </a:p>
        </p:txBody>
      </p:sp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4347" y="4051078"/>
            <a:ext cx="762000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4347" y="4679274"/>
            <a:ext cx="762000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4347" y="5262564"/>
            <a:ext cx="762000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877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Последователна специализация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алгоритъм</a:t>
            </a:r>
            <a:r>
              <a:rPr lang="en-US" dirty="0">
                <a:latin typeface="Comfortaa" pitchFamily="2" charset="0"/>
              </a:rPr>
              <a:t>)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Методът изпълнява точно определена поредица от операции, за да извърши една задача и да получи определен резултат</a:t>
            </a:r>
            <a:endParaRPr lang="en-US" sz="2800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sz="2600" dirty="0">
                <a:latin typeface="Comfortaa" pitchFamily="2" charset="0"/>
              </a:rPr>
              <a:t>Капсулира алгоритъм</a:t>
            </a:r>
            <a:endParaRPr lang="en-US" sz="26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Пример</a:t>
            </a:r>
            <a:r>
              <a:rPr lang="en-US" sz="28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endParaRPr lang="en-US" sz="2800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endParaRPr lang="en-US" sz="2600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sz="2600" dirty="0">
                <a:latin typeface="Comfortaa" pitchFamily="2" charset="0"/>
              </a:rPr>
              <a:t>Свързване със сървъра на пощата</a:t>
            </a:r>
            <a:endParaRPr lang="en-US" sz="2600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sz="2600" dirty="0">
                <a:latin typeface="Comfortaa" pitchFamily="2" charset="0"/>
              </a:rPr>
              <a:t>Изпращане на </a:t>
            </a:r>
            <a:r>
              <a:rPr lang="bg-BG" sz="2600" dirty="0" err="1">
                <a:latin typeface="Comfortaa" pitchFamily="2" charset="0"/>
              </a:rPr>
              <a:t>хедъра</a:t>
            </a:r>
            <a:r>
              <a:rPr lang="bg-BG" sz="2600" dirty="0">
                <a:latin typeface="Comfortaa" pitchFamily="2" charset="0"/>
              </a:rPr>
              <a:t> на съобщението</a:t>
            </a:r>
            <a:endParaRPr lang="en-US" sz="2600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sz="2600" dirty="0">
                <a:latin typeface="Comfortaa" pitchFamily="2" charset="0"/>
              </a:rPr>
              <a:t>Изпращане на тялото на съобщението</a:t>
            </a:r>
            <a:endParaRPr lang="en-US" sz="2600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sz="2600" dirty="0">
                <a:latin typeface="Comfortaa" pitchFamily="2" charset="0"/>
              </a:rPr>
              <a:t>Прекъсване на връзката със сървъра на пощата</a:t>
            </a:r>
            <a:endParaRPr lang="en-US" sz="26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01191" y="4058863"/>
            <a:ext cx="9341921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SendEmail(recipient, subject, body)</a:t>
            </a:r>
          </a:p>
        </p:txBody>
      </p:sp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58400" y="3810000"/>
            <a:ext cx="762000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008121C-A984-99E9-FE6C-46E3C4C38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Приемливи типове специализация </a:t>
            </a:r>
            <a:r>
              <a:rPr lang="en-US" sz="3600" dirty="0">
                <a:latin typeface="Comfortaa" pitchFamily="2" charset="0"/>
              </a:rPr>
              <a:t>[2/4]</a:t>
            </a:r>
          </a:p>
        </p:txBody>
      </p:sp>
    </p:spTree>
    <p:extLst>
      <p:ext uri="{BB962C8B-B14F-4D97-AF65-F5344CB8AC3E}">
        <p14:creationId xmlns:p14="http://schemas.microsoft.com/office/powerpoint/2010/main" val="2698384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Комуникационна специализация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общи данни</a:t>
            </a:r>
            <a:r>
              <a:rPr lang="en-US" dirty="0">
                <a:latin typeface="Comfortaa" pitchFamily="2" charset="0"/>
              </a:rPr>
              <a:t>)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Набор от операции, използвани за преработката на определени данни и произвеждане на някакъв резултат</a:t>
            </a:r>
            <a:endParaRPr lang="en-US" sz="28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Пример</a:t>
            </a:r>
            <a:r>
              <a:rPr lang="en-US" sz="28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endParaRPr lang="en-US" sz="2800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endParaRPr lang="en-US" sz="2600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sz="2600" dirty="0">
                <a:latin typeface="Comfortaa" pitchFamily="2" charset="0"/>
              </a:rPr>
              <a:t>Извличане на входни данни от базата данни</a:t>
            </a:r>
            <a:endParaRPr lang="en-US" sz="2600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sz="2600" dirty="0">
                <a:latin typeface="Comfortaa" pitchFamily="2" charset="0"/>
              </a:rPr>
              <a:t>Извършване на вътрешни пресмятания с извлечените данни</a:t>
            </a:r>
            <a:endParaRPr lang="en-US" sz="2600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sz="2600" dirty="0">
                <a:latin typeface="Comfortaa" pitchFamily="2" charset="0"/>
              </a:rPr>
              <a:t>Изграждане на доклад</a:t>
            </a:r>
            <a:endParaRPr lang="en-US" sz="2600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sz="2600" dirty="0">
                <a:latin typeface="Comfortaa" pitchFamily="2" charset="0"/>
              </a:rPr>
              <a:t>Форматиране на доклада като работен лист в </a:t>
            </a:r>
            <a:r>
              <a:rPr lang="en-US" sz="2600" dirty="0">
                <a:latin typeface="Comfortaa" pitchFamily="2" charset="0"/>
              </a:rPr>
              <a:t>Excel</a:t>
            </a: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sz="2600" dirty="0">
                <a:latin typeface="Comfortaa" pitchFamily="2" charset="0"/>
              </a:rPr>
              <a:t>Показване на работния лист на екрана</a:t>
            </a:r>
            <a:endParaRPr lang="en-US" sz="26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94421" y="3275927"/>
            <a:ext cx="9803157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DisplayAnnualExpensesReport(int employeeId)</a:t>
            </a:r>
          </a:p>
        </p:txBody>
      </p:sp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41527" y="2973413"/>
            <a:ext cx="762000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95D54FE-4745-66B8-0BEA-53D859F37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Приемливи типове специализация </a:t>
            </a:r>
            <a:r>
              <a:rPr lang="en-US" sz="3600" dirty="0">
                <a:latin typeface="Comfortaa" pitchFamily="2" charset="0"/>
              </a:rPr>
              <a:t>[3/4]</a:t>
            </a:r>
          </a:p>
        </p:txBody>
      </p:sp>
    </p:spTree>
    <p:extLst>
      <p:ext uri="{BB962C8B-B14F-4D97-AF65-F5344CB8AC3E}">
        <p14:creationId xmlns:p14="http://schemas.microsoft.com/office/powerpoint/2010/main" val="3196098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Времева специализация </a:t>
            </a:r>
            <a:r>
              <a:rPr lang="en-US" sz="2000" dirty="0">
                <a:latin typeface="Comfortaa" pitchFamily="2" charset="0"/>
              </a:rPr>
              <a:t>(</a:t>
            </a:r>
            <a:r>
              <a:rPr lang="bg-BG" sz="2000" dirty="0">
                <a:latin typeface="Comfortaa" pitchFamily="2" charset="0"/>
              </a:rPr>
              <a:t>действия, свързани във времето</a:t>
            </a:r>
            <a:r>
              <a:rPr lang="en-US" sz="2000" dirty="0">
                <a:latin typeface="Comfortaa" pitchFamily="2" charset="0"/>
              </a:rPr>
              <a:t>)</a:t>
            </a:r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Операции, които не са свързани, но трябва да се случат в някакъв определен момент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Примери</a:t>
            </a:r>
            <a:r>
              <a:rPr lang="en-US" sz="20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Зареждане на потребителските настройки</a:t>
            </a:r>
            <a:endParaRPr lang="en-US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Проверка за подобрения</a:t>
            </a:r>
            <a:endParaRPr lang="en-US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Зареждане на всички фактури от базата данни</a:t>
            </a:r>
            <a:endParaRPr lang="en-US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endParaRPr lang="en-US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endParaRPr lang="en-US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Поредица от действия, изпълняващи се в дадения случай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50643" y="3249576"/>
            <a:ext cx="8929331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InitializeApplication()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50642" y="4937853"/>
            <a:ext cx="8929331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ButtonConfirmClick()</a:t>
            </a:r>
          </a:p>
        </p:txBody>
      </p:sp>
      <p:pic>
        <p:nvPicPr>
          <p:cNvPr id="9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77400" y="2903339"/>
            <a:ext cx="762000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77400" y="4594998"/>
            <a:ext cx="762000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CAA3158-FC35-BD93-7346-9F33DBCF4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Приемливи типове специализация </a:t>
            </a:r>
            <a:r>
              <a:rPr lang="en-US" sz="3600" dirty="0">
                <a:latin typeface="Comfortaa" pitchFamily="2" charset="0"/>
              </a:rPr>
              <a:t>[4/4]</a:t>
            </a:r>
          </a:p>
        </p:txBody>
      </p:sp>
    </p:spTree>
    <p:extLst>
      <p:ext uri="{BB962C8B-B14F-4D97-AF65-F5344CB8AC3E}">
        <p14:creationId xmlns:p14="http://schemas.microsoft.com/office/powerpoint/2010/main" val="4239896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bg-BG" sz="4400" b="1" dirty="0">
                <a:solidFill>
                  <a:srgbClr val="00B0F0"/>
                </a:solidFill>
                <a:latin typeface="Comfortaa" pitchFamily="2" charset="0"/>
              </a:rPr>
              <a:t>Логическа специализация</a:t>
            </a:r>
            <a:endParaRPr lang="en-US" sz="4400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20000"/>
              </a:lnSpc>
            </a:pPr>
            <a:r>
              <a:rPr lang="bg-BG" sz="3900" dirty="0">
                <a:latin typeface="Comfortaa" pitchFamily="2" charset="0"/>
              </a:rPr>
              <a:t>Извършва различни операции в зависимост от входния параметър</a:t>
            </a:r>
            <a:endParaRPr lang="en-US" sz="3900" dirty="0">
              <a:latin typeface="Comfortaa" pitchFamily="2" charset="0"/>
            </a:endParaRPr>
          </a:p>
          <a:p>
            <a:pPr lvl="1">
              <a:lnSpc>
                <a:spcPct val="120000"/>
              </a:lnSpc>
            </a:pPr>
            <a:r>
              <a:rPr lang="bg-BG" sz="3900" dirty="0">
                <a:latin typeface="Comfortaa" pitchFamily="2" charset="0"/>
              </a:rPr>
              <a:t>Лош пример</a:t>
            </a:r>
            <a:r>
              <a:rPr lang="en-US" sz="3900" dirty="0">
                <a:latin typeface="Comfortaa" pitchFamily="2" charset="0"/>
              </a:rPr>
              <a:t>:</a:t>
            </a:r>
          </a:p>
          <a:p>
            <a:pPr lvl="1">
              <a:lnSpc>
                <a:spcPct val="120000"/>
              </a:lnSpc>
            </a:pPr>
            <a:endParaRPr lang="en-US" sz="3900" dirty="0">
              <a:latin typeface="Comfortaa" pitchFamily="2" charset="0"/>
            </a:endParaRPr>
          </a:p>
          <a:p>
            <a:pPr lvl="1">
              <a:lnSpc>
                <a:spcPct val="120000"/>
              </a:lnSpc>
            </a:pPr>
            <a:endParaRPr lang="en-US" sz="3900" dirty="0">
              <a:latin typeface="Comfortaa" pitchFamily="2" charset="0"/>
            </a:endParaRPr>
          </a:p>
          <a:p>
            <a:pPr lvl="1">
              <a:lnSpc>
                <a:spcPct val="120000"/>
              </a:lnSpc>
            </a:pPr>
            <a:endParaRPr lang="en-US" sz="3900" dirty="0">
              <a:latin typeface="Comfortaa" pitchFamily="2" charset="0"/>
            </a:endParaRPr>
          </a:p>
          <a:p>
            <a:pPr lvl="1">
              <a:lnSpc>
                <a:spcPct val="120000"/>
              </a:lnSpc>
            </a:pPr>
            <a:endParaRPr lang="en-US" sz="3800" dirty="0">
              <a:latin typeface="Comfortaa" pitchFamily="2" charset="0"/>
            </a:endParaRPr>
          </a:p>
          <a:p>
            <a:pPr lvl="1">
              <a:lnSpc>
                <a:spcPct val="120000"/>
              </a:lnSpc>
            </a:pPr>
            <a:endParaRPr lang="en-US" sz="3800" dirty="0">
              <a:latin typeface="Comfortaa" pitchFamily="2" charset="0"/>
            </a:endParaRPr>
          </a:p>
          <a:p>
            <a:pPr lvl="1">
              <a:lnSpc>
                <a:spcPct val="120000"/>
              </a:lnSpc>
            </a:pPr>
            <a:endParaRPr lang="en-US" sz="3800" dirty="0">
              <a:latin typeface="Comfortaa" pitchFamily="2" charset="0"/>
            </a:endParaRPr>
          </a:p>
          <a:p>
            <a:pPr lvl="1">
              <a:lnSpc>
                <a:spcPct val="120000"/>
              </a:lnSpc>
            </a:pPr>
            <a:endParaRPr lang="en-US" sz="3800" dirty="0">
              <a:latin typeface="Comfortaa" pitchFamily="2" charset="0"/>
            </a:endParaRPr>
          </a:p>
          <a:p>
            <a:pPr lvl="1">
              <a:lnSpc>
                <a:spcPct val="120000"/>
              </a:lnSpc>
              <a:spcBef>
                <a:spcPts val="1800"/>
              </a:spcBef>
            </a:pPr>
            <a:r>
              <a:rPr lang="bg-BG" sz="3900" dirty="0">
                <a:latin typeface="Comfortaa" pitchFamily="2" charset="0"/>
              </a:rPr>
              <a:t>Допустима при манипулатори на събития</a:t>
            </a:r>
            <a:endParaRPr lang="en-US" sz="3900" dirty="0">
              <a:latin typeface="Comfortaa" pitchFamily="2" charset="0"/>
            </a:endParaRPr>
          </a:p>
          <a:p>
            <a:pPr lvl="2">
              <a:lnSpc>
                <a:spcPct val="120000"/>
              </a:lnSpc>
            </a:pPr>
            <a:r>
              <a:rPr lang="bg-BG" sz="3600" dirty="0">
                <a:latin typeface="Comfortaa" pitchFamily="2" charset="0"/>
              </a:rPr>
              <a:t>Напр. събитието </a:t>
            </a:r>
            <a:r>
              <a:rPr lang="en-US" sz="36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KeyDown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в </a:t>
            </a:r>
            <a:r>
              <a:rPr lang="en-US" sz="3600" dirty="0">
                <a:latin typeface="Comfortaa" pitchFamily="2" charset="0"/>
              </a:rPr>
              <a:t>Windows Forms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Неприемлива специализация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54679" y="2970811"/>
            <a:ext cx="9269679" cy="246221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object ReadAll(int operationCode)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(operationCode == 1) … // Read person name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else if (operationCode == 2) … // Read address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else if (operationCode == 3) … // Read date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…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6" name="Picture 5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45635" y="3916875"/>
            <a:ext cx="705369" cy="70536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110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16" y="1523906"/>
            <a:ext cx="10804395" cy="5084711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Капсулира алгоритъм в някакъв клас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Така всеки алгоритъм е заменим от други</a:t>
            </a:r>
            <a:endParaRPr lang="en-US" sz="2000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Всички алгоритми могат да работят прозрачно с еднакви данни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Клиентът може да работи прозрачно с всеки алгоритъм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 marL="914400" lvl="2" indent="0">
              <a:lnSpc>
                <a:spcPct val="100000"/>
              </a:lnSpc>
              <a:buNone/>
            </a:pPr>
            <a:br>
              <a:rPr lang="en-US" sz="2400" dirty="0">
                <a:latin typeface="Comfortaa" pitchFamily="2" charset="0"/>
              </a:rPr>
            </a:br>
            <a:br>
              <a:rPr lang="en-US" sz="2400" dirty="0">
                <a:latin typeface="Comfortaa" pitchFamily="2" charset="0"/>
              </a:rPr>
            </a:br>
            <a:endParaRPr lang="en-US" sz="2400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omfortaa" pitchFamily="2" charset="0"/>
                <a:hlinkClick r:id="rId2"/>
              </a:rPr>
              <a:t>http://www.dofactory.com/net/strategy-design-pattern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Шаблон </a:t>
            </a:r>
            <a:r>
              <a:rPr lang="en-US" dirty="0">
                <a:latin typeface="Comfortaa" pitchFamily="2" charset="0"/>
              </a:rPr>
              <a:t>Strategy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883" y="3230471"/>
            <a:ext cx="8442660" cy="26537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545483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 txBox="1">
            <a:spLocks noChangeArrowheads="1"/>
          </p:cNvSpPr>
          <p:nvPr/>
        </p:nvSpPr>
        <p:spPr>
          <a:xfrm>
            <a:off x="913217" y="2268637"/>
            <a:ext cx="10338653" cy="9233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class QuickSort : SortStrategy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public override void Sort(IList&lt;object&gt; list) { ...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0" name="Rectangle 10"/>
          <p:cNvSpPr txBox="1">
            <a:spLocks noChangeArrowheads="1"/>
          </p:cNvSpPr>
          <p:nvPr/>
        </p:nvSpPr>
        <p:spPr>
          <a:xfrm>
            <a:off x="913217" y="4493677"/>
            <a:ext cx="10338653" cy="203132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class SortedList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private IList&lt;object&gt; list = new List&lt;object&gt;();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public void Sort(SortStrategy strategy)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   // sortStrategy can be passed in constructor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   sortStrategy.Sort(list);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1" name="Rectangle 10"/>
          <p:cNvSpPr txBox="1">
            <a:spLocks noChangeArrowheads="1"/>
          </p:cNvSpPr>
          <p:nvPr/>
        </p:nvSpPr>
        <p:spPr>
          <a:xfrm>
            <a:off x="913217" y="3381157"/>
            <a:ext cx="10338653" cy="9233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class MergeSort : SortStrategy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public override void Sort(IList&lt;object&gt; list) { ...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2" name="Rectangle 10"/>
          <p:cNvSpPr>
            <a:spLocks noGrp="1" noChangeArrowheads="1"/>
          </p:cNvSpPr>
          <p:nvPr>
            <p:ph idx="1"/>
          </p:nvPr>
        </p:nvSpPr>
        <p:spPr>
          <a:xfrm>
            <a:off x="913217" y="1125637"/>
            <a:ext cx="10338653" cy="923330"/>
          </a:xfr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abstract class SortStrategy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public abstract void Sort(IList&lt;object&gt; list);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CE3B0B-DA13-C205-AAA3-35D92206D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321"/>
            <a:ext cx="10728212" cy="73334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Пример за шаблон </a:t>
            </a:r>
            <a:r>
              <a:rPr lang="en-US" dirty="0">
                <a:latin typeface="Comfortaa" pitchFamily="2" charset="0"/>
              </a:rPr>
              <a:t>Strategy</a:t>
            </a:r>
          </a:p>
        </p:txBody>
      </p:sp>
    </p:spTree>
    <p:extLst>
      <p:ext uri="{BB962C8B-B14F-4D97-AF65-F5344CB8AC3E}">
        <p14:creationId xmlns:p14="http://schemas.microsoft.com/office/powerpoint/2010/main" val="643882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Случайна специализация </a:t>
            </a:r>
            <a:r>
              <a:rPr lang="en-US" dirty="0">
                <a:latin typeface="Comfortaa" pitchFamily="2" charset="0"/>
              </a:rPr>
              <a:t>(spaghetti)</a:t>
            </a:r>
            <a:endParaRPr lang="en-US" dirty="0">
              <a:solidFill>
                <a:schemeClr val="accent2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Несвързани </a:t>
            </a:r>
            <a:r>
              <a:rPr lang="en-US" sz="2800" dirty="0">
                <a:latin typeface="Comfortaa" pitchFamily="2" charset="0"/>
              </a:rPr>
              <a:t>(</a:t>
            </a:r>
            <a:r>
              <a:rPr lang="bg-BG" sz="2800" dirty="0">
                <a:latin typeface="Comfortaa" pitchFamily="2" charset="0"/>
              </a:rPr>
              <a:t>случайни</a:t>
            </a:r>
            <a:r>
              <a:rPr lang="en-US" sz="2800" dirty="0">
                <a:latin typeface="Comfortaa" pitchFamily="2" charset="0"/>
              </a:rPr>
              <a:t>) </a:t>
            </a:r>
            <a:r>
              <a:rPr lang="bg-BG" sz="2800" dirty="0">
                <a:latin typeface="Comfortaa" pitchFamily="2" charset="0"/>
              </a:rPr>
              <a:t>операции, групирани в метод по неясна причина</a:t>
            </a:r>
            <a:endParaRPr lang="en-US" sz="28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Лош пример</a:t>
            </a:r>
            <a:r>
              <a:rPr lang="en-US" sz="2800" dirty="0">
                <a:latin typeface="Comfortaa" pitchFamily="2" charset="0"/>
              </a:rPr>
              <a:t>:</a:t>
            </a:r>
          </a:p>
          <a:p>
            <a:pPr lvl="2">
              <a:lnSpc>
                <a:spcPct val="100000"/>
              </a:lnSpc>
            </a:pPr>
            <a:endParaRPr lang="en-US" sz="2600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spcBef>
                <a:spcPts val="3000"/>
              </a:spcBef>
              <a:buFont typeface="+mj-lt"/>
              <a:buAutoNum type="arabicPeriod"/>
            </a:pPr>
            <a:r>
              <a:rPr lang="bg-BG" sz="2600" dirty="0">
                <a:latin typeface="Comfortaa" pitchFamily="2" charset="0"/>
              </a:rPr>
              <a:t>Подготвяне на доклад за годишните приходи на даден купувач</a:t>
            </a:r>
            <a:endParaRPr lang="en-US" sz="2600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sz="2600" dirty="0">
                <a:latin typeface="Comfortaa" pitchFamily="2" charset="0"/>
              </a:rPr>
              <a:t>Подреждане на масив цели числа във възходящ ред</a:t>
            </a:r>
            <a:endParaRPr lang="en-US" sz="2600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sz="2600" dirty="0">
                <a:latin typeface="Comfortaa" pitchFamily="2" charset="0"/>
              </a:rPr>
              <a:t>Пресмятане на квадратния корен на дадено число</a:t>
            </a:r>
            <a:endParaRPr lang="en-US" sz="2600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sz="2600" dirty="0">
                <a:latin typeface="Comfortaa" pitchFamily="2" charset="0"/>
              </a:rPr>
              <a:t>Конвертиране на даден </a:t>
            </a:r>
            <a:r>
              <a:rPr lang="en-US" sz="2600" dirty="0">
                <a:latin typeface="Comfortaa" pitchFamily="2" charset="0"/>
              </a:rPr>
              <a:t>MP3 </a:t>
            </a:r>
            <a:r>
              <a:rPr lang="bg-BG" sz="2600" dirty="0">
                <a:latin typeface="Comfortaa" pitchFamily="2" charset="0"/>
              </a:rPr>
              <a:t>файл в </a:t>
            </a:r>
            <a:r>
              <a:rPr lang="en-US" sz="2600" dirty="0">
                <a:latin typeface="Comfortaa" pitchFamily="2" charset="0"/>
              </a:rPr>
              <a:t>WMA </a:t>
            </a:r>
            <a:r>
              <a:rPr lang="bg-BG" sz="2600" dirty="0">
                <a:latin typeface="Comfortaa" pitchFamily="2" charset="0"/>
              </a:rPr>
              <a:t>формат</a:t>
            </a:r>
            <a:endParaRPr lang="en-US" sz="2600" dirty="0">
              <a:latin typeface="Comfortaa" pitchFamily="2" charset="0"/>
            </a:endParaRPr>
          </a:p>
          <a:p>
            <a:pPr marL="1076325" lvl="2" indent="-427038">
              <a:lnSpc>
                <a:spcPct val="100000"/>
              </a:lnSpc>
              <a:buFont typeface="+mj-lt"/>
              <a:buAutoNum type="arabicPeriod"/>
            </a:pPr>
            <a:r>
              <a:rPr lang="bg-BG" sz="2600" dirty="0">
                <a:latin typeface="Comfortaa" pitchFamily="2" charset="0"/>
              </a:rPr>
              <a:t>Изпращане на имейл на даден купувач</a:t>
            </a:r>
            <a:endParaRPr lang="en-US" sz="26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Неприемлива специализация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57507" y="3381203"/>
            <a:ext cx="10596293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HandleStuff(customerId, int[], ref sqrtValue, mp3FileName, emailAddress)</a:t>
            </a:r>
          </a:p>
        </p:txBody>
      </p:sp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30821" y="3197517"/>
            <a:ext cx="767481" cy="767481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101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6324" y="1991880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Какво е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слаба зависимост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Минимална зависимост </a:t>
            </a:r>
            <a:r>
              <a:rPr lang="bg-BG" dirty="0">
                <a:latin typeface="Comfortaa" pitchFamily="2" charset="0"/>
              </a:rPr>
              <a:t>на метода от други части на програмния код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Минимална зависимост на членовете на класа или на външни класове и техните членове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Без странични ефекти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Ако зависимостта е слаба, можем лесно да използваме метод или група от методи отново за нов проект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Силна зависимост 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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спагети код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324" y="531380"/>
            <a:ext cx="7664532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Слаба зависимост </a:t>
            </a:r>
            <a:r>
              <a:rPr lang="en-US" dirty="0">
                <a:latin typeface="Comfortaa" pitchFamily="2" charset="0"/>
              </a:rPr>
              <a:t>[1/2]</a:t>
            </a:r>
            <a:r>
              <a:rPr lang="bg-BG" dirty="0">
                <a:latin typeface="Comfortaa" pitchFamily="2" charset="0"/>
              </a:rPr>
              <a:t> (</a:t>
            </a:r>
            <a:r>
              <a:rPr lang="en-US" dirty="0">
                <a:latin typeface="Comfortaa" pitchFamily="2" charset="0"/>
              </a:rPr>
              <a:t>Loose Coupling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426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Идеалната зависимост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Методът зависи само от параметрите си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Няма друг вход или изход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Math.Sqrt()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 реалния свят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Сложният софтуер не може да избегне зависимостта, но може да я направи възможно най-слаба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сложен криптиращ алгоритъм, извършващ инициализация, криптиране, финализиране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A5F763-FA48-6DA0-680F-38452D6EB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24" y="531380"/>
            <a:ext cx="7664532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Слаба зависимост </a:t>
            </a:r>
            <a:r>
              <a:rPr lang="en-US" dirty="0">
                <a:latin typeface="Comfortaa" pitchFamily="2" charset="0"/>
              </a:rPr>
              <a:t>[2/2]</a:t>
            </a:r>
            <a:r>
              <a:rPr lang="bg-BG" dirty="0">
                <a:latin typeface="Comfortaa" pitchFamily="2" charset="0"/>
              </a:rPr>
              <a:t> 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931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14175" y="1499054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Нарочно увеличена зависимост за по-голяма гъвкавост </a:t>
            </a:r>
            <a:r>
              <a:rPr lang="en-US" dirty="0">
                <a:latin typeface="Comfortaa" pitchFamily="2" charset="0"/>
              </a:rPr>
              <a:t>(.NET cryptography API):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Пример за зависимост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02764" y="2625029"/>
            <a:ext cx="10053163" cy="366254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byte[] EncryptAES(byte[] inputData, byte[] secretKey)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Rijndael cryptoAlg = new RijndaelManaged();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cryptoAlg.Key = secretKey;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cryptoAlg.GenerateIV();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MemoryStream destStream = new MemoryStream();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CryptoStream csEncryptor = new CryptoStream(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destStream, cryptoAlg.CreateEncryptor(),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CryptoStreamMode.Write);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csEncryptor.Write(inputData, 0, inputData.Length);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csEncryptor.FlushFinalBlock();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byte[] encryptedData = destStream.ToArray();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encryptedData;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48891" y="4049949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2827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576243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 да намалим зависимостта може да правим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помощни класове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Скрийте сложната логика и представете прост, прям интерфейс </a:t>
            </a:r>
            <a:r>
              <a:rPr lang="en-US" sz="2000" dirty="0">
                <a:latin typeface="Comfortaa" pitchFamily="2" charset="0"/>
              </a:rPr>
              <a:t>(</a:t>
            </a:r>
            <a:r>
              <a:rPr lang="bg-BG" sz="2000" dirty="0" err="1">
                <a:latin typeface="Comfortaa" pitchFamily="2" charset="0"/>
              </a:rPr>
              <a:t>т.е</a:t>
            </a:r>
            <a:r>
              <a:rPr lang="en-US" sz="2000" dirty="0">
                <a:latin typeface="Comfortaa" pitchFamily="2" charset="0"/>
              </a:rPr>
              <a:t>. 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фасада</a:t>
            </a:r>
            <a:r>
              <a:rPr lang="en-US" sz="2000" dirty="0">
                <a:latin typeface="Comfortaa" pitchFamily="2" charset="0"/>
              </a:rPr>
              <a:t>):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Пример за слаба зависимост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98577" y="3374572"/>
            <a:ext cx="9980161" cy="269663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byte[] EncryptAES(byte[] inputData, byte[] secretKey)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MemoryStream inputStream = new MemoryStream(inputData);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MemoryStream outputStream = new MemoryStream();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EncryptionUtils.EncryptAES(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inputStream, outputStream, secretKey);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byte[] encryptedData = outputStream.ToArray();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encryptedData;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47221" y="4316540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777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223" y="1605932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bg-BG" dirty="0">
                <a:latin typeface="Comfortaa" pitchFamily="2" charset="0"/>
              </a:rPr>
              <a:t>Предаване на параметри през полета на класове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dirty="0">
                <a:latin typeface="Comfortaa" pitchFamily="2" charset="0"/>
              </a:rPr>
              <a:t>Типичен пример за силна зависимост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dirty="0">
                <a:latin typeface="Comfortaa" pitchFamily="2" charset="0"/>
              </a:rPr>
              <a:t>Не правете това без добра причина</a:t>
            </a:r>
            <a:r>
              <a:rPr lang="en-US" dirty="0">
                <a:latin typeface="Comfortaa" pitchFamily="2" charset="0"/>
              </a:rPr>
              <a:t>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Пример за силна зависимост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28874" y="3111184"/>
            <a:ext cx="9701422" cy="322088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Sumator</a:t>
            </a:r>
          </a:p>
          <a:p>
            <a:pPr>
              <a:lnSpc>
                <a:spcPct val="9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9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int a, b;</a:t>
            </a:r>
          </a:p>
          <a:p>
            <a:pPr>
              <a:lnSpc>
                <a:spcPct val="9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int Sum()</a:t>
            </a:r>
          </a:p>
          <a:p>
            <a:pPr>
              <a:lnSpc>
                <a:spcPct val="9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ct val="9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a + b;</a:t>
            </a:r>
          </a:p>
          <a:p>
            <a:pPr>
              <a:lnSpc>
                <a:spcPct val="9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lnSpc>
                <a:spcPct val="9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static void Main()</a:t>
            </a:r>
          </a:p>
          <a:p>
            <a:pPr>
              <a:lnSpc>
                <a:spcPct val="9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ct val="9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Sumator sumator = new Sumator() { a = 3, b = 5 };</a:t>
            </a:r>
          </a:p>
          <a:p>
            <a:pPr>
              <a:lnSpc>
                <a:spcPct val="9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Console.WriteLine(sumator.Sum());</a:t>
            </a:r>
          </a:p>
          <a:p>
            <a:pPr>
              <a:lnSpc>
                <a:spcPct val="9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lnSpc>
                <a:spcPct val="9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6" name="Picture 5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20151" y="4261468"/>
            <a:ext cx="990600" cy="9906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3EAE81CA-9EE7-4310-A0D0-5AF5C4E2B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080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5932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Да кажем, че имаме голяма част софтуер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Трябва да обновим подсистемите, а те не са точно независими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 err="1">
                <a:latin typeface="Comfortaa" pitchFamily="2" charset="0"/>
              </a:rPr>
              <a:t>Т.е</a:t>
            </a:r>
            <a:r>
              <a:rPr lang="en-US" dirty="0">
                <a:latin typeface="Comfortaa" pitchFamily="2" charset="0"/>
              </a:rPr>
              <a:t>. </a:t>
            </a:r>
            <a:r>
              <a:rPr lang="bg-BG" dirty="0">
                <a:latin typeface="Comfortaa" pitchFamily="2" charset="0"/>
              </a:rPr>
              <a:t>промяна във филтрирането ще засегне сортирането и т.н.</a:t>
            </a:r>
            <a:r>
              <a:rPr lang="en-US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Силна зависимост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в реално ползван код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21179" y="3963390"/>
            <a:ext cx="10135690" cy="220842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GlobalManager</a:t>
            </a:r>
          </a:p>
          <a:p>
            <a:pPr>
              <a:lnSpc>
                <a:spcPct val="110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UpdateSorting() {…}</a:t>
            </a:r>
          </a:p>
          <a:p>
            <a:pPr>
              <a:lnSpc>
                <a:spcPct val="110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UpdateFiltering() {…}</a:t>
            </a:r>
          </a:p>
          <a:p>
            <a:pPr>
              <a:lnSpc>
                <a:spcPct val="110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UpdateData() {…}</a:t>
            </a:r>
          </a:p>
          <a:p>
            <a:pPr>
              <a:lnSpc>
                <a:spcPct val="110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UpdateAll () {…}</a:t>
            </a:r>
          </a:p>
          <a:p>
            <a:pPr>
              <a:lnSpc>
                <a:spcPct val="110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69583" y="4578643"/>
            <a:ext cx="990600" cy="9906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97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322" y="1623743"/>
            <a:ext cx="10621488" cy="48605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Нека имаме приложение, състоящо се от два слоя</a:t>
            </a:r>
            <a:r>
              <a:rPr lang="en-US" sz="2400" dirty="0">
                <a:latin typeface="Comfortaa" pitchFamily="2" charset="0"/>
              </a:rPr>
              <a:t>:</a:t>
            </a:r>
            <a:endParaRPr lang="bg-BG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3000"/>
              </a:spcBef>
            </a:pPr>
            <a:r>
              <a:rPr lang="bg-BG" sz="2400" dirty="0">
                <a:latin typeface="Comfortaa" pitchFamily="2" charset="0"/>
              </a:rPr>
              <a:t>Не обновявайте отгоре-надолу и отдолу-нагоре от един метод</a:t>
            </a:r>
            <a:r>
              <a:rPr lang="en-US" sz="2400" dirty="0">
                <a:latin typeface="Comfortaa" pitchFamily="2" charset="0"/>
              </a:rPr>
              <a:t>!</a:t>
            </a:r>
          </a:p>
          <a:p>
            <a:pPr lvl="1">
              <a:lnSpc>
                <a:spcPct val="100000"/>
              </a:lnSpc>
            </a:pPr>
            <a:r>
              <a:rPr lang="bg-BG" sz="2000" dirty="0" err="1">
                <a:latin typeface="Comfortaa" pitchFamily="2" charset="0"/>
              </a:rPr>
              <a:t>Напр</a:t>
            </a:r>
            <a:r>
              <a:rPr lang="en-US" sz="2000" dirty="0">
                <a:latin typeface="Comfortaa" pitchFamily="2" charset="0"/>
              </a:rPr>
              <a:t>.</a:t>
            </a:r>
            <a:r>
              <a:rPr lang="bg-BG" sz="2000" dirty="0">
                <a:latin typeface="Comfortaa" pitchFamily="2" charset="0"/>
              </a:rPr>
              <a:t> методът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RemoveCustomer()</a:t>
            </a:r>
            <a:r>
              <a:rPr lang="en-US" sz="2000" dirty="0">
                <a:solidFill>
                  <a:schemeClr val="tx2">
                    <a:lumMod val="90000"/>
                  </a:schemeClr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в </a:t>
            </a:r>
            <a:r>
              <a:rPr lang="en-US" sz="20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DataLayer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ще промени и слоя за представянето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По-добре използвайте известие </a:t>
            </a:r>
            <a:r>
              <a:rPr lang="en-US" sz="2000" dirty="0">
                <a:latin typeface="Comfortaa" pitchFamily="2" charset="0"/>
              </a:rPr>
              <a:t>(</a:t>
            </a:r>
            <a:r>
              <a:rPr lang="bg-BG" sz="2000" dirty="0">
                <a:latin typeface="Comfortaa" pitchFamily="2" charset="0"/>
              </a:rPr>
              <a:t>шаблон </a:t>
            </a:r>
            <a:r>
              <a:rPr lang="en-US" sz="2000" dirty="0">
                <a:latin typeface="Comfortaa" pitchFamily="2" charset="0"/>
              </a:rPr>
              <a:t>observer / </a:t>
            </a:r>
            <a:r>
              <a:rPr lang="bg-BG" sz="2000" dirty="0">
                <a:latin typeface="Comfortaa" pitchFamily="2" charset="0"/>
              </a:rPr>
              <a:t>събитие</a:t>
            </a:r>
            <a:r>
              <a:rPr lang="en-US" sz="2000" dirty="0">
                <a:latin typeface="Comfortaa" pitchFamily="2" charset="0"/>
              </a:rPr>
              <a:t>)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7921" y="373729"/>
            <a:ext cx="9826349" cy="1110780"/>
          </a:xfrm>
        </p:spPr>
        <p:txBody>
          <a:bodyPr>
            <a:noAutofit/>
          </a:bodyPr>
          <a:lstStyle/>
          <a:p>
            <a:r>
              <a:rPr lang="bg-BG" sz="3600" dirty="0">
                <a:latin typeface="Comfortaa" pitchFamily="2" charset="0"/>
              </a:rPr>
              <a:t>Проблеми със зависимостта в реално ползван код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8881" y="3712213"/>
            <a:ext cx="4469236" cy="492443"/>
          </a:xfrm>
          <a:prstGeom prst="rect">
            <a:avLst/>
          </a:prstGeom>
          <a:solidFill>
            <a:srgbClr val="00B0F0"/>
          </a:solidFill>
          <a:ln w="12700">
            <a:noFill/>
          </a:ln>
        </p:spPr>
        <p:txBody>
          <a:bodyPr wrap="square" tIns="91440" bIns="91440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Слой за данните</a:t>
            </a:r>
            <a:endParaRPr lang="en-US" sz="2000" b="1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28881" y="2208811"/>
            <a:ext cx="4469236" cy="492443"/>
          </a:xfrm>
          <a:prstGeom prst="rect">
            <a:avLst/>
          </a:prstGeom>
          <a:solidFill>
            <a:srgbClr val="00B0F0"/>
          </a:solidFill>
          <a:ln w="12700">
            <a:noFill/>
          </a:ln>
        </p:spPr>
        <p:txBody>
          <a:bodyPr wrap="square" tIns="91440" bIns="91440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Слой за представянето</a:t>
            </a:r>
            <a:endParaRPr lang="en-US" sz="2000" b="1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9" name="Up-Down Arrow 8"/>
          <p:cNvSpPr/>
          <p:nvPr/>
        </p:nvSpPr>
        <p:spPr>
          <a:xfrm>
            <a:off x="5358778" y="2894611"/>
            <a:ext cx="507868" cy="685800"/>
          </a:xfrm>
          <a:prstGeom prst="up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Curved Down Arrow 9"/>
          <p:cNvSpPr/>
          <p:nvPr/>
        </p:nvSpPr>
        <p:spPr>
          <a:xfrm rot="16200000">
            <a:off x="1409858" y="2501083"/>
            <a:ext cx="1905000" cy="1320456"/>
          </a:xfrm>
          <a:prstGeom prst="curvedDown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Curved Down Arrow 10"/>
          <p:cNvSpPr/>
          <p:nvPr/>
        </p:nvSpPr>
        <p:spPr>
          <a:xfrm rot="5400000">
            <a:off x="7974039" y="2615383"/>
            <a:ext cx="1981200" cy="1320456"/>
          </a:xfrm>
          <a:prstGeom prst="curvedDown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645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Намаляване на зависимостта с </a:t>
            </a:r>
            <a:r>
              <a:rPr lang="en-US" dirty="0">
                <a:latin typeface="Comfortaa" pitchFamily="2" charset="0"/>
              </a:rPr>
              <a:t>OOP </a:t>
            </a:r>
            <a:r>
              <a:rPr lang="bg-BG" dirty="0">
                <a:latin typeface="Comfortaa" pitchFamily="2" charset="0"/>
              </a:rPr>
              <a:t>техники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Абстракция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Дефинирайте </a:t>
            </a:r>
            <a:r>
              <a:rPr lang="en-US" dirty="0">
                <a:latin typeface="Comfortaa" pitchFamily="2" charset="0"/>
              </a:rPr>
              <a:t>public</a:t>
            </a:r>
            <a:r>
              <a:rPr lang="bg-BG" dirty="0">
                <a:latin typeface="Comfortaa" pitchFamily="2" charset="0"/>
              </a:rPr>
              <a:t> интерфейс и скрийте детайлите по реализацията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Капсулиране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Направете методите и полетата </a:t>
            </a:r>
            <a:r>
              <a:rPr lang="en-US" dirty="0">
                <a:latin typeface="Comfortaa" pitchFamily="2" charset="0"/>
              </a:rPr>
              <a:t>private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освен ако със сигурност не е необходимо да са други</a:t>
            </a:r>
            <a:endParaRPr lang="en-US" dirty="0">
              <a:latin typeface="Comfortaa" pitchFamily="2" charset="0"/>
              <a:sym typeface="Wingdings" pitchFamily="2" charset="2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  <a:sym typeface="Wingdings" pitchFamily="2" charset="2"/>
              </a:rPr>
              <a:t>Дефинирайте нови членове като </a:t>
            </a:r>
            <a:r>
              <a:rPr lang="en-US" dirty="0">
                <a:latin typeface="Comfortaa" pitchFamily="2" charset="0"/>
              </a:rPr>
              <a:t>private </a:t>
            </a:r>
            <a:endParaRPr lang="en-US" dirty="0">
              <a:latin typeface="Comfortaa" pitchFamily="2" charset="0"/>
              <a:sym typeface="Wingdings" pitchFamily="2" charset="2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  <a:sym typeface="Wingdings" pitchFamily="2" charset="2"/>
              </a:rPr>
              <a:t>Увеличете видимостта им веднага щом ви потрябват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Слаба зависимост и </a:t>
            </a:r>
            <a:r>
              <a:rPr lang="en-US" dirty="0">
                <a:latin typeface="Comfortaa" pitchFamily="2" charset="0"/>
              </a:rPr>
              <a:t>OOP</a:t>
            </a:r>
          </a:p>
        </p:txBody>
      </p:sp>
    </p:spTree>
    <p:extLst>
      <p:ext uri="{BB962C8B-B14F-4D97-AF65-F5344CB8AC3E}">
        <p14:creationId xmlns:p14="http://schemas.microsoft.com/office/powerpoint/2010/main" val="9798696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561605"/>
            <a:ext cx="10176164" cy="399082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Метод, зависим от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параметрите си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Това е най-добрия тип зависимост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noProof="1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bg-BG" sz="2400" dirty="0">
                <a:latin typeface="Comfortaa" pitchFamily="2" charset="0"/>
              </a:rPr>
              <a:t>Метод в клас, свързан с няколко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полета на класа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Тази зависимост е обичайна, не се тревожете много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bg-BG" sz="2400" dirty="0">
                <a:latin typeface="Comfortaa" pitchFamily="2" charset="0"/>
              </a:rPr>
              <a:t>Метод в клас, зависим от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static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методи</a:t>
            </a:r>
            <a:r>
              <a:rPr lang="en-US" sz="2400" dirty="0">
                <a:latin typeface="Comfortaa" pitchFamily="2" charset="0"/>
              </a:rPr>
              <a:t>,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свойства </a:t>
            </a:r>
            <a:r>
              <a:rPr lang="bg-BG" sz="2400" dirty="0">
                <a:latin typeface="Comfortaa" pitchFamily="2" charset="0"/>
              </a:rPr>
              <a:t>или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константи </a:t>
            </a:r>
            <a:r>
              <a:rPr lang="bg-BG" sz="2400" dirty="0">
                <a:latin typeface="Comfortaa" pitchFamily="2" charset="0"/>
              </a:rPr>
              <a:t>във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външен клас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Допустима зависимост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02459" y="2408989"/>
            <a:ext cx="9733776" cy="41549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 int Sum(int[] elements) { … 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02459" y="3778483"/>
            <a:ext cx="9733776" cy="73866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 int CalcArea()</a:t>
            </a:r>
            <a:b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return this.Width * this.Height; }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02459" y="5471143"/>
            <a:ext cx="9733776" cy="73866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 double CalcCircleArea(double radius)</a:t>
            </a:r>
          </a:p>
          <a:p>
            <a:pPr>
              <a:lnSpc>
                <a:spcPct val="10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return Math.PI * radius * radius; }</a:t>
            </a:r>
          </a:p>
        </p:txBody>
      </p:sp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62953" y="2066723"/>
            <a:ext cx="762000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62953" y="3689167"/>
            <a:ext cx="762000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62953" y="5400927"/>
            <a:ext cx="762000" cy="7620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47020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bg-BG" sz="3100" dirty="0">
                <a:latin typeface="Comfortaa" pitchFamily="2" charset="0"/>
              </a:rPr>
              <a:t>Метод в клас, зависим от </a:t>
            </a:r>
            <a:r>
              <a:rPr lang="en-US" sz="31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static</a:t>
            </a:r>
            <a:r>
              <a:rPr lang="en-US" sz="31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mfortaa" pitchFamily="2" charset="0"/>
              </a:rPr>
              <a:t> </a:t>
            </a:r>
            <a:r>
              <a:rPr lang="bg-BG" sz="31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полета </a:t>
            </a:r>
            <a:r>
              <a:rPr lang="bg-BG" sz="3100" dirty="0">
                <a:latin typeface="Comfortaa" pitchFamily="2" charset="0"/>
              </a:rPr>
              <a:t>във външен клас</a:t>
            </a:r>
            <a:endParaRPr lang="en-US" sz="3100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sz="2900" dirty="0">
                <a:latin typeface="Comfortaa" pitchFamily="2" charset="0"/>
              </a:rPr>
              <a:t>Ползвайте </a:t>
            </a:r>
            <a:r>
              <a:rPr lang="en-US" sz="2900" dirty="0">
                <a:latin typeface="Comfortaa" pitchFamily="2" charset="0"/>
              </a:rPr>
              <a:t>private </a:t>
            </a:r>
            <a:r>
              <a:rPr lang="bg-BG" sz="2900" dirty="0">
                <a:latin typeface="Comfortaa" pitchFamily="2" charset="0"/>
              </a:rPr>
              <a:t>полета и </a:t>
            </a:r>
            <a:r>
              <a:rPr lang="en-US" sz="2900" dirty="0">
                <a:latin typeface="Comfortaa" pitchFamily="2" charset="0"/>
              </a:rPr>
              <a:t>public </a:t>
            </a:r>
            <a:r>
              <a:rPr lang="bg-BG" sz="2900" dirty="0">
                <a:latin typeface="Comfortaa" pitchFamily="2" charset="0"/>
              </a:rPr>
              <a:t>свойства</a:t>
            </a:r>
            <a:endParaRPr lang="en-US" sz="2700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sz="3100" dirty="0">
                <a:latin typeface="Comfortaa" pitchFamily="2" charset="0"/>
              </a:rPr>
              <a:t>Методи, взимащи като входни данни някакви полета, които биха могли да се подадат като параметри</a:t>
            </a:r>
            <a:endParaRPr lang="en-US" sz="3100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sz="2900" dirty="0">
                <a:latin typeface="Comfortaa" pitchFamily="2" charset="0"/>
              </a:rPr>
              <a:t>Проверете целта на метода</a:t>
            </a:r>
            <a:endParaRPr lang="en-US" sz="2900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sz="2900" dirty="0">
                <a:latin typeface="Comfortaa" pitchFamily="2" charset="0"/>
              </a:rPr>
              <a:t>Той ли е направен да преработва данни от вътрешен клас или помощният метод</a:t>
            </a:r>
            <a:r>
              <a:rPr lang="en-US" sz="2900" dirty="0">
                <a:latin typeface="Comfortaa" pitchFamily="2" charset="0"/>
              </a:rPr>
              <a:t>?</a:t>
            </a:r>
          </a:p>
          <a:p>
            <a:pPr>
              <a:lnSpc>
                <a:spcPct val="110000"/>
              </a:lnSpc>
            </a:pPr>
            <a:r>
              <a:rPr lang="bg-BG" sz="3100" dirty="0">
                <a:latin typeface="Comfortaa" pitchFamily="2" charset="0"/>
              </a:rPr>
              <a:t>Метод, дефиниран като </a:t>
            </a:r>
            <a:r>
              <a:rPr lang="en-US" sz="3100" dirty="0">
                <a:latin typeface="Comfortaa" pitchFamily="2" charset="0"/>
              </a:rPr>
              <a:t>public </a:t>
            </a:r>
            <a:r>
              <a:rPr lang="bg-BG" sz="3100" dirty="0">
                <a:latin typeface="Comfortaa" pitchFamily="2" charset="0"/>
              </a:rPr>
              <a:t>без да е част от интерфейса на </a:t>
            </a:r>
            <a:r>
              <a:rPr lang="en-US" sz="3100" dirty="0">
                <a:latin typeface="Comfortaa" pitchFamily="2" charset="0"/>
              </a:rPr>
              <a:t>public</a:t>
            </a:r>
            <a:r>
              <a:rPr lang="bg-BG" sz="3100" dirty="0">
                <a:latin typeface="Comfortaa" pitchFamily="2" charset="0"/>
              </a:rPr>
              <a:t> класа </a:t>
            </a:r>
            <a:r>
              <a:rPr lang="en-US" sz="3100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sz="3100" dirty="0">
                <a:latin typeface="Comfortaa" pitchFamily="2" charset="0"/>
                <a:sym typeface="Wingdings" pitchFamily="2" charset="2"/>
              </a:rPr>
              <a:t>възможна зависимост</a:t>
            </a:r>
            <a:endParaRPr lang="en-US" sz="31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Недопустима зависимост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0545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173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Слагайте по-важните параметри по-напред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Сложете основните входни параметри първи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Сложете неважните евентуални параметри последни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Добър пример</a:t>
            </a:r>
            <a:r>
              <a:rPr lang="en-US" dirty="0">
                <a:latin typeface="Comfortaa" pitchFamily="2" charset="0"/>
              </a:rPr>
              <a:t>:</a:t>
            </a:r>
            <a:endParaRPr lang="bg-BG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2400"/>
              </a:spcBef>
            </a:pPr>
            <a:r>
              <a:rPr lang="bg-BG" dirty="0">
                <a:latin typeface="Comfortaa" pitchFamily="2" charset="0"/>
              </a:rPr>
              <a:t>Лош пример</a:t>
            </a:r>
            <a:r>
              <a:rPr lang="en-US" dirty="0">
                <a:latin typeface="Comfortaa" pitchFamily="2" charset="0"/>
              </a:rPr>
              <a:t>:</a:t>
            </a:r>
            <a:endParaRPr lang="en-US" sz="28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2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Параметри на методи </a:t>
            </a:r>
            <a:r>
              <a:rPr lang="en-US" dirty="0">
                <a:latin typeface="Comfortaa" pitchFamily="2" charset="0"/>
              </a:rPr>
              <a:t>[1/3]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200" y="3422478"/>
            <a:ext cx="9452149" cy="70788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RegisterUser(string username, string password,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Date accountExpirationDate, Role[] roles)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8200" y="4733058"/>
            <a:ext cx="9452149" cy="70788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RegisterUser(Role[] roles, string password, string username,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Date accountExpirationDate)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838200" y="5556858"/>
            <a:ext cx="9452149" cy="70788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RegisterUser(string password, Date accountExpirationDate,</a:t>
            </a:r>
            <a:b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Role[] roles, string username)</a:t>
            </a:r>
          </a:p>
        </p:txBody>
      </p:sp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0000" y="3391057"/>
            <a:ext cx="739307" cy="739307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87753" y="4617144"/>
            <a:ext cx="823800" cy="823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87753" y="5556858"/>
            <a:ext cx="823800" cy="823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89253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2604" y="1485654"/>
            <a:ext cx="9807022" cy="43599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 променяйте входните параметри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Вместо това използвайте нови променливи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Лош пример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marL="377887" lvl="1" indent="0">
              <a:lnSpc>
                <a:spcPct val="100000"/>
              </a:lnSpc>
              <a:buNone/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2400"/>
              </a:spcBef>
            </a:pPr>
            <a:r>
              <a:rPr lang="bg-BG" dirty="0">
                <a:latin typeface="Comfortaa" pitchFamily="2" charset="0"/>
              </a:rPr>
              <a:t>Добър пример</a:t>
            </a:r>
            <a:r>
              <a:rPr lang="en-US" dirty="0">
                <a:latin typeface="Comfortaa" pitchFamily="2" charset="0"/>
              </a:rPr>
              <a:t>: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89966" y="2719145"/>
            <a:ext cx="9864064" cy="155427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bool CheckLogin(string username, string password)</a:t>
            </a:r>
          </a:p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username = username.ToLower();</a:t>
            </a:r>
          </a:p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Check the username / password here …</a:t>
            </a:r>
          </a:p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89966" y="4970730"/>
            <a:ext cx="9864064" cy="155427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bool CheckLogin(string username, string password)</a:t>
            </a:r>
          </a:p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string usernameLowercase = username.ToLower();</a:t>
            </a:r>
          </a:p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Check the username / password here …</a:t>
            </a:r>
          </a:p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9327" y="3164470"/>
            <a:ext cx="787321" cy="7925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9327" y="5311186"/>
            <a:ext cx="726605" cy="73142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04B7FB6-59D1-6B72-E725-D3213A47A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2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Параметри на методи </a:t>
            </a:r>
            <a:r>
              <a:rPr lang="en-US" dirty="0">
                <a:latin typeface="Comfortaa" pitchFamily="2" charset="0"/>
              </a:rPr>
              <a:t>[2/3]</a:t>
            </a:r>
          </a:p>
        </p:txBody>
      </p:sp>
    </p:spTree>
    <p:extLst>
      <p:ext uri="{BB962C8B-B14F-4D97-AF65-F5344CB8AC3E}">
        <p14:creationId xmlns:p14="http://schemas.microsoft.com/office/powerpoint/2010/main" val="20791970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bg-BG" sz="2400" dirty="0">
                <a:latin typeface="Comfortaa" pitchFamily="2" charset="0"/>
              </a:rPr>
              <a:t>Бъдете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последователни </a:t>
            </a:r>
            <a:r>
              <a:rPr lang="bg-BG" sz="2400" dirty="0">
                <a:latin typeface="Comfortaa" pitchFamily="2" charset="0"/>
              </a:rPr>
              <a:t>в употребата на параметри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sz="2000" dirty="0">
                <a:latin typeface="Comfortaa" pitchFamily="2" charset="0"/>
              </a:rPr>
              <a:t>Ползвайте същите имена и ред във всички методи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sz="2000" dirty="0">
                <a:latin typeface="Comfortaa" pitchFamily="2" charset="0"/>
              </a:rPr>
              <a:t>Лош пример</a:t>
            </a:r>
            <a:r>
              <a:rPr lang="en-US" sz="2000" dirty="0">
                <a:latin typeface="Comfortaa" pitchFamily="2" charset="0"/>
              </a:rPr>
              <a:t>:</a:t>
            </a:r>
          </a:p>
          <a:p>
            <a:pPr lvl="1">
              <a:lnSpc>
                <a:spcPct val="110000"/>
              </a:lnSpc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sz="2000" dirty="0">
                <a:latin typeface="Comfortaa" pitchFamily="2" charset="0"/>
              </a:rPr>
              <a:t>Изходните параметри слагайте последни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49430" y="3244647"/>
            <a:ext cx="10208378" cy="9233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EncryptFile(Stream input, Stream output, string key);</a:t>
            </a:r>
          </a:p>
          <a:p>
            <a:pPr>
              <a:spcBef>
                <a:spcPts val="1200"/>
              </a:spcBef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DecryptFile(string key, Stream output, Stream input);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49430" y="5260256"/>
            <a:ext cx="10208378" cy="76944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FindCustomersAndIncomes(Region region,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    out Customer[] customers, out decimal[] incomes)</a:t>
            </a:r>
          </a:p>
        </p:txBody>
      </p:sp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58033" y="5319896"/>
            <a:ext cx="650159" cy="650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5118" y="3429000"/>
            <a:ext cx="634039" cy="63403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CB71D07-99E1-10A3-C785-393BA09E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2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Параметри на методи </a:t>
            </a:r>
            <a:r>
              <a:rPr lang="en-US" dirty="0">
                <a:latin typeface="Comfortaa" pitchFamily="2" charset="0"/>
              </a:rPr>
              <a:t>[3/3]</a:t>
            </a:r>
          </a:p>
        </p:txBody>
      </p:sp>
    </p:spTree>
    <p:extLst>
      <p:ext uri="{BB962C8B-B14F-4D97-AF65-F5344CB8AC3E}">
        <p14:creationId xmlns:p14="http://schemas.microsoft.com/office/powerpoint/2010/main" val="8053112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892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Кога трябва да подадем като параметър обект, съдържащ няколко стойности, и кога стойностите поотделно</a:t>
            </a:r>
            <a:r>
              <a:rPr lang="en-US" sz="2400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Понякога подаваме обект и използваме само едно негово поле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Това добра практика ли е</a:t>
            </a:r>
            <a:r>
              <a:rPr lang="en-US" sz="2000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Примери</a:t>
            </a:r>
            <a:r>
              <a:rPr lang="en-US" sz="20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Вижте нивото на абстракция на метода</a:t>
            </a:r>
            <a:endParaRPr lang="en-US" sz="2000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sz="1800" dirty="0">
                <a:latin typeface="Comfortaa" pitchFamily="2" charset="0"/>
              </a:rPr>
              <a:t>Със служители ли е направен да оперира или с проценти и месеци</a:t>
            </a:r>
            <a:r>
              <a:rPr lang="en-US" sz="1800" dirty="0">
                <a:latin typeface="Comfortaa" pitchFamily="2" charset="0"/>
              </a:rPr>
              <a:t>? </a:t>
            </a:r>
            <a:r>
              <a:rPr lang="en-US" sz="1800" dirty="0">
                <a:latin typeface="Comfortaa" pitchFamily="2" charset="0"/>
                <a:sym typeface="Wingdings" pitchFamily="2" charset="2"/>
              </a:rPr>
              <a:t>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първото е грешно</a:t>
            </a:r>
            <a:endParaRPr lang="en-US" sz="18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3600" dirty="0">
                <a:latin typeface="Comfortaa" pitchFamily="2" charset="0"/>
              </a:rPr>
              <a:t>Подаване на цял обект като параметър или само на полетата му</a:t>
            </a:r>
            <a:r>
              <a:rPr lang="en-US" sz="3600" dirty="0">
                <a:latin typeface="Comfortaa" pitchFamily="2" charset="0"/>
              </a:rPr>
              <a:t>?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52346" y="4179219"/>
            <a:ext cx="9082007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CalculateSalary(Employee employee, int months);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52346" y="4698670"/>
            <a:ext cx="9082007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CalculateSalary(double rate, int months);</a:t>
            </a:r>
          </a:p>
        </p:txBody>
      </p:sp>
    </p:spTree>
    <p:extLst>
      <p:ext uri="{BB962C8B-B14F-4D97-AF65-F5344CB8AC3E}">
        <p14:creationId xmlns:p14="http://schemas.microsoft.com/office/powerpoint/2010/main" val="2331154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452" y="2003755"/>
            <a:ext cx="10515600" cy="43513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Ограничете броя параметри до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7 (+/-2)</a:t>
            </a:r>
          </a:p>
          <a:p>
            <a:pPr lvl="1"/>
            <a:r>
              <a:rPr lang="en-US" dirty="0">
                <a:latin typeface="Comfortaa" pitchFamily="2" charset="0"/>
              </a:rPr>
              <a:t>7 </a:t>
            </a:r>
            <a:r>
              <a:rPr lang="bg-BG" dirty="0">
                <a:latin typeface="Comfortaa" pitchFamily="2" charset="0"/>
              </a:rPr>
              <a:t>е </a:t>
            </a:r>
            <a:r>
              <a:rPr lang="en-US" dirty="0">
                <a:latin typeface="Comfortaa" pitchFamily="2" charset="0"/>
              </a:rPr>
              <a:t>„</a:t>
            </a:r>
            <a:r>
              <a:rPr lang="bg-BG" dirty="0">
                <a:latin typeface="Comfortaa" pitchFamily="2" charset="0"/>
              </a:rPr>
              <a:t>магическо</a:t>
            </a:r>
            <a:r>
              <a:rPr lang="en-US" dirty="0">
                <a:latin typeface="Comfortaa" pitchFamily="2" charset="0"/>
              </a:rPr>
              <a:t>" </a:t>
            </a:r>
            <a:r>
              <a:rPr lang="bg-BG" dirty="0">
                <a:latin typeface="Comfortaa" pitchFamily="2" charset="0"/>
              </a:rPr>
              <a:t>число в психологията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Човешкият мозък не може да обработи повече от </a:t>
            </a:r>
            <a:r>
              <a:rPr lang="en-US" dirty="0">
                <a:latin typeface="Comfortaa" pitchFamily="2" charset="0"/>
              </a:rPr>
              <a:t>7 (+/-2) </a:t>
            </a:r>
            <a:r>
              <a:rPr lang="bg-BG" dirty="0">
                <a:latin typeface="Comfortaa" pitchFamily="2" charset="0"/>
              </a:rPr>
              <a:t>неща едновременно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Ако параметрите трябва да са твърде много, преосмислете целта на метода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Тя ясна ли е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?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Обмислете извличането на няколко параметъра в нов клас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614" y="592543"/>
            <a:ext cx="9867997" cy="1110780"/>
          </a:xfrm>
        </p:spPr>
        <p:txBody>
          <a:bodyPr>
            <a:normAutofit/>
          </a:bodyPr>
          <a:lstStyle/>
          <a:p>
            <a:r>
              <a:rPr lang="bg-BG" sz="3700" dirty="0">
                <a:latin typeface="Comfortaa" pitchFamily="2" charset="0"/>
              </a:rPr>
              <a:t>Колко параметъра трябва да има един метод</a:t>
            </a:r>
            <a:r>
              <a:rPr lang="en-US" sz="3700" dirty="0">
                <a:latin typeface="Comfortaa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363048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Колко дълъг трябва да е един метод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Няма конкретно ограничение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Избягвайте методи, по-дълги от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един екран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30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реда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Дългите методи невинаги са лоши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Уверете се че имате добра причина за дължината им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Специализацията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зависимостта </a:t>
            </a:r>
            <a:r>
              <a:rPr lang="bg-BG" dirty="0">
                <a:latin typeface="Comfortaa" pitchFamily="2" charset="0"/>
              </a:rPr>
              <a:t>са по-важни от дължината на метода</a:t>
            </a:r>
            <a:r>
              <a:rPr lang="en-US" dirty="0">
                <a:latin typeface="Comfortaa" pitchFamily="2" charset="0"/>
              </a:rPr>
              <a:t>!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Дългите методи често съдържат части, които могат да се извлекат като отделни методи с добри имена и ясна цел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Дължина на метода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5721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600" dirty="0" err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Псевдокодът</a:t>
            </a:r>
            <a:r>
              <a:rPr lang="bg-BG" sz="36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може да помогне при</a:t>
            </a:r>
            <a:r>
              <a:rPr lang="en-US" sz="36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Проектиране на подпрограми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Писане на подпрограми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Проверка на кода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Почистване на недостижими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клонове от подпрограмата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>
                <a:latin typeface="Comfortaa" pitchFamily="2" charset="0"/>
              </a:rPr>
              <a:t>Псевдокод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1370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264208" cy="405266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Каква ще е абстракцията в подпрограмата,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т</a:t>
            </a:r>
            <a:r>
              <a:rPr lang="en-US" dirty="0">
                <a:latin typeface="Comfortaa" pitchFamily="2" charset="0"/>
              </a:rPr>
              <a:t>.</a:t>
            </a:r>
            <a:r>
              <a:rPr lang="bg-BG" dirty="0">
                <a:latin typeface="Comfortaa" pitchFamily="2" charset="0"/>
              </a:rPr>
              <a:t>е</a:t>
            </a:r>
            <a:r>
              <a:rPr lang="en-US" dirty="0">
                <a:latin typeface="Comfortaa" pitchFamily="2" charset="0"/>
              </a:rPr>
              <a:t>. </a:t>
            </a:r>
            <a:r>
              <a:rPr lang="bg-BG" dirty="0">
                <a:latin typeface="Comfortaa" pitchFamily="2" charset="0"/>
              </a:rPr>
              <a:t>каква информация ще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скрие</a:t>
            </a:r>
            <a:r>
              <a:rPr lang="en-US" dirty="0">
                <a:latin typeface="Comfortaa" pitchFamily="2" charset="0"/>
              </a:rPr>
              <a:t>?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Входни параметри на подпрограмата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Изход на подпрограмата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Предусловия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Условия, които трябва да са верни преди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подпрограмата да се извика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 err="1">
                <a:latin typeface="Comfortaa" pitchFamily="2" charset="0"/>
              </a:rPr>
              <a:t>Постусловия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Условия, които трябва да са верни след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изпълнение на подпрограмата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Дизайн чрез </a:t>
            </a:r>
            <a:r>
              <a:rPr lang="bg-BG" dirty="0" err="1">
                <a:latin typeface="Comfortaa" pitchFamily="2" charset="0"/>
              </a:rPr>
              <a:t>псевдокод</a:t>
            </a:r>
            <a:endParaRPr lang="en-US" noProof="1">
              <a:latin typeface="Comfortaa" pitchFamily="2" charset="0"/>
            </a:endParaRPr>
          </a:p>
        </p:txBody>
      </p:sp>
      <p:pic>
        <p:nvPicPr>
          <p:cNvPr id="1026" name="Picture 2" descr="http://www.csgcse.co.uk/wp-content/uploads/2013/08/payboth.fw_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408" y="2253184"/>
            <a:ext cx="3591818" cy="3496219"/>
          </a:xfrm>
          <a:prstGeom prst="roundRect">
            <a:avLst>
              <a:gd name="adj" fmla="val 1353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8445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Защо е по-добре да отделите време на дизайна преди да започнете да пишете кода?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Функционалността може вече да е достъпна в библиотека</a:t>
            </a:r>
            <a:br>
              <a:rPr lang="en-US" dirty="0">
                <a:latin typeface="Comfortaa" pitchFamily="2" charset="0"/>
              </a:rPr>
            </a:b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и изобщо да няма нужда да пишете код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mfortaa" pitchFamily="2" charset="0"/>
              </a:rPr>
              <a:t>!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Помислете за най-добрия начин да реализирате задачата с оглед на изискванията на проекта си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Ако не успеете да напишете кода вярно от първия път,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знайте, че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програмистите стават емоционални към кода си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Дизайн преди писане на кода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694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389" y="567006"/>
            <a:ext cx="10640160" cy="1006476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Пример за псевдокод 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Text Placeholder 6"/>
          <p:cNvSpPr>
            <a:spLocks noGrp="1"/>
          </p:cNvSpPr>
          <p:nvPr/>
        </p:nvSpPr>
        <p:spPr>
          <a:xfrm>
            <a:off x="763389" y="1573481"/>
            <a:ext cx="10665222" cy="447814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18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noProof="1">
                <a:solidFill>
                  <a:schemeClr val="bg1"/>
                </a:solidFill>
                <a:effectLst/>
              </a:rPr>
              <a:t>Routine that evaluates an aggregate expression for a database column (e.g. Sum, Avg, Min)</a:t>
            </a:r>
          </a:p>
          <a:p>
            <a:pPr>
              <a:spcBef>
                <a:spcPts val="1800"/>
              </a:spcBef>
            </a:pPr>
            <a:r>
              <a:rPr lang="en-US" sz="2400" noProof="1">
                <a:solidFill>
                  <a:schemeClr val="bg1"/>
                </a:solidFill>
                <a:effectLst/>
              </a:rPr>
              <a:t>Parameters: Column Name, Expression</a:t>
            </a:r>
          </a:p>
          <a:p>
            <a:pPr>
              <a:spcBef>
                <a:spcPts val="1800"/>
              </a:spcBef>
            </a:pPr>
            <a:r>
              <a:rPr lang="en-US" sz="2400" noProof="1">
                <a:solidFill>
                  <a:schemeClr val="bg1"/>
                </a:solidFill>
                <a:effectLst/>
              </a:rPr>
              <a:t>Preconditions:</a:t>
            </a:r>
          </a:p>
          <a:p>
            <a:pPr marL="514350" indent="-514350">
              <a:buAutoNum type="arabicParenBoth"/>
            </a:pPr>
            <a:r>
              <a:rPr lang="en-US" sz="2400" noProof="1">
                <a:solidFill>
                  <a:schemeClr val="bg1"/>
                </a:solidFill>
                <a:effectLst/>
              </a:rPr>
              <a:t>Check whether the column exists and throw an argument exception if not </a:t>
            </a:r>
          </a:p>
          <a:p>
            <a:pPr marL="514350" indent="-514350">
              <a:buAutoNum type="arabicParenBoth"/>
            </a:pPr>
            <a:r>
              <a:rPr lang="en-US" sz="2400" noProof="1">
                <a:solidFill>
                  <a:schemeClr val="bg1"/>
                </a:solidFill>
                <a:effectLst/>
              </a:rPr>
              <a:t>If the expression parser cannot parse the expression throw an ExpressionParsingException</a:t>
            </a:r>
          </a:p>
          <a:p>
            <a:pPr marL="514350" indent="-514350">
              <a:spcBef>
                <a:spcPts val="1800"/>
              </a:spcBef>
            </a:pPr>
            <a:r>
              <a:rPr lang="en-US" sz="2400" noProof="1">
                <a:solidFill>
                  <a:schemeClr val="bg1"/>
                </a:solidFill>
                <a:effectLst/>
              </a:rPr>
              <a:t>Routine code: Call the evaluate method on the DataView class and return the resulting value as string</a:t>
            </a:r>
          </a:p>
        </p:txBody>
      </p:sp>
    </p:spTree>
    <p:extLst>
      <p:ext uri="{BB962C8B-B14F-4D97-AF65-F5344CB8AC3E}">
        <p14:creationId xmlns:p14="http://schemas.microsoft.com/office/powerpoint/2010/main" val="18195448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Public </a:t>
            </a:r>
            <a:r>
              <a:rPr lang="bg-BG" dirty="0">
                <a:latin typeface="Comfortaa" pitchFamily="2" charset="0"/>
              </a:rPr>
              <a:t>подпрограмите в библиотеките и в системния софтуер</a:t>
            </a:r>
            <a:br>
              <a:rPr lang="en-US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са трудни за промяна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Защото купувачите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не искат блокиращи промени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Две причини да трябва да промените </a:t>
            </a:r>
            <a:r>
              <a:rPr lang="en-US" dirty="0">
                <a:latin typeface="Comfortaa" pitchFamily="2" charset="0"/>
              </a:rPr>
              <a:t>public </a:t>
            </a:r>
            <a:r>
              <a:rPr lang="bg-BG" dirty="0">
                <a:latin typeface="Comfortaa" pitchFamily="2" charset="0"/>
              </a:rPr>
              <a:t>подпрограма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Трябва да се добави нова функционалност, противоречаща на старите характеристики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Името е объркващо и прави използването на библиотеките неинтуитивно или неудобно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Предварително проектирайте по-добре или променяйте внимателно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omfortaa" pitchFamily="2" charset="0"/>
              </a:rPr>
              <a:t>Public</a:t>
            </a:r>
            <a:r>
              <a:rPr lang="bg-BG" sz="4000" dirty="0">
                <a:latin typeface="Comfortaa" pitchFamily="2" charset="0"/>
              </a:rPr>
              <a:t> подпрограми в библиотеки</a:t>
            </a:r>
            <a:endParaRPr lang="en-US" sz="40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1855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Неизползваем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deprecated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метод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Ще е премахнат в бъдещи версии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Когато отбелязвате стар метод като неизползваем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Включете това в документацията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Посочете новия метод, който ще се използва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Ползвайте атрибута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[Obsolete]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</a:t>
            </a:r>
            <a:r>
              <a:rPr lang="en-US" dirty="0">
                <a:latin typeface="Comfortaa" pitchFamily="2" charset="0"/>
              </a:rPr>
              <a:t>.NET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Неизползваеми методи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Text Placeholder 6"/>
          <p:cNvSpPr>
            <a:spLocks noGrp="1"/>
          </p:cNvSpPr>
          <p:nvPr/>
        </p:nvSpPr>
        <p:spPr>
          <a:xfrm>
            <a:off x="838200" y="5327740"/>
            <a:ext cx="10515600" cy="110799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[Obsolete("CreateXml() method is deprecated.</a:t>
            </a:r>
            <a:b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Use CreateXmlReader instead.")]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CreateXml (…) { … } </a:t>
            </a:r>
          </a:p>
        </p:txBody>
      </p:sp>
    </p:spTree>
    <p:extLst>
      <p:ext uri="{BB962C8B-B14F-4D97-AF65-F5344CB8AC3E}">
        <p14:creationId xmlns:p14="http://schemas.microsoft.com/office/powerpoint/2010/main" val="10081478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7209" y="1608118"/>
            <a:ext cx="10358724" cy="488475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Вградени </a:t>
            </a:r>
            <a:r>
              <a:rPr lang="bg-BG" dirty="0">
                <a:latin typeface="Comfortaa" pitchFamily="2" charset="0"/>
              </a:rPr>
              <a:t>подпрограми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в</a:t>
            </a:r>
            <a:r>
              <a:rPr lang="en-US" dirty="0">
                <a:latin typeface="Comfortaa" pitchFamily="2" charset="0"/>
              </a:rPr>
              <a:t> C / C++) </a:t>
            </a:r>
            <a:r>
              <a:rPr lang="bg-BG" dirty="0">
                <a:latin typeface="Comfortaa" pitchFamily="2" charset="0"/>
              </a:rPr>
              <a:t>дават два плюса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Подобрява изпълнението, защото не се създава нова подпрограма в стека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Абстракция </a:t>
            </a:r>
            <a:r>
              <a:rPr lang="en-US" dirty="0">
                <a:latin typeface="Comfortaa" pitchFamily="2" charset="0"/>
              </a:rPr>
              <a:t>– </a:t>
            </a:r>
            <a:r>
              <a:rPr lang="bg-BG" dirty="0">
                <a:latin typeface="Comfortaa" pitchFamily="2" charset="0"/>
              </a:rPr>
              <a:t>използва добре именувана подпрограма вместо вграден код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Някои приложения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 err="1">
                <a:latin typeface="Comfortaa" pitchFamily="2" charset="0"/>
              </a:rPr>
              <a:t>напр</a:t>
            </a:r>
            <a:r>
              <a:rPr lang="en-US" dirty="0">
                <a:latin typeface="Comfortaa" pitchFamily="2" charset="0"/>
              </a:rPr>
              <a:t>.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игри</a:t>
            </a:r>
            <a:r>
              <a:rPr lang="en-US" dirty="0">
                <a:latin typeface="Comfortaa" pitchFamily="2" charset="0"/>
              </a:rPr>
              <a:t>) </a:t>
            </a:r>
            <a:r>
              <a:rPr lang="bg-BG" dirty="0">
                <a:latin typeface="Comfortaa" pitchFamily="2" charset="0"/>
              </a:rPr>
              <a:t>се нуждаят от такава оптимизация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Ползва се за най-често използваните подпрограми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кратка подпрограма, извикана </a:t>
            </a:r>
            <a:r>
              <a:rPr lang="en-US" dirty="0">
                <a:latin typeface="Comfortaa" pitchFamily="2" charset="0"/>
              </a:rPr>
              <a:t>100,000 </a:t>
            </a:r>
            <a:r>
              <a:rPr lang="bg-BG" dirty="0">
                <a:latin typeface="Comfortaa" pitchFamily="2" charset="0"/>
              </a:rPr>
              <a:t>пъти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 всички езици поддържат вградени подпрограми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Когато е нужно,  </a:t>
            </a:r>
            <a:r>
              <a:rPr lang="en-US" dirty="0">
                <a:latin typeface="Comfortaa" pitchFamily="2" charset="0"/>
              </a:rPr>
              <a:t>C# </a:t>
            </a:r>
            <a:r>
              <a:rPr lang="bg-BG" dirty="0">
                <a:latin typeface="Comfortaa" pitchFamily="2" charset="0"/>
              </a:rPr>
              <a:t>компилаторът вгражда подпрограми по време на компилирането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Вградени подпрограми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1075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354294" cy="313826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Полезна е, когато искате да обходите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дървовидни или </a:t>
            </a:r>
            <a:r>
              <a:rPr lang="bg-BG" sz="2400" dirty="0" err="1">
                <a:latin typeface="Comfortaa" pitchFamily="2" charset="0"/>
              </a:rPr>
              <a:t>графовидни</a:t>
            </a:r>
            <a:r>
              <a:rPr lang="bg-BG" sz="2400" dirty="0">
                <a:latin typeface="Comfortaa" pitchFamily="2" charset="0"/>
              </a:rPr>
              <a:t> структури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Внимавайте с безкрайната и индиректната рекурсия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Пример за рекурсия</a:t>
            </a:r>
            <a:r>
              <a:rPr lang="en-US" sz="2400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Рекурсия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46951" y="3775994"/>
            <a:ext cx="9818971" cy="2554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PrintWindowsRecursive(Window w)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w.Print()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foreach(childWindow in w.ChildWindows)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PrintWindowsRecursive(childWindow);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  <a:b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00975" y="4688429"/>
            <a:ext cx="729674" cy="729674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9287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Уверете се, че рекурсията има край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дъно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r>
              <a:rPr lang="bg-BG" dirty="0">
                <a:latin typeface="Comfortaa" pitchFamily="2" charset="0"/>
              </a:rPr>
              <a:t>Потвърдете, че рекурсията не е много „скъпа“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Проверете заетите системни ресурси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Винаги може да използвате стекове и итерации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Не ползвайте рекурсия, когато има по-добро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линейно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базирано на итерации</a:t>
            </a:r>
            <a:r>
              <a:rPr lang="en-US" dirty="0">
                <a:latin typeface="Comfortaa" pitchFamily="2" charset="0"/>
              </a:rPr>
              <a:t>) </a:t>
            </a:r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 err="1">
                <a:latin typeface="Comfortaa" pitchFamily="2" charset="0"/>
              </a:rPr>
              <a:t>напр</a:t>
            </a:r>
            <a:r>
              <a:rPr lang="en-US" dirty="0">
                <a:latin typeface="Comfortaa" pitchFamily="2" charset="0"/>
              </a:rPr>
              <a:t>.</a:t>
            </a:r>
          </a:p>
          <a:p>
            <a:pPr lvl="1"/>
            <a:r>
              <a:rPr lang="bg-BG" dirty="0">
                <a:latin typeface="Comfortaa" pitchFamily="2" charset="0"/>
              </a:rPr>
              <a:t>Фактори</a:t>
            </a:r>
            <a:r>
              <a:rPr lang="en-US" dirty="0">
                <a:latin typeface="Comfortaa" pitchFamily="2" charset="0"/>
              </a:rPr>
              <a:t>e</a:t>
            </a:r>
            <a:r>
              <a:rPr lang="bg-BG" dirty="0">
                <a:latin typeface="Comfortaa" pitchFamily="2" charset="0"/>
              </a:rPr>
              <a:t>ли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Числа на </a:t>
            </a:r>
            <a:r>
              <a:rPr lang="bg-BG" dirty="0" err="1">
                <a:latin typeface="Comfortaa" pitchFamily="2" charset="0"/>
              </a:rPr>
              <a:t>Фибоначи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Някои програмни езици оптимизират извикването на рекурсии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Съвети за рекурсията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1831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Дизайн на методи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Няма едно-единствено решение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Има много компромиси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Избиране на най-добрия подход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Преценете изискванията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Изберете най-подходящото решение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Опитайте да сте гъвкави ако изискванията се променят</a:t>
            </a:r>
            <a:endParaRPr lang="en-US" b="1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Подсигурете силна специализация и слаба зависимост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127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</TotalTime>
  <Words>3404</Words>
  <Application>Microsoft Office PowerPoint</Application>
  <PresentationFormat>Widescreen</PresentationFormat>
  <Paragraphs>532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Calibri Light</vt:lpstr>
      <vt:lpstr>Comfortaa</vt:lpstr>
      <vt:lpstr>Consolas</vt:lpstr>
      <vt:lpstr>Wingdings 2</vt:lpstr>
      <vt:lpstr>Office Theme</vt:lpstr>
      <vt:lpstr>Качествени методи</vt:lpstr>
      <vt:lpstr>Съдържание</vt:lpstr>
      <vt:lpstr>Защо се нуждаем от методи? [1/2]</vt:lpstr>
      <vt:lpstr>Защо се нуждаем от методи? [2/2]</vt:lpstr>
      <vt:lpstr>Ползване на методи: Основни положения</vt:lpstr>
      <vt:lpstr>Примери за лоши методи</vt:lpstr>
      <vt:lpstr>Примери за добри методи</vt:lpstr>
      <vt:lpstr>Съобщаване за грешки [1/2]</vt:lpstr>
      <vt:lpstr>Съобщаване за грешки [1/2]</vt:lpstr>
      <vt:lpstr>Симптоми на сгрешени методи</vt:lpstr>
      <vt:lpstr>Пример на сгрешени методи</vt:lpstr>
      <vt:lpstr>Силна специализация (Strong Cohesion)</vt:lpstr>
      <vt:lpstr>Приемливи типове специализация [1/4]</vt:lpstr>
      <vt:lpstr>Приемливи типове специализация [2/4]</vt:lpstr>
      <vt:lpstr>Приемливи типове специализация [3/4]</vt:lpstr>
      <vt:lpstr>Приемливи типове специализация [4/4]</vt:lpstr>
      <vt:lpstr>Неприемлива специализация</vt:lpstr>
      <vt:lpstr>Шаблон Strategy</vt:lpstr>
      <vt:lpstr>Пример за шаблон Strategy</vt:lpstr>
      <vt:lpstr>Неприемлива специализация</vt:lpstr>
      <vt:lpstr>Слаба зависимост [1/2] (Loose Coupling)</vt:lpstr>
      <vt:lpstr>Слаба зависимост [2/2] </vt:lpstr>
      <vt:lpstr>Пример за зависимост</vt:lpstr>
      <vt:lpstr>Пример за слаба зависимост</vt:lpstr>
      <vt:lpstr>Пример за силна зависимост</vt:lpstr>
      <vt:lpstr>Силна зависимост в реално ползван код</vt:lpstr>
      <vt:lpstr>Проблеми със зависимостта в реално ползван код</vt:lpstr>
      <vt:lpstr>Слаба зависимост и OOP</vt:lpstr>
      <vt:lpstr>Допустима зависимост</vt:lpstr>
      <vt:lpstr>Недопустима зависимост</vt:lpstr>
      <vt:lpstr>Параметри на методи [1/3]</vt:lpstr>
      <vt:lpstr>Параметри на методи [2/3]</vt:lpstr>
      <vt:lpstr>Параметри на методи [3/3]</vt:lpstr>
      <vt:lpstr>Подаване на цял обект като параметър или само на полетата му?</vt:lpstr>
      <vt:lpstr>Колко параметъра трябва да има един метод?</vt:lpstr>
      <vt:lpstr>Дължина на метода</vt:lpstr>
      <vt:lpstr>Псевдокод</vt:lpstr>
      <vt:lpstr>Дизайн чрез псевдокод</vt:lpstr>
      <vt:lpstr>Дизайн преди писане на кода</vt:lpstr>
      <vt:lpstr>Пример за псевдокод </vt:lpstr>
      <vt:lpstr>Public подпрограми в библиотеки</vt:lpstr>
      <vt:lpstr>Неизползваеми методи</vt:lpstr>
      <vt:lpstr>Вградени подпрограми</vt:lpstr>
      <vt:lpstr>Рекурсия</vt:lpstr>
      <vt:lpstr>Съвети за рекурсията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2023-02-22T14:25:29Z</dcterms:modified>
</cp:coreProperties>
</file>