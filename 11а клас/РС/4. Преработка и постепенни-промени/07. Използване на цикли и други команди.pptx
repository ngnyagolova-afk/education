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sldIdLst>
    <p:sldId id="258" r:id="rId2"/>
    <p:sldId id="571" r:id="rId3"/>
    <p:sldId id="508" r:id="rId4"/>
    <p:sldId id="509" r:id="rId5"/>
    <p:sldId id="510" r:id="rId6"/>
    <p:sldId id="511" r:id="rId7"/>
    <p:sldId id="540" r:id="rId8"/>
    <p:sldId id="541" r:id="rId9"/>
    <p:sldId id="542" r:id="rId10"/>
    <p:sldId id="543" r:id="rId11"/>
    <p:sldId id="544" r:id="rId12"/>
    <p:sldId id="545" r:id="rId13"/>
    <p:sldId id="546" r:id="rId14"/>
    <p:sldId id="547" r:id="rId15"/>
    <p:sldId id="549" r:id="rId16"/>
    <p:sldId id="552" r:id="rId17"/>
    <p:sldId id="560" r:id="rId18"/>
    <p:sldId id="5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08"/>
            <p14:sldId id="509"/>
            <p14:sldId id="510"/>
            <p14:sldId id="511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9"/>
            <p14:sldId id="552"/>
            <p14:sldId id="560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96A980-DEC5-4873-8DB5-4AD4642CDD68}" v="66" dt="2023-02-22T13:42:53.3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Димитър Минчев" userId="6da192e4-d32c-454b-8615-bbadf07b6639" providerId="ADAL" clId="{C896A980-DEC5-4873-8DB5-4AD4642CDD68}"/>
    <pc:docChg chg="undo custSel addSld modSld">
      <pc:chgData name="Димитър Минчев" userId="6da192e4-d32c-454b-8615-bbadf07b6639" providerId="ADAL" clId="{C896A980-DEC5-4873-8DB5-4AD4642CDD68}" dt="2023-02-22T13:42:53.306" v="432" actId="1076"/>
      <pc:docMkLst>
        <pc:docMk/>
      </pc:docMkLst>
      <pc:sldChg chg="modSp mod">
        <pc:chgData name="Димитър Минчев" userId="6da192e4-d32c-454b-8615-bbadf07b6639" providerId="ADAL" clId="{C896A980-DEC5-4873-8DB5-4AD4642CDD68}" dt="2023-02-22T13:20:37.843" v="1"/>
        <pc:sldMkLst>
          <pc:docMk/>
          <pc:sldMk cId="2386959723" sldId="258"/>
        </pc:sldMkLst>
        <pc:spChg chg="mod">
          <ac:chgData name="Димитър Минчев" userId="6da192e4-d32c-454b-8615-bbadf07b6639" providerId="ADAL" clId="{C896A980-DEC5-4873-8DB5-4AD4642CDD68}" dt="2023-02-22T13:20:29.538" v="0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C896A980-DEC5-4873-8DB5-4AD4642CDD68}" dt="2023-02-22T13:20:37.843" v="1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Димитър Минчев" userId="6da192e4-d32c-454b-8615-bbadf07b6639" providerId="ADAL" clId="{C896A980-DEC5-4873-8DB5-4AD4642CDD68}" dt="2023-02-22T13:23:06.844" v="39" actId="1076"/>
        <pc:sldMkLst>
          <pc:docMk/>
          <pc:sldMk cId="2639018303" sldId="508"/>
        </pc:sldMkLst>
        <pc:spChg chg="mod">
          <ac:chgData name="Димитър Минчев" userId="6da192e4-d32c-454b-8615-bbadf07b6639" providerId="ADAL" clId="{C896A980-DEC5-4873-8DB5-4AD4642CDD68}" dt="2023-02-22T13:23:06.844" v="39" actId="1076"/>
          <ac:spMkLst>
            <pc:docMk/>
            <pc:sldMk cId="2639018303" sldId="50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2:03.592" v="19" actId="255"/>
          <ac:spMkLst>
            <pc:docMk/>
            <pc:sldMk cId="2639018303" sldId="508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2:31.011" v="25"/>
          <ac:spMkLst>
            <pc:docMk/>
            <pc:sldMk cId="2639018303" sldId="508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2:31.011" v="25"/>
          <ac:spMkLst>
            <pc:docMk/>
            <pc:sldMk cId="2639018303" sldId="508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C896A980-DEC5-4873-8DB5-4AD4642CDD68}" dt="2023-02-22T13:22:41.554" v="28" actId="478"/>
          <ac:spMkLst>
            <pc:docMk/>
            <pc:sldMk cId="2639018303" sldId="508"/>
            <ac:spMk id="9" creationId="{5071AFCC-25B6-4E44-A867-9417A8AC0698}"/>
          </ac:spMkLst>
        </pc:spChg>
        <pc:picChg chg="mod">
          <ac:chgData name="Димитър Минчев" userId="6da192e4-d32c-454b-8615-bbadf07b6639" providerId="ADAL" clId="{C896A980-DEC5-4873-8DB5-4AD4642CDD68}" dt="2023-02-22T13:22:39.716" v="27" actId="1076"/>
          <ac:picMkLst>
            <pc:docMk/>
            <pc:sldMk cId="2639018303" sldId="508"/>
            <ac:picMk id="7" creationId="{00000000-0000-0000-0000-000000000000}"/>
          </ac:picMkLst>
        </pc:picChg>
        <pc:picChg chg="mod">
          <ac:chgData name="Димитър Минчев" userId="6da192e4-d32c-454b-8615-bbadf07b6639" providerId="ADAL" clId="{C896A980-DEC5-4873-8DB5-4AD4642CDD68}" dt="2023-02-22T13:22:36.783" v="26" actId="1076"/>
          <ac:picMkLst>
            <pc:docMk/>
            <pc:sldMk cId="2639018303" sldId="508"/>
            <ac:picMk id="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C896A980-DEC5-4873-8DB5-4AD4642CDD68}" dt="2023-02-22T13:23:29.620" v="46" actId="1076"/>
        <pc:sldMkLst>
          <pc:docMk/>
          <pc:sldMk cId="3200528958" sldId="509"/>
        </pc:sldMkLst>
        <pc:spChg chg="del">
          <ac:chgData name="Димитър Минчев" userId="6da192e4-d32c-454b-8615-bbadf07b6639" providerId="ADAL" clId="{C896A980-DEC5-4873-8DB5-4AD4642CDD68}" dt="2023-02-22T13:23:12.948" v="40" actId="478"/>
          <ac:spMkLst>
            <pc:docMk/>
            <pc:sldMk cId="3200528958" sldId="50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3:29.620" v="46" actId="1076"/>
          <ac:spMkLst>
            <pc:docMk/>
            <pc:sldMk cId="3200528958" sldId="509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C896A980-DEC5-4873-8DB5-4AD4642CDD68}" dt="2023-02-22T13:23:15.185" v="41" actId="478"/>
          <ac:spMkLst>
            <pc:docMk/>
            <pc:sldMk cId="3200528958" sldId="509"/>
            <ac:spMk id="5" creationId="{AFC9959F-FB68-CAC6-EA0B-465D5D4E8B21}"/>
          </ac:spMkLst>
        </pc:spChg>
        <pc:spChg chg="del mod">
          <ac:chgData name="Димитър Минчев" userId="6da192e4-d32c-454b-8615-bbadf07b6639" providerId="ADAL" clId="{C896A980-DEC5-4873-8DB5-4AD4642CDD68}" dt="2023-02-22T13:23:26.842" v="45" actId="478"/>
          <ac:spMkLst>
            <pc:docMk/>
            <pc:sldMk cId="3200528958" sldId="509"/>
            <ac:spMk id="6" creationId="{A08BE7ED-4C7E-449E-88AF-6FD4A40388F8}"/>
          </ac:spMkLst>
        </pc:spChg>
        <pc:spChg chg="add mod">
          <ac:chgData name="Димитър Минчев" userId="6da192e4-d32c-454b-8615-bbadf07b6639" providerId="ADAL" clId="{C896A980-DEC5-4873-8DB5-4AD4642CDD68}" dt="2023-02-22T13:23:18.950" v="43" actId="20577"/>
          <ac:spMkLst>
            <pc:docMk/>
            <pc:sldMk cId="3200528958" sldId="509"/>
            <ac:spMk id="7" creationId="{00533CEC-0CFF-2C0E-6F35-085D50234CBA}"/>
          </ac:spMkLst>
        </pc:spChg>
        <pc:picChg chg="del">
          <ac:chgData name="Димитър Минчев" userId="6da192e4-d32c-454b-8615-bbadf07b6639" providerId="ADAL" clId="{C896A980-DEC5-4873-8DB5-4AD4642CDD68}" dt="2023-02-22T13:22:45.401" v="29" actId="478"/>
          <ac:picMkLst>
            <pc:docMk/>
            <pc:sldMk cId="3200528958" sldId="509"/>
            <ac:picMk id="1028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C896A980-DEC5-4873-8DB5-4AD4642CDD68}" dt="2023-02-22T13:24:49.765" v="100" actId="255"/>
        <pc:sldMkLst>
          <pc:docMk/>
          <pc:sldMk cId="662486669" sldId="510"/>
        </pc:sldMkLst>
        <pc:spChg chg="mod">
          <ac:chgData name="Димитър Минчев" userId="6da192e4-d32c-454b-8615-bbadf07b6639" providerId="ADAL" clId="{C896A980-DEC5-4873-8DB5-4AD4642CDD68}" dt="2023-02-22T13:24:49.765" v="100" actId="255"/>
          <ac:spMkLst>
            <pc:docMk/>
            <pc:sldMk cId="662486669" sldId="51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3:49.445" v="51" actId="14100"/>
          <ac:spMkLst>
            <pc:docMk/>
            <pc:sldMk cId="662486669" sldId="510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C896A980-DEC5-4873-8DB5-4AD4642CDD68}" dt="2023-02-22T13:24:26.456" v="72" actId="478"/>
          <ac:spMkLst>
            <pc:docMk/>
            <pc:sldMk cId="662486669" sldId="510"/>
            <ac:spMk id="6" creationId="{0A102BAD-0895-47F6-AEB7-16CEAE0F007F}"/>
          </ac:spMkLst>
        </pc:spChg>
        <pc:picChg chg="mod">
          <ac:chgData name="Димитър Минчев" userId="6da192e4-d32c-454b-8615-bbadf07b6639" providerId="ADAL" clId="{C896A980-DEC5-4873-8DB5-4AD4642CDD68}" dt="2023-02-22T13:24:11.572" v="69" actId="1076"/>
          <ac:picMkLst>
            <pc:docMk/>
            <pc:sldMk cId="662486669" sldId="510"/>
            <ac:picMk id="7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C896A980-DEC5-4873-8DB5-4AD4642CDD68}" dt="2023-02-22T13:25:23.173" v="112" actId="478"/>
        <pc:sldMkLst>
          <pc:docMk/>
          <pc:sldMk cId="3677487504" sldId="511"/>
        </pc:sldMkLst>
        <pc:spChg chg="del">
          <ac:chgData name="Димитър Минчев" userId="6da192e4-d32c-454b-8615-bbadf07b6639" providerId="ADAL" clId="{C896A980-DEC5-4873-8DB5-4AD4642CDD68}" dt="2023-02-22T13:24:57.336" v="101" actId="478"/>
          <ac:spMkLst>
            <pc:docMk/>
            <pc:sldMk cId="3677487504" sldId="511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C896A980-DEC5-4873-8DB5-4AD4642CDD68}" dt="2023-02-22T13:24:59.615" v="102" actId="478"/>
          <ac:spMkLst>
            <pc:docMk/>
            <pc:sldMk cId="3677487504" sldId="511"/>
            <ac:spMk id="4" creationId="{A81D6918-163E-D370-CD06-3F29A4A2A196}"/>
          </ac:spMkLst>
        </pc:spChg>
        <pc:spChg chg="mod">
          <ac:chgData name="Димитър Минчев" userId="6da192e4-d32c-454b-8615-bbadf07b6639" providerId="ADAL" clId="{C896A980-DEC5-4873-8DB5-4AD4642CDD68}" dt="2023-02-22T13:25:21.211" v="111" actId="207"/>
          <ac:spMkLst>
            <pc:docMk/>
            <pc:sldMk cId="3677487504" sldId="511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C896A980-DEC5-4873-8DB5-4AD4642CDD68}" dt="2023-02-22T13:25:23.173" v="112" actId="478"/>
          <ac:spMkLst>
            <pc:docMk/>
            <pc:sldMk cId="3677487504" sldId="511"/>
            <ac:spMk id="6" creationId="{E2124F46-0E51-4BE8-A7E6-0BE42A910FA3}"/>
          </ac:spMkLst>
        </pc:spChg>
        <pc:spChg chg="add mod">
          <ac:chgData name="Димитър Минчев" userId="6da192e4-d32c-454b-8615-bbadf07b6639" providerId="ADAL" clId="{C896A980-DEC5-4873-8DB5-4AD4642CDD68}" dt="2023-02-22T13:25:02.979" v="105" actId="20577"/>
          <ac:spMkLst>
            <pc:docMk/>
            <pc:sldMk cId="3677487504" sldId="511"/>
            <ac:spMk id="8" creationId="{ABB615B3-9549-101F-137A-80F8D0A5D5E2}"/>
          </ac:spMkLst>
        </pc:spChg>
        <pc:picChg chg="mod">
          <ac:chgData name="Димитър Минчев" userId="6da192e4-d32c-454b-8615-bbadf07b6639" providerId="ADAL" clId="{C896A980-DEC5-4873-8DB5-4AD4642CDD68}" dt="2023-02-22T13:25:13.214" v="108" actId="1076"/>
          <ac:picMkLst>
            <pc:docMk/>
            <pc:sldMk cId="3677487504" sldId="511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C896A980-DEC5-4873-8DB5-4AD4642CDD68}" dt="2023-02-22T13:25:48.499" v="119" actId="20577"/>
        <pc:sldMkLst>
          <pc:docMk/>
          <pc:sldMk cId="276782635" sldId="540"/>
        </pc:sldMkLst>
        <pc:spChg chg="mod">
          <ac:chgData name="Димитър Минчев" userId="6da192e4-d32c-454b-8615-bbadf07b6639" providerId="ADAL" clId="{C896A980-DEC5-4873-8DB5-4AD4642CDD68}" dt="2023-02-22T13:25:30.996" v="113" actId="2711"/>
          <ac:spMkLst>
            <pc:docMk/>
            <pc:sldMk cId="276782635" sldId="54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5:48.499" v="119" actId="20577"/>
          <ac:spMkLst>
            <pc:docMk/>
            <pc:sldMk cId="276782635" sldId="54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896A980-DEC5-4873-8DB5-4AD4642CDD68}" dt="2023-02-22T13:25:33.749" v="114" actId="478"/>
          <ac:spMkLst>
            <pc:docMk/>
            <pc:sldMk cId="276782635" sldId="540"/>
            <ac:spMk id="5" creationId="{BBAF4CF3-D36C-4284-9589-4C142F759D29}"/>
          </ac:spMkLst>
        </pc:spChg>
      </pc:sldChg>
      <pc:sldChg chg="delSp modSp add mod">
        <pc:chgData name="Димитър Минчев" userId="6da192e4-d32c-454b-8615-bbadf07b6639" providerId="ADAL" clId="{C896A980-DEC5-4873-8DB5-4AD4642CDD68}" dt="2023-02-22T13:27:28.638" v="144" actId="14100"/>
        <pc:sldMkLst>
          <pc:docMk/>
          <pc:sldMk cId="3104218829" sldId="541"/>
        </pc:sldMkLst>
        <pc:spChg chg="mod">
          <ac:chgData name="Димитър Минчев" userId="6da192e4-d32c-454b-8615-bbadf07b6639" providerId="ADAL" clId="{C896A980-DEC5-4873-8DB5-4AD4642CDD68}" dt="2023-02-22T13:27:28.638" v="144" actId="14100"/>
          <ac:spMkLst>
            <pc:docMk/>
            <pc:sldMk cId="3104218829" sldId="54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6:24.724" v="124" actId="1076"/>
          <ac:spMkLst>
            <pc:docMk/>
            <pc:sldMk cId="3104218829" sldId="54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7:12.800" v="136" actId="14100"/>
          <ac:spMkLst>
            <pc:docMk/>
            <pc:sldMk cId="3104218829" sldId="541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7:12.800" v="136" actId="14100"/>
          <ac:spMkLst>
            <pc:docMk/>
            <pc:sldMk cId="3104218829" sldId="541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C896A980-DEC5-4873-8DB5-4AD4642CDD68}" dt="2023-02-22T13:27:00.667" v="133" actId="478"/>
          <ac:spMkLst>
            <pc:docMk/>
            <pc:sldMk cId="3104218829" sldId="541"/>
            <ac:spMk id="7" creationId="{E4B3B6DB-5D51-4FE6-8900-7CA4F1A514C4}"/>
          </ac:spMkLst>
        </pc:spChg>
      </pc:sldChg>
      <pc:sldChg chg="addSp delSp modSp add mod">
        <pc:chgData name="Димитър Минчев" userId="6da192e4-d32c-454b-8615-bbadf07b6639" providerId="ADAL" clId="{C896A980-DEC5-4873-8DB5-4AD4642CDD68}" dt="2023-02-22T13:29:32.278" v="176" actId="1076"/>
        <pc:sldMkLst>
          <pc:docMk/>
          <pc:sldMk cId="1650488745" sldId="542"/>
        </pc:sldMkLst>
        <pc:spChg chg="del">
          <ac:chgData name="Димитър Минчев" userId="6da192e4-d32c-454b-8615-bbadf07b6639" providerId="ADAL" clId="{C896A980-DEC5-4873-8DB5-4AD4642CDD68}" dt="2023-02-22T13:27:35.823" v="145" actId="478"/>
          <ac:spMkLst>
            <pc:docMk/>
            <pc:sldMk cId="1650488745" sldId="54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8:01.054" v="154" actId="20577"/>
          <ac:spMkLst>
            <pc:docMk/>
            <pc:sldMk cId="1650488745" sldId="542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C896A980-DEC5-4873-8DB5-4AD4642CDD68}" dt="2023-02-22T13:27:37.591" v="146" actId="478"/>
          <ac:spMkLst>
            <pc:docMk/>
            <pc:sldMk cId="1650488745" sldId="542"/>
            <ac:spMk id="5" creationId="{BCD781A0-342A-1B77-BE14-88667BB88383}"/>
          </ac:spMkLst>
        </pc:spChg>
        <pc:spChg chg="add mod">
          <ac:chgData name="Димитър Минчев" userId="6da192e4-d32c-454b-8615-bbadf07b6639" providerId="ADAL" clId="{C896A980-DEC5-4873-8DB5-4AD4642CDD68}" dt="2023-02-22T13:27:41.200" v="148" actId="20577"/>
          <ac:spMkLst>
            <pc:docMk/>
            <pc:sldMk cId="1650488745" sldId="542"/>
            <ac:spMk id="6" creationId="{964B8CB4-5937-1388-9910-F4E498B29E09}"/>
          </ac:spMkLst>
        </pc:spChg>
        <pc:spChg chg="mod">
          <ac:chgData name="Димитър Минчев" userId="6da192e4-d32c-454b-8615-bbadf07b6639" providerId="ADAL" clId="{C896A980-DEC5-4873-8DB5-4AD4642CDD68}" dt="2023-02-22T13:29:29.471" v="175" actId="14100"/>
          <ac:spMkLst>
            <pc:docMk/>
            <pc:sldMk cId="1650488745" sldId="542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9:22.466" v="174" actId="1076"/>
          <ac:spMkLst>
            <pc:docMk/>
            <pc:sldMk cId="1650488745" sldId="542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9:09.163" v="172" actId="1076"/>
          <ac:spMkLst>
            <pc:docMk/>
            <pc:sldMk cId="1650488745" sldId="542"/>
            <ac:spMk id="11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9:09.163" v="172" actId="1076"/>
          <ac:spMkLst>
            <pc:docMk/>
            <pc:sldMk cId="1650488745" sldId="542"/>
            <ac:spMk id="12" creationId="{00000000-0000-0000-0000-000000000000}"/>
          </ac:spMkLst>
        </pc:spChg>
        <pc:spChg chg="del mod">
          <ac:chgData name="Димитър Минчев" userId="6da192e4-d32c-454b-8615-bbadf07b6639" providerId="ADAL" clId="{C896A980-DEC5-4873-8DB5-4AD4642CDD68}" dt="2023-02-22T13:29:01.487" v="171" actId="478"/>
          <ac:spMkLst>
            <pc:docMk/>
            <pc:sldMk cId="1650488745" sldId="542"/>
            <ac:spMk id="15" creationId="{F7DF7E46-3DE6-4244-895E-5732A665F287}"/>
          </ac:spMkLst>
        </pc:spChg>
        <pc:picChg chg="mod">
          <ac:chgData name="Димитър Минчев" userId="6da192e4-d32c-454b-8615-bbadf07b6639" providerId="ADAL" clId="{C896A980-DEC5-4873-8DB5-4AD4642CDD68}" dt="2023-02-22T13:29:22.466" v="174" actId="1076"/>
          <ac:picMkLst>
            <pc:docMk/>
            <pc:sldMk cId="1650488745" sldId="542"/>
            <ac:picMk id="9" creationId="{00000000-0000-0000-0000-000000000000}"/>
          </ac:picMkLst>
        </pc:picChg>
        <pc:picChg chg="mod">
          <ac:chgData name="Димитър Минчев" userId="6da192e4-d32c-454b-8615-bbadf07b6639" providerId="ADAL" clId="{C896A980-DEC5-4873-8DB5-4AD4642CDD68}" dt="2023-02-22T13:29:32.278" v="176" actId="1076"/>
          <ac:picMkLst>
            <pc:docMk/>
            <pc:sldMk cId="1650488745" sldId="542"/>
            <ac:picMk id="10" creationId="{00000000-0000-0000-0000-000000000000}"/>
          </ac:picMkLst>
        </pc:picChg>
        <pc:picChg chg="mod">
          <ac:chgData name="Димитър Минчев" userId="6da192e4-d32c-454b-8615-bbadf07b6639" providerId="ADAL" clId="{C896A980-DEC5-4873-8DB5-4AD4642CDD68}" dt="2023-02-22T13:29:09.163" v="172" actId="1076"/>
          <ac:picMkLst>
            <pc:docMk/>
            <pc:sldMk cId="1650488745" sldId="542"/>
            <ac:picMk id="13" creationId="{00000000-0000-0000-0000-000000000000}"/>
          </ac:picMkLst>
        </pc:picChg>
        <pc:picChg chg="mod">
          <ac:chgData name="Димитър Минчев" userId="6da192e4-d32c-454b-8615-bbadf07b6639" providerId="ADAL" clId="{C896A980-DEC5-4873-8DB5-4AD4642CDD68}" dt="2023-02-22T13:29:09.163" v="172" actId="1076"/>
          <ac:picMkLst>
            <pc:docMk/>
            <pc:sldMk cId="1650488745" sldId="542"/>
            <ac:picMk id="14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C896A980-DEC5-4873-8DB5-4AD4642CDD68}" dt="2023-02-22T13:30:29.482" v="194" actId="478"/>
        <pc:sldMkLst>
          <pc:docMk/>
          <pc:sldMk cId="32693942" sldId="543"/>
        </pc:sldMkLst>
        <pc:spChg chg="del">
          <ac:chgData name="Димитър Минчев" userId="6da192e4-d32c-454b-8615-bbadf07b6639" providerId="ADAL" clId="{C896A980-DEC5-4873-8DB5-4AD4642CDD68}" dt="2023-02-22T13:29:39.524" v="177" actId="478"/>
          <ac:spMkLst>
            <pc:docMk/>
            <pc:sldMk cId="32693942" sldId="54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9:56.887" v="185" actId="27636"/>
          <ac:spMkLst>
            <pc:docMk/>
            <pc:sldMk cId="32693942" sldId="543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C896A980-DEC5-4873-8DB5-4AD4642CDD68}" dt="2023-02-22T13:29:41.845" v="178" actId="478"/>
          <ac:spMkLst>
            <pc:docMk/>
            <pc:sldMk cId="32693942" sldId="543"/>
            <ac:spMk id="5" creationId="{218753DF-8658-2B4A-1711-C21689FE66F9}"/>
          </ac:spMkLst>
        </pc:spChg>
        <pc:spChg chg="add mod">
          <ac:chgData name="Димитър Минчев" userId="6da192e4-d32c-454b-8615-bbadf07b6639" providerId="ADAL" clId="{C896A980-DEC5-4873-8DB5-4AD4642CDD68}" dt="2023-02-22T13:29:45.460" v="180" actId="20577"/>
          <ac:spMkLst>
            <pc:docMk/>
            <pc:sldMk cId="32693942" sldId="543"/>
            <ac:spMk id="6" creationId="{0FDE0474-997D-27DB-FA1C-B4C2B3130405}"/>
          </ac:spMkLst>
        </pc:spChg>
        <pc:spChg chg="mod">
          <ac:chgData name="Димитър Минчев" userId="6da192e4-d32c-454b-8615-bbadf07b6639" providerId="ADAL" clId="{C896A980-DEC5-4873-8DB5-4AD4642CDD68}" dt="2023-02-22T13:30:26.270" v="193" actId="207"/>
          <ac:spMkLst>
            <pc:docMk/>
            <pc:sldMk cId="32693942" sldId="543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30:26.270" v="193" actId="207"/>
          <ac:spMkLst>
            <pc:docMk/>
            <pc:sldMk cId="32693942" sldId="543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C896A980-DEC5-4873-8DB5-4AD4642CDD68}" dt="2023-02-22T13:30:29.482" v="194" actId="478"/>
          <ac:spMkLst>
            <pc:docMk/>
            <pc:sldMk cId="32693942" sldId="543"/>
            <ac:spMk id="11" creationId="{D11082BA-0C39-4B59-99EC-CC4C6E4C036A}"/>
          </ac:spMkLst>
        </pc:spChg>
        <pc:picChg chg="mod">
          <ac:chgData name="Димитър Минчев" userId="6da192e4-d32c-454b-8615-bbadf07b6639" providerId="ADAL" clId="{C896A980-DEC5-4873-8DB5-4AD4642CDD68}" dt="2023-02-22T13:30:14.918" v="189" actId="1076"/>
          <ac:picMkLst>
            <pc:docMk/>
            <pc:sldMk cId="32693942" sldId="543"/>
            <ac:picMk id="9" creationId="{00000000-0000-0000-0000-000000000000}"/>
          </ac:picMkLst>
        </pc:picChg>
        <pc:picChg chg="mod">
          <ac:chgData name="Димитър Минчев" userId="6da192e4-d32c-454b-8615-bbadf07b6639" providerId="ADAL" clId="{C896A980-DEC5-4873-8DB5-4AD4642CDD68}" dt="2023-02-22T13:30:17.116" v="190" actId="1076"/>
          <ac:picMkLst>
            <pc:docMk/>
            <pc:sldMk cId="32693942" sldId="543"/>
            <ac:picMk id="10" creationId="{00000000-0000-0000-0000-000000000000}"/>
          </ac:picMkLst>
        </pc:picChg>
      </pc:sldChg>
      <pc:sldChg chg="modSp add mod">
        <pc:chgData name="Димитър Минчев" userId="6da192e4-d32c-454b-8615-bbadf07b6639" providerId="ADAL" clId="{C896A980-DEC5-4873-8DB5-4AD4642CDD68}" dt="2023-02-22T13:31:18.373" v="212" actId="207"/>
        <pc:sldMkLst>
          <pc:docMk/>
          <pc:sldMk cId="2325281846" sldId="544"/>
        </pc:sldMkLst>
        <pc:spChg chg="mod">
          <ac:chgData name="Димитър Минчев" userId="6da192e4-d32c-454b-8615-bbadf07b6639" providerId="ADAL" clId="{C896A980-DEC5-4873-8DB5-4AD4642CDD68}" dt="2023-02-22T13:30:45.774" v="201" actId="2711"/>
          <ac:spMkLst>
            <pc:docMk/>
            <pc:sldMk cId="2325281846" sldId="54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30:45.774" v="201" actId="2711"/>
          <ac:spMkLst>
            <pc:docMk/>
            <pc:sldMk cId="2325281846" sldId="544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31:18.373" v="212" actId="207"/>
          <ac:spMkLst>
            <pc:docMk/>
            <pc:sldMk cId="2325281846" sldId="544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31:18.373" v="212" actId="207"/>
          <ac:spMkLst>
            <pc:docMk/>
            <pc:sldMk cId="2325281846" sldId="544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21:03.818" v="3"/>
          <ac:spMkLst>
            <pc:docMk/>
            <pc:sldMk cId="2325281846" sldId="544"/>
            <ac:spMk id="11" creationId="{9C27EF2F-3EBE-48E7-BE14-C79ACFEC2719}"/>
          </ac:spMkLst>
        </pc:spChg>
        <pc:picChg chg="mod">
          <ac:chgData name="Димитър Минчев" userId="6da192e4-d32c-454b-8615-bbadf07b6639" providerId="ADAL" clId="{C896A980-DEC5-4873-8DB5-4AD4642CDD68}" dt="2023-02-22T13:31:05.620" v="208" actId="1076"/>
          <ac:picMkLst>
            <pc:docMk/>
            <pc:sldMk cId="2325281846" sldId="544"/>
            <ac:picMk id="9" creationId="{00000000-0000-0000-0000-000000000000}"/>
          </ac:picMkLst>
        </pc:picChg>
        <pc:picChg chg="mod">
          <ac:chgData name="Димитър Минчев" userId="6da192e4-d32c-454b-8615-bbadf07b6639" providerId="ADAL" clId="{C896A980-DEC5-4873-8DB5-4AD4642CDD68}" dt="2023-02-22T13:31:07.324" v="209" actId="1076"/>
          <ac:picMkLst>
            <pc:docMk/>
            <pc:sldMk cId="2325281846" sldId="544"/>
            <ac:picMk id="10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C896A980-DEC5-4873-8DB5-4AD4642CDD68}" dt="2023-02-22T13:32:36.311" v="234" actId="478"/>
        <pc:sldMkLst>
          <pc:docMk/>
          <pc:sldMk cId="2590981178" sldId="545"/>
        </pc:sldMkLst>
        <pc:spChg chg="del">
          <ac:chgData name="Димитър Минчев" userId="6da192e4-d32c-454b-8615-bbadf07b6639" providerId="ADAL" clId="{C896A980-DEC5-4873-8DB5-4AD4642CDD68}" dt="2023-02-22T13:31:33.762" v="213" actId="478"/>
          <ac:spMkLst>
            <pc:docMk/>
            <pc:sldMk cId="2590981178" sldId="54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32:03.587" v="223" actId="255"/>
          <ac:spMkLst>
            <pc:docMk/>
            <pc:sldMk cId="2590981178" sldId="545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C896A980-DEC5-4873-8DB5-4AD4642CDD68}" dt="2023-02-22T13:31:35.364" v="214" actId="478"/>
          <ac:spMkLst>
            <pc:docMk/>
            <pc:sldMk cId="2590981178" sldId="545"/>
            <ac:spMk id="5" creationId="{C63A7AF1-14C3-79AD-7FB5-E04C04BBF57D}"/>
          </ac:spMkLst>
        </pc:spChg>
        <pc:spChg chg="add mod">
          <ac:chgData name="Димитър Минчев" userId="6da192e4-d32c-454b-8615-bbadf07b6639" providerId="ADAL" clId="{C896A980-DEC5-4873-8DB5-4AD4642CDD68}" dt="2023-02-22T13:31:40.700" v="217" actId="20577"/>
          <ac:spMkLst>
            <pc:docMk/>
            <pc:sldMk cId="2590981178" sldId="545"/>
            <ac:spMk id="6" creationId="{1F9B35D5-883A-CDF5-F2A8-C7416F231652}"/>
          </ac:spMkLst>
        </pc:spChg>
        <pc:spChg chg="mod">
          <ac:chgData name="Димитър Минчев" userId="6da192e4-d32c-454b-8615-bbadf07b6639" providerId="ADAL" clId="{C896A980-DEC5-4873-8DB5-4AD4642CDD68}" dt="2023-02-22T13:32:33.481" v="233" actId="207"/>
          <ac:spMkLst>
            <pc:docMk/>
            <pc:sldMk cId="2590981178" sldId="545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32:33.481" v="233" actId="207"/>
          <ac:spMkLst>
            <pc:docMk/>
            <pc:sldMk cId="2590981178" sldId="545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C896A980-DEC5-4873-8DB5-4AD4642CDD68}" dt="2023-02-22T13:32:36.311" v="234" actId="478"/>
          <ac:spMkLst>
            <pc:docMk/>
            <pc:sldMk cId="2590981178" sldId="545"/>
            <ac:spMk id="9" creationId="{305F10D4-8FAF-412C-9A36-9C520C3A69D7}"/>
          </ac:spMkLst>
        </pc:spChg>
        <pc:picChg chg="mod">
          <ac:chgData name="Димитър Минчев" userId="6da192e4-d32c-454b-8615-bbadf07b6639" providerId="ADAL" clId="{C896A980-DEC5-4873-8DB5-4AD4642CDD68}" dt="2023-02-22T13:32:14.832" v="226" actId="1076"/>
          <ac:picMkLst>
            <pc:docMk/>
            <pc:sldMk cId="2590981178" sldId="545"/>
            <ac:picMk id="11" creationId="{00000000-0000-0000-0000-000000000000}"/>
          </ac:picMkLst>
        </pc:picChg>
        <pc:picChg chg="mod">
          <ac:chgData name="Димитър Минчев" userId="6da192e4-d32c-454b-8615-bbadf07b6639" providerId="ADAL" clId="{C896A980-DEC5-4873-8DB5-4AD4642CDD68}" dt="2023-02-22T13:32:26.155" v="230" actId="1076"/>
          <ac:picMkLst>
            <pc:docMk/>
            <pc:sldMk cId="2590981178" sldId="545"/>
            <ac:picMk id="12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C896A980-DEC5-4873-8DB5-4AD4642CDD68}" dt="2023-02-22T13:33:07.011" v="238" actId="478"/>
        <pc:sldMkLst>
          <pc:docMk/>
          <pc:sldMk cId="554305498" sldId="546"/>
        </pc:sldMkLst>
        <pc:spChg chg="mod">
          <ac:chgData name="Димитър Минчев" userId="6da192e4-d32c-454b-8615-bbadf07b6639" providerId="ADAL" clId="{C896A980-DEC5-4873-8DB5-4AD4642CDD68}" dt="2023-02-22T13:32:49.996" v="236" actId="2711"/>
          <ac:spMkLst>
            <pc:docMk/>
            <pc:sldMk cId="554305498" sldId="54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33:05.418" v="237" actId="207"/>
          <ac:spMkLst>
            <pc:docMk/>
            <pc:sldMk cId="554305498" sldId="54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896A980-DEC5-4873-8DB5-4AD4642CDD68}" dt="2023-02-22T13:33:07.011" v="238" actId="478"/>
          <ac:spMkLst>
            <pc:docMk/>
            <pc:sldMk cId="554305498" sldId="546"/>
            <ac:spMk id="6" creationId="{5FE3EBD5-6011-4BB7-8580-FA38FBA11152}"/>
          </ac:spMkLst>
        </pc:spChg>
        <pc:picChg chg="del">
          <ac:chgData name="Димитър Минчев" userId="6da192e4-d32c-454b-8615-bbadf07b6639" providerId="ADAL" clId="{C896A980-DEC5-4873-8DB5-4AD4642CDD68}" dt="2023-02-22T13:32:41.169" v="235" actId="478"/>
          <ac:picMkLst>
            <pc:docMk/>
            <pc:sldMk cId="554305498" sldId="546"/>
            <ac:picMk id="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C896A980-DEC5-4873-8DB5-4AD4642CDD68}" dt="2023-02-22T13:33:53.894" v="252" actId="20577"/>
        <pc:sldMkLst>
          <pc:docMk/>
          <pc:sldMk cId="436628315" sldId="547"/>
        </pc:sldMkLst>
        <pc:spChg chg="mod">
          <ac:chgData name="Димитър Минчев" userId="6da192e4-d32c-454b-8615-bbadf07b6639" providerId="ADAL" clId="{C896A980-DEC5-4873-8DB5-4AD4642CDD68}" dt="2023-02-22T13:33:21.479" v="243" actId="1076"/>
          <ac:spMkLst>
            <pc:docMk/>
            <pc:sldMk cId="436628315" sldId="54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33:53.894" v="252" actId="20577"/>
          <ac:spMkLst>
            <pc:docMk/>
            <pc:sldMk cId="436628315" sldId="54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896A980-DEC5-4873-8DB5-4AD4642CDD68}" dt="2023-02-22T13:33:23.296" v="244" actId="478"/>
          <ac:spMkLst>
            <pc:docMk/>
            <pc:sldMk cId="436628315" sldId="547"/>
            <ac:spMk id="6" creationId="{18DB6767-59B4-45B1-BA3D-3D1B6B442BD9}"/>
          </ac:spMkLst>
        </pc:spChg>
        <pc:picChg chg="del">
          <ac:chgData name="Димитър Минчев" userId="6da192e4-d32c-454b-8615-bbadf07b6639" providerId="ADAL" clId="{C896A980-DEC5-4873-8DB5-4AD4642CDD68}" dt="2023-02-22T13:33:10.082" v="239" actId="478"/>
          <ac:picMkLst>
            <pc:docMk/>
            <pc:sldMk cId="436628315" sldId="547"/>
            <ac:picMk id="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C896A980-DEC5-4873-8DB5-4AD4642CDD68}" dt="2023-02-22T13:35:06.092" v="279" actId="207"/>
        <pc:sldMkLst>
          <pc:docMk/>
          <pc:sldMk cId="1049526650" sldId="549"/>
        </pc:sldMkLst>
        <pc:spChg chg="mod">
          <ac:chgData name="Димитър Минчев" userId="6da192e4-d32c-454b-8615-bbadf07b6639" providerId="ADAL" clId="{C896A980-DEC5-4873-8DB5-4AD4642CDD68}" dt="2023-02-22T13:34:05.853" v="253" actId="2711"/>
          <ac:spMkLst>
            <pc:docMk/>
            <pc:sldMk cId="1049526650" sldId="54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34:30.241" v="266" actId="207"/>
          <ac:spMkLst>
            <pc:docMk/>
            <pc:sldMk cId="1049526650" sldId="549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35:06.092" v="279" actId="207"/>
          <ac:spMkLst>
            <pc:docMk/>
            <pc:sldMk cId="1049526650" sldId="549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35:06.092" v="279" actId="207"/>
          <ac:spMkLst>
            <pc:docMk/>
            <pc:sldMk cId="1049526650" sldId="549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C896A980-DEC5-4873-8DB5-4AD4642CDD68}" dt="2023-02-22T13:34:58.103" v="276" actId="478"/>
          <ac:spMkLst>
            <pc:docMk/>
            <pc:sldMk cId="1049526650" sldId="549"/>
            <ac:spMk id="11" creationId="{F8D1B9EA-8986-41C9-BBD3-1390EE4FE732}"/>
          </ac:spMkLst>
        </pc:spChg>
        <pc:picChg chg="mod">
          <ac:chgData name="Димитър Минчев" userId="6da192e4-d32c-454b-8615-bbadf07b6639" providerId="ADAL" clId="{C896A980-DEC5-4873-8DB5-4AD4642CDD68}" dt="2023-02-22T13:34:52.205" v="274" actId="1076"/>
          <ac:picMkLst>
            <pc:docMk/>
            <pc:sldMk cId="1049526650" sldId="549"/>
            <ac:picMk id="9" creationId="{00000000-0000-0000-0000-000000000000}"/>
          </ac:picMkLst>
        </pc:picChg>
        <pc:picChg chg="mod">
          <ac:chgData name="Димитър Минчев" userId="6da192e4-d32c-454b-8615-bbadf07b6639" providerId="ADAL" clId="{C896A980-DEC5-4873-8DB5-4AD4642CDD68}" dt="2023-02-22T13:34:55.813" v="275" actId="1076"/>
          <ac:picMkLst>
            <pc:docMk/>
            <pc:sldMk cId="1049526650" sldId="549"/>
            <ac:picMk id="10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C896A980-DEC5-4873-8DB5-4AD4642CDD68}" dt="2023-02-22T13:42:53.306" v="432" actId="1076"/>
        <pc:sldMkLst>
          <pc:docMk/>
          <pc:sldMk cId="3286929742" sldId="552"/>
        </pc:sldMkLst>
        <pc:spChg chg="mod">
          <ac:chgData name="Димитър Минчев" userId="6da192e4-d32c-454b-8615-bbadf07b6639" providerId="ADAL" clId="{C896A980-DEC5-4873-8DB5-4AD4642CDD68}" dt="2023-02-22T13:42:53.306" v="432" actId="1076"/>
          <ac:spMkLst>
            <pc:docMk/>
            <pc:sldMk cId="3286929742" sldId="55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42:53.306" v="432" actId="1076"/>
          <ac:spMkLst>
            <pc:docMk/>
            <pc:sldMk cId="3286929742" sldId="552"/>
            <ac:spMk id="3" creationId="{00000000-0000-0000-0000-000000000000}"/>
          </ac:spMkLst>
        </pc:spChg>
        <pc:spChg chg="add mod">
          <ac:chgData name="Димитър Минчев" userId="6da192e4-d32c-454b-8615-bbadf07b6639" providerId="ADAL" clId="{C896A980-DEC5-4873-8DB5-4AD4642CDD68}" dt="2023-02-22T13:42:53.306" v="432" actId="1076"/>
          <ac:spMkLst>
            <pc:docMk/>
            <pc:sldMk cId="3286929742" sldId="552"/>
            <ac:spMk id="4" creationId="{BCB9B5A6-501A-B7DF-DA5B-06E78308CFD9}"/>
          </ac:spMkLst>
        </pc:spChg>
        <pc:spChg chg="del mod">
          <ac:chgData name="Димитър Минчев" userId="6da192e4-d32c-454b-8615-bbadf07b6639" providerId="ADAL" clId="{C896A980-DEC5-4873-8DB5-4AD4642CDD68}" dt="2023-02-22T13:40:33.236" v="407" actId="478"/>
          <ac:spMkLst>
            <pc:docMk/>
            <pc:sldMk cId="3286929742" sldId="552"/>
            <ac:spMk id="7" creationId="{70275D1B-F15E-485E-9F75-471CF149840F}"/>
          </ac:spMkLst>
        </pc:spChg>
        <pc:picChg chg="del">
          <ac:chgData name="Димитър Минчев" userId="6da192e4-d32c-454b-8615-bbadf07b6639" providerId="ADAL" clId="{C896A980-DEC5-4873-8DB5-4AD4642CDD68}" dt="2023-02-22T13:35:17.314" v="281" actId="478"/>
          <ac:picMkLst>
            <pc:docMk/>
            <pc:sldMk cId="3286929742" sldId="552"/>
            <ac:picMk id="5" creationId="{00000000-0000-0000-0000-000000000000}"/>
          </ac:picMkLst>
        </pc:picChg>
        <pc:picChg chg="add mod">
          <ac:chgData name="Димитър Минчев" userId="6da192e4-d32c-454b-8615-bbadf07b6639" providerId="ADAL" clId="{C896A980-DEC5-4873-8DB5-4AD4642CDD68}" dt="2023-02-22T13:42:53.306" v="432" actId="1076"/>
          <ac:picMkLst>
            <pc:docMk/>
            <pc:sldMk cId="3286929742" sldId="552"/>
            <ac:picMk id="6" creationId="{0DF21D38-239A-5B22-2390-B7A2373E70C6}"/>
          </ac:picMkLst>
        </pc:picChg>
        <pc:picChg chg="del mod">
          <ac:chgData name="Димитър Минчев" userId="6da192e4-d32c-454b-8615-bbadf07b6639" providerId="ADAL" clId="{C896A980-DEC5-4873-8DB5-4AD4642CDD68}" dt="2023-02-22T13:41:30.311" v="417" actId="478"/>
          <ac:picMkLst>
            <pc:docMk/>
            <pc:sldMk cId="3286929742" sldId="552"/>
            <ac:picMk id="102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C896A980-DEC5-4873-8DB5-4AD4642CDD68}" dt="2023-02-22T13:41:56.883" v="424" actId="2711"/>
        <pc:sldMkLst>
          <pc:docMk/>
          <pc:sldMk cId="4083200321" sldId="560"/>
        </pc:sldMkLst>
        <pc:spChg chg="mod">
          <ac:chgData name="Димитър Минчев" userId="6da192e4-d32c-454b-8615-bbadf07b6639" providerId="ADAL" clId="{C896A980-DEC5-4873-8DB5-4AD4642CDD68}" dt="2023-02-22T13:41:56.883" v="424" actId="2711"/>
          <ac:spMkLst>
            <pc:docMk/>
            <pc:sldMk cId="4083200321" sldId="56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C896A980-DEC5-4873-8DB5-4AD4642CDD68}" dt="2023-02-22T13:41:56.883" v="424" actId="2711"/>
          <ac:spMkLst>
            <pc:docMk/>
            <pc:sldMk cId="4083200321" sldId="56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C896A980-DEC5-4873-8DB5-4AD4642CDD68}" dt="2023-02-22T13:41:52.613" v="423" actId="478"/>
          <ac:spMkLst>
            <pc:docMk/>
            <pc:sldMk cId="4083200321" sldId="560"/>
            <ac:spMk id="7" creationId="{9702CB1B-F5B2-4BD7-995A-43783B41535E}"/>
          </ac:spMkLst>
        </pc:spChg>
        <pc:picChg chg="del">
          <ac:chgData name="Димитър Минчев" userId="6da192e4-d32c-454b-8615-bbadf07b6639" providerId="ADAL" clId="{C896A980-DEC5-4873-8DB5-4AD4642CDD68}" dt="2023-02-22T13:41:51.213" v="422" actId="478"/>
          <ac:picMkLst>
            <pc:docMk/>
            <pc:sldMk cId="4083200321" sldId="560"/>
            <ac:picMk id="6" creationId="{00000000-0000-0000-0000-000000000000}"/>
          </ac:picMkLst>
        </pc:picChg>
      </pc:sldChg>
      <pc:sldChg chg="modSp mod">
        <pc:chgData name="Димитър Минчев" userId="6da192e4-d32c-454b-8615-bbadf07b6639" providerId="ADAL" clId="{C896A980-DEC5-4873-8DB5-4AD4642CDD68}" dt="2023-02-22T13:20:49.030" v="2"/>
        <pc:sldMkLst>
          <pc:docMk/>
          <pc:sldMk cId="2385751420" sldId="571"/>
        </pc:sldMkLst>
        <pc:spChg chg="mod">
          <ac:chgData name="Димитър Минчев" userId="6da192e4-d32c-454b-8615-bbadf07b6639" providerId="ADAL" clId="{C896A980-DEC5-4873-8DB5-4AD4642CDD68}" dt="2023-02-22T13:20:49.030" v="2"/>
          <ac:spMkLst>
            <pc:docMk/>
            <pc:sldMk cId="2385751420" sldId="57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03D1E04-34BB-4972-B45C-0226A44BA4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65825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www.cs.utexas.edu/users/EWD/transcriptions/EWD02xx/EWD215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Използване на цикли</a:t>
            </a:r>
            <a:br>
              <a:rPr lang="ru-RU" dirty="0">
                <a:latin typeface="Comfortaa" pitchFamily="2" charset="0"/>
              </a:rPr>
            </a:br>
            <a:r>
              <a:rPr lang="ru-RU" dirty="0">
                <a:latin typeface="Comfortaa" pitchFamily="2" charset="0"/>
              </a:rPr>
              <a:t>и други команди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Правилна организация на реда на изпълнението</a:t>
            </a: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Организация на праволинеен код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Използване на цикли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Други структури за реда на изпълнение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226" y="1439862"/>
            <a:ext cx="10515600" cy="478280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Когато редът на командите </a:t>
            </a: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е важен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  <a:buNone/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Направете зависимостите очевидни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Именувайте методите според тези зависимости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Използвайте параметри на методи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Ако е необходимо документирайте реда на изпълнение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644" y="422438"/>
            <a:ext cx="9564586" cy="107448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Праволинеен код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65134" y="4338958"/>
            <a:ext cx="9481096" cy="10156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data = GetData();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groupedData = GroupData(data);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PrintGroupedData(groupedData);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65134" y="1968554"/>
            <a:ext cx="9481096" cy="10156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GetData();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GroupData();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Print();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08938" y="4440439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19014" y="2099786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018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1644" y="1837500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Когато редът на командите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не е важен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Нека четенето на кода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отгоре </a:t>
            </a:r>
            <a:r>
              <a:rPr lang="bg-BG" dirty="0">
                <a:latin typeface="Comfortaa" pitchFamily="2" charset="0"/>
              </a:rPr>
              <a:t>до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долу </a:t>
            </a:r>
            <a:r>
              <a:rPr lang="bg-BG" dirty="0">
                <a:latin typeface="Comfortaa" pitchFamily="2" charset="0"/>
              </a:rPr>
              <a:t>да е като четенето на вестник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Групирайте </a:t>
            </a:r>
            <a:r>
              <a:rPr lang="bg-BG" dirty="0">
                <a:latin typeface="Comfortaa" pitchFamily="2" charset="0"/>
              </a:rPr>
              <a:t>свързани команди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заедно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Поставете ясни граници при зависими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команди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Ползвайте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празни редове </a:t>
            </a:r>
            <a:r>
              <a:rPr lang="bg-BG" dirty="0">
                <a:latin typeface="Comfortaa" pitchFamily="2" charset="0"/>
              </a:rPr>
              <a:t>за да отделите зависимостите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Ползвайте отделен метод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0533CEC-0CFF-2C0E-6F35-085D5023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644" y="422438"/>
            <a:ext cx="9564586" cy="107448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Праволинеен код</a:t>
            </a:r>
            <a:r>
              <a:rPr lang="en-US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320052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604" y="102968"/>
            <a:ext cx="10766794" cy="930275"/>
          </a:xfrm>
        </p:spPr>
        <p:txBody>
          <a:bodyPr>
            <a:normAutofit/>
          </a:bodyPr>
          <a:lstStyle/>
          <a:p>
            <a:r>
              <a:rPr lang="bg-BG" sz="4200" dirty="0">
                <a:latin typeface="Comfortaa" pitchFamily="2" charset="0"/>
              </a:rPr>
              <a:t>Примери за праволинеен код </a:t>
            </a:r>
            <a:r>
              <a:rPr lang="en-US" sz="4200" dirty="0">
                <a:latin typeface="Comfortaa" pitchFamily="2" charset="0"/>
              </a:rPr>
              <a:t>[1/2]</a:t>
            </a:r>
            <a:r>
              <a:rPr lang="bg-BG" sz="4200" dirty="0">
                <a:latin typeface="Comfortaa" pitchFamily="2" charset="0"/>
              </a:rPr>
              <a:t> </a:t>
            </a:r>
            <a:endParaRPr lang="en-US" sz="42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2604" y="1033244"/>
            <a:ext cx="10766795" cy="545963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ReportFooter CreateReportFooter(Report report)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…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ReportHeader CreateReportHeader(Report report)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…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Report CreateReport()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var report = new Report();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report.Footer = CreateReportFooter(report);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report.Content = CreateReportContent(report);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report.Header = CraeteReportHeader(report);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report;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85000"/>
              </a:lnSpc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ReportContent CreateReportContent(Report report)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…</a:t>
            </a:r>
          </a:p>
          <a:p>
            <a:pPr>
              <a:lnSpc>
                <a:spcPct val="85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19904" y="3229659"/>
            <a:ext cx="1066800" cy="10668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486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2604" y="990600"/>
            <a:ext cx="10766795" cy="56388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>
              <a:lnSpc>
                <a:spcPct val="9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Report CreateReport()</a:t>
            </a:r>
          </a:p>
          <a:p>
            <a:pPr>
              <a:lnSpc>
                <a:spcPct val="9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7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var report = new Report();  </a:t>
            </a:r>
          </a:p>
          <a:p>
            <a:pPr>
              <a:lnSpc>
                <a:spcPct val="75000"/>
              </a:lnSpc>
              <a:spcBef>
                <a:spcPts val="1200"/>
              </a:spcBef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report.Header = CreateReportHeader(report);</a:t>
            </a:r>
          </a:p>
          <a:p>
            <a:pPr>
              <a:lnSpc>
                <a:spcPct val="9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report.Content = CreateReportContent(report);</a:t>
            </a:r>
          </a:p>
          <a:p>
            <a:pPr>
              <a:lnSpc>
                <a:spcPct val="9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report.Footer = CreateReportFooter(report);</a:t>
            </a:r>
          </a:p>
          <a:p>
            <a:pPr>
              <a:lnSpc>
                <a:spcPct val="75000"/>
              </a:lnSpc>
              <a:spcBef>
                <a:spcPts val="1200"/>
              </a:spcBef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return report;</a:t>
            </a:r>
          </a:p>
          <a:p>
            <a:pPr>
              <a:lnSpc>
                <a:spcPct val="7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75000"/>
              </a:lnSpc>
            </a:pPr>
            <a:endParaRPr lang="en-US" sz="19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7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ReportHeader CreateReportHeader(Report report)</a:t>
            </a:r>
          </a:p>
          <a:p>
            <a:pPr>
              <a:lnSpc>
                <a:spcPct val="9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// …</a:t>
            </a:r>
          </a:p>
          <a:p>
            <a:pPr>
              <a:lnSpc>
                <a:spcPct val="7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75000"/>
              </a:lnSpc>
            </a:pPr>
            <a:endParaRPr lang="en-US" sz="19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7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ReportContent CreateReportContent(Report report)</a:t>
            </a:r>
          </a:p>
          <a:p>
            <a:pPr>
              <a:lnSpc>
                <a:spcPct val="9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// …</a:t>
            </a:r>
          </a:p>
          <a:p>
            <a:pPr>
              <a:lnSpc>
                <a:spcPct val="7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75000"/>
              </a:lnSpc>
            </a:pPr>
            <a:endParaRPr lang="en-US" sz="19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7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ReportFooter CreateReportFooter(Report report)</a:t>
            </a:r>
          </a:p>
          <a:p>
            <a:pPr>
              <a:lnSpc>
                <a:spcPct val="9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// …</a:t>
            </a:r>
          </a:p>
          <a:p>
            <a:pPr>
              <a:lnSpc>
                <a:spcPct val="7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19954" y="3116104"/>
            <a:ext cx="1066418" cy="1066418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BB615B3-9549-101F-137A-80F8D0A5D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604" y="102968"/>
            <a:ext cx="10766794" cy="930275"/>
          </a:xfrm>
        </p:spPr>
        <p:txBody>
          <a:bodyPr>
            <a:normAutofit/>
          </a:bodyPr>
          <a:lstStyle/>
          <a:p>
            <a:r>
              <a:rPr lang="bg-BG" sz="4200" dirty="0">
                <a:latin typeface="Comfortaa" pitchFamily="2" charset="0"/>
              </a:rPr>
              <a:t>Примери за праволинеен код </a:t>
            </a:r>
            <a:r>
              <a:rPr lang="en-US" sz="4200" dirty="0">
                <a:latin typeface="Comfortaa" pitchFamily="2" charset="0"/>
              </a:rPr>
              <a:t>[2/2]</a:t>
            </a:r>
            <a:r>
              <a:rPr lang="bg-BG" sz="4200" dirty="0">
                <a:latin typeface="Comfortaa" pitchFamily="2" charset="0"/>
              </a:rPr>
              <a:t> </a:t>
            </a:r>
            <a:endParaRPr lang="en-US" sz="4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487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Избирането на правилния тип цикъл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dirty="0">
                <a:latin typeface="Comfortaa" pitchFamily="2" charset="0"/>
              </a:rPr>
              <a:t>Ползвайте цикъла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for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да повторите блок от код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определен брой пъти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Ползвайте цикъла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foreach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да извършите действие с всеки елемент от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масив </a:t>
            </a:r>
            <a:r>
              <a:rPr lang="bg-BG" dirty="0">
                <a:latin typeface="Comfortaa" pitchFamily="2" charset="0"/>
              </a:rPr>
              <a:t>или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колекция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Ползвайте циклите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while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do-while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когато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не знаете колко пъти </a:t>
            </a:r>
            <a:r>
              <a:rPr lang="bg-BG" dirty="0">
                <a:latin typeface="Comfortaa" pitchFamily="2" charset="0"/>
              </a:rPr>
              <a:t>трябва да повторите блока команди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Избягвайте многократното влагане на цикли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Можете да изнесете тялото на цикъла в нов метод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Използване на цикли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82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6862" y="1570306"/>
            <a:ext cx="10439401" cy="262762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bg-BG" sz="2400" dirty="0">
                <a:latin typeface="Comfortaa" pitchFamily="2" charset="0"/>
              </a:rPr>
              <a:t>Нека циклите са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прости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 eaLnBrk="1" hangingPunct="1">
              <a:defRPr/>
            </a:pPr>
            <a:r>
              <a:rPr lang="bg-BG" sz="2000" dirty="0">
                <a:latin typeface="Comfortaa" pitchFamily="2" charset="0"/>
              </a:rPr>
              <a:t>Това подпомага тези, които ще четат вашия код</a:t>
            </a:r>
            <a:endParaRPr lang="en-US" sz="2000" dirty="0">
              <a:latin typeface="Comfortaa" pitchFamily="2" charset="0"/>
            </a:endParaRPr>
          </a:p>
          <a:p>
            <a:pPr eaLnBrk="1" hangingPunct="1">
              <a:defRPr/>
            </a:pPr>
            <a:r>
              <a:rPr lang="bg-BG" sz="2400" dirty="0">
                <a:latin typeface="Comfortaa" pitchFamily="2" charset="0"/>
              </a:rPr>
              <a:t>Отнасяйте се с вътрешността на цикъла като с процедура</a:t>
            </a:r>
            <a:endParaRPr lang="en-US" sz="2400" dirty="0">
              <a:latin typeface="Comfortaa" pitchFamily="2" charset="0"/>
            </a:endParaRPr>
          </a:p>
          <a:p>
            <a:pPr lvl="1" eaLnBrk="1" hangingPunct="1">
              <a:defRPr/>
            </a:pPr>
            <a:r>
              <a:rPr lang="bg-BG" sz="2000" dirty="0">
                <a:latin typeface="Comfortaa" pitchFamily="2" charset="0"/>
              </a:rPr>
              <a:t>Не карайте четящия да гледа в цикъла, за да разбере управлението му</a:t>
            </a:r>
            <a:endParaRPr lang="en-US" sz="2000" dirty="0">
              <a:latin typeface="Comfortaa" pitchFamily="2" charset="0"/>
            </a:endParaRPr>
          </a:p>
          <a:p>
            <a:pPr eaLnBrk="1" hangingPunct="1">
              <a:defRPr/>
            </a:pPr>
            <a:r>
              <a:rPr lang="bg-BG" sz="2400" dirty="0">
                <a:latin typeface="Comfortaa" pitchFamily="2" charset="0"/>
              </a:rPr>
              <a:t>Отнасяйте се към цикъла като към „черна кутия“</a:t>
            </a:r>
            <a:r>
              <a:rPr lang="en-US" sz="24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1789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Цикли</a:t>
            </a:r>
            <a:r>
              <a:rPr lang="en-US" sz="4000" dirty="0">
                <a:latin typeface="Comfortaa" pitchFamily="2" charset="0"/>
              </a:rPr>
              <a:t>: </a:t>
            </a:r>
            <a:r>
              <a:rPr lang="bg-BG" sz="4000" dirty="0">
                <a:latin typeface="Comfortaa" pitchFamily="2" charset="0"/>
              </a:rPr>
              <a:t>Най-добри практики</a:t>
            </a:r>
            <a:r>
              <a:rPr lang="en-US" sz="4000" dirty="0">
                <a:latin typeface="Comfortaa" pitchFamily="2" charset="0"/>
              </a:rPr>
              <a:t> [1/3]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59910" y="4407966"/>
            <a:ext cx="9135996" cy="175945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(!inputFile.EndOfFile() &amp;&amp; !hasErrors)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ts val="2600"/>
              </a:lnSpc>
            </a:pPr>
            <a:endParaRPr lang="en-US" sz="19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ts val="2600"/>
              </a:lnSpc>
            </a:pPr>
            <a:endParaRPr lang="en-US" sz="19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870925" y="5141266"/>
            <a:ext cx="7894210" cy="685800"/>
          </a:xfrm>
          <a:prstGeom prst="rect">
            <a:avLst/>
          </a:prstGeom>
          <a:solidFill>
            <a:srgbClr val="00B0F0"/>
          </a:solidFill>
          <a:ln w="12700">
            <a:noFill/>
          </a:ln>
        </p:spPr>
        <p:txBody>
          <a:bodyPr wrap="square" anchor="ctr" anchorCtr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(black box code)</a:t>
            </a:r>
          </a:p>
        </p:txBody>
      </p:sp>
    </p:spTree>
    <p:extLst>
      <p:ext uri="{BB962C8B-B14F-4D97-AF65-F5344CB8AC3E}">
        <p14:creationId xmlns:p14="http://schemas.microsoft.com/office/powerpoint/2010/main" val="3104218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22" y="1314986"/>
            <a:ext cx="10515600" cy="43513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bg-BG" sz="2400" dirty="0">
                <a:latin typeface="Comfortaa" pitchFamily="2" charset="0"/>
              </a:rPr>
              <a:t>Актуализацията е добре да е в началото или края на блока команди</a:t>
            </a:r>
            <a:endParaRPr lang="en-US" sz="2400" dirty="0">
              <a:latin typeface="Comfortaa" pitchFamily="2" charset="0"/>
            </a:endParaRPr>
          </a:p>
          <a:p>
            <a:pPr eaLnBrk="1" hangingPunct="1">
              <a:defRPr/>
            </a:pPr>
            <a:endParaRPr lang="en-US" sz="2400" dirty="0">
              <a:latin typeface="Comfortaa" pitchFamily="2" charset="0"/>
            </a:endParaRPr>
          </a:p>
          <a:p>
            <a:pPr eaLnBrk="1" hangingPunct="1">
              <a:defRPr/>
            </a:pPr>
            <a:endParaRPr lang="en-US" sz="2400" dirty="0">
              <a:latin typeface="Comfortaa" pitchFamily="2" charset="0"/>
            </a:endParaRPr>
          </a:p>
          <a:p>
            <a:pPr eaLnBrk="1" hangingPunct="1">
              <a:defRPr/>
            </a:pPr>
            <a:endParaRPr lang="en-US" sz="2400" dirty="0">
              <a:latin typeface="Comfortaa" pitchFamily="2" charset="0"/>
            </a:endParaRPr>
          </a:p>
          <a:p>
            <a:pPr eaLnBrk="1" hangingPunct="1">
              <a:buNone/>
              <a:defRPr/>
            </a:pPr>
            <a:endParaRPr lang="en-US" sz="2400" dirty="0">
              <a:latin typeface="Comfortaa" pitchFamily="2" charset="0"/>
            </a:endParaRPr>
          </a:p>
          <a:p>
            <a:pPr>
              <a:spcBef>
                <a:spcPts val="2400"/>
              </a:spcBef>
              <a:defRPr/>
            </a:pPr>
            <a:r>
              <a:rPr lang="bg-BG" sz="2400" dirty="0">
                <a:latin typeface="Comfortaa" pitchFamily="2" charset="0"/>
              </a:rPr>
              <a:t>Ползвайте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смислени имена </a:t>
            </a:r>
            <a:r>
              <a:rPr lang="bg-BG" sz="2400" dirty="0">
                <a:latin typeface="Comfortaa" pitchFamily="2" charset="0"/>
              </a:rPr>
              <a:t>за променливите, за да направите цикъла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лесен за разчитане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618371" y="2132579"/>
            <a:ext cx="5724651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(index &lt; 10)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index += 2;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83338" y="2132579"/>
            <a:ext cx="4570809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(index &lt; 10)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index += 2;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85040" y="4927660"/>
            <a:ext cx="4570809" cy="14773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for(i = 2000; i &lt; 2011; i++)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for(j = 1; j &lt;= 12; j++)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618371" y="4927660"/>
            <a:ext cx="5746207" cy="14773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(year = 2000; year &lt; 2011; year++)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 (month = 1; month &lt;= 12; month++)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6661" y="2747061"/>
            <a:ext cx="617693" cy="617693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63590" y="2696336"/>
            <a:ext cx="626811" cy="626811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19376" y="5346534"/>
            <a:ext cx="617693" cy="617693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18987" y="4939006"/>
            <a:ext cx="626811" cy="626811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4B8CB4-5937-1388-9910-F4E498B29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1789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Цикли</a:t>
            </a:r>
            <a:r>
              <a:rPr lang="en-US" sz="4000" dirty="0">
                <a:latin typeface="Comfortaa" pitchFamily="2" charset="0"/>
              </a:rPr>
              <a:t>: </a:t>
            </a:r>
            <a:r>
              <a:rPr lang="bg-BG" sz="4000" dirty="0">
                <a:latin typeface="Comfortaa" pitchFamily="2" charset="0"/>
              </a:rPr>
              <a:t>Най-добри практики</a:t>
            </a:r>
            <a:r>
              <a:rPr lang="en-US" sz="4000" dirty="0">
                <a:latin typeface="Comfortaa" pitchFamily="2" charset="0"/>
              </a:rPr>
              <a:t> [2/3]</a:t>
            </a:r>
          </a:p>
        </p:txBody>
      </p:sp>
    </p:spTree>
    <p:extLst>
      <p:ext uri="{BB962C8B-B14F-4D97-AF65-F5344CB8AC3E}">
        <p14:creationId xmlns:p14="http://schemas.microsoft.com/office/powerpoint/2010/main" val="1650488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6913"/>
            <a:ext cx="10515600" cy="487482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bg-BG" dirty="0">
                <a:latin typeface="Comfortaa" pitchFamily="2" charset="0"/>
              </a:rPr>
              <a:t>Избягвайте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празни </a:t>
            </a:r>
            <a:r>
              <a:rPr lang="bg-BG" dirty="0">
                <a:latin typeface="Comfortaa" pitchFamily="2" charset="0"/>
              </a:rPr>
              <a:t>цикли</a:t>
            </a:r>
            <a:endParaRPr lang="en-US" dirty="0">
              <a:latin typeface="Comfortaa" pitchFamily="2" charset="0"/>
            </a:endParaRPr>
          </a:p>
          <a:p>
            <a:pPr eaLnBrk="1" hangingPunct="1">
              <a:defRPr/>
            </a:pPr>
            <a:endParaRPr lang="en-US" sz="4000" dirty="0">
              <a:latin typeface="Comfortaa" pitchFamily="2" charset="0"/>
            </a:endParaRPr>
          </a:p>
          <a:p>
            <a:pPr eaLnBrk="1" hangingPunct="1">
              <a:defRPr/>
            </a:pPr>
            <a:endParaRPr lang="en-US" sz="4000" dirty="0">
              <a:latin typeface="Comfortaa" pitchFamily="2" charset="0"/>
            </a:endParaRPr>
          </a:p>
          <a:p>
            <a:pPr eaLnBrk="1" hangingPunct="1">
              <a:defRPr/>
            </a:pPr>
            <a:endParaRPr lang="en-US" sz="4000" dirty="0">
              <a:latin typeface="Comfortaa" pitchFamily="2" charset="0"/>
            </a:endParaRPr>
          </a:p>
          <a:p>
            <a:pPr marL="0" indent="0">
              <a:buNone/>
              <a:defRPr/>
            </a:pPr>
            <a:endParaRPr lang="en-US" sz="4000" dirty="0">
              <a:latin typeface="Comfortaa" pitchFamily="2" charset="0"/>
            </a:endParaRPr>
          </a:p>
          <a:p>
            <a:pPr>
              <a:spcBef>
                <a:spcPts val="3000"/>
              </a:spcBef>
              <a:defRPr/>
            </a:pPr>
            <a:r>
              <a:rPr lang="bg-BG" sz="3200" dirty="0">
                <a:latin typeface="Comfortaa" pitchFamily="2" charset="0"/>
              </a:rPr>
              <a:t>Вземете в предвид семантиките за циклите в съответния език</a:t>
            </a:r>
            <a:endParaRPr lang="en-US" sz="3200" dirty="0">
              <a:latin typeface="Comfortaa" pitchFamily="2" charset="0"/>
            </a:endParaRPr>
          </a:p>
          <a:p>
            <a:pPr lvl="1">
              <a:defRPr/>
            </a:pPr>
            <a:r>
              <a:rPr lang="en-US" dirty="0">
                <a:latin typeface="Comfortaa" pitchFamily="2" charset="0"/>
              </a:rPr>
              <a:t>C# –</a:t>
            </a:r>
            <a:r>
              <a:rPr lang="bg-BG" dirty="0">
                <a:latin typeface="Comfortaa" pitchFamily="2" charset="0"/>
              </a:rPr>
              <a:t> внимавайте за</a:t>
            </a:r>
            <a:r>
              <a:rPr lang="en-US" dirty="0">
                <a:latin typeface="Comfortaa" pitchFamily="2" charset="0"/>
              </a:rPr>
              <a:t> access to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modified closure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21792" y="3127741"/>
            <a:ext cx="9298805" cy="163121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do 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inputChar = Console.Read();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(inputChar != '\n');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21793" y="1974027"/>
            <a:ext cx="9298805" cy="10156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while ((inputChar = Console.Read()) != '\n') 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</a:t>
            </a:r>
          </a:p>
        </p:txBody>
      </p:sp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88434" y="2101233"/>
            <a:ext cx="761249" cy="7612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85091" y="3508838"/>
            <a:ext cx="761249" cy="76124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FDE0474-997D-27DB-FA1C-B4C2B3130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1789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Цикли</a:t>
            </a:r>
            <a:r>
              <a:rPr lang="en-US" sz="4000" dirty="0">
                <a:latin typeface="Comfortaa" pitchFamily="2" charset="0"/>
              </a:rPr>
              <a:t>: </a:t>
            </a:r>
            <a:r>
              <a:rPr lang="bg-BG" sz="4000" dirty="0">
                <a:latin typeface="Comfortaa" pitchFamily="2" charset="0"/>
              </a:rPr>
              <a:t>Най-добри практики</a:t>
            </a:r>
            <a:r>
              <a:rPr lang="en-US" sz="4000" dirty="0">
                <a:latin typeface="Comfortaa" pitchFamily="2" charset="0"/>
              </a:rPr>
              <a:t> [3/3]</a:t>
            </a:r>
          </a:p>
        </p:txBody>
      </p:sp>
    </p:spTree>
    <p:extLst>
      <p:ext uri="{BB962C8B-B14F-4D97-AF65-F5344CB8AC3E}">
        <p14:creationId xmlns:p14="http://schemas.microsoft.com/office/powerpoint/2010/main" val="32693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Не променяйте нарочно стойността на индекса за да принудите цикъла да спре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Вместо това ползвайте цикъл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while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 команда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break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В заглавната част на цикъла слагайте само изразите, които го контролират</a:t>
            </a:r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Цикли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Съвети за цикъл </a:t>
            </a:r>
            <a:r>
              <a:rPr lang="en-US" dirty="0">
                <a:latin typeface="Comfortaa" pitchFamily="2" charset="0"/>
                <a:cs typeface="Consolas" pitchFamily="49" charset="0"/>
              </a:rPr>
              <a:t>for [1/2]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54151" y="4264139"/>
            <a:ext cx="4459117" cy="193899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 = 0, sum = 0; 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 &lt; length; 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sum += arr[i], i++)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929219" y="4237971"/>
            <a:ext cx="4729113" cy="193899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sum = 0;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 = 0; i &lt; length; i++)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sum += arr[i];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26805" y="4838342"/>
            <a:ext cx="738250" cy="73825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84273" y="4838342"/>
            <a:ext cx="738250" cy="73825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9C27EF2F-3EBE-48E7-BE14-C79ACFEC2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281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46" y="1528742"/>
            <a:ext cx="10984077" cy="576160"/>
          </a:xfrm>
        </p:spPr>
        <p:txBody>
          <a:bodyPr>
            <a:normAutofit/>
          </a:bodyPr>
          <a:lstStyle/>
          <a:p>
            <a:r>
              <a:rPr lang="bg-BG" sz="2200" dirty="0">
                <a:latin typeface="Comfortaa" pitchFamily="2" charset="0"/>
              </a:rPr>
              <a:t>Избягвайте код, зависим от крайната стойност на индекса</a:t>
            </a:r>
            <a:endParaRPr lang="en-US" sz="2200" dirty="0">
              <a:latin typeface="Comfortaa" pitchFamily="2" charset="0"/>
            </a:endParaRPr>
          </a:p>
          <a:p>
            <a:pPr lvl="1"/>
            <a:endParaRPr lang="en-US" sz="2200" dirty="0">
              <a:latin typeface="Comfortaa" pitchFamily="2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10913" y="2091670"/>
            <a:ext cx="4734767" cy="440120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 = 0; i &lt; length; i++)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if (array[i].Id == key)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break;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Lots of code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return (i &lt; length);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021229" y="2080336"/>
            <a:ext cx="4746721" cy="440120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bool found = false;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 = 0; i &lt; length; i++)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if (array[i].Id == key)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found = true;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break;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// Lots of code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return found;</a:t>
            </a:r>
          </a:p>
        </p:txBody>
      </p:sp>
      <p:pic>
        <p:nvPicPr>
          <p:cNvPr id="11" name="Picture 10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3986" y="3936379"/>
            <a:ext cx="738250" cy="73825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2872" y="3859480"/>
            <a:ext cx="738250" cy="738250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F9B35D5-883A-CDF5-F2A8-C7416F231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Цикли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Съвети за цикъл </a:t>
            </a:r>
            <a:r>
              <a:rPr lang="en-US" dirty="0">
                <a:latin typeface="Comfortaa" pitchFamily="2" charset="0"/>
                <a:cs typeface="Consolas" pitchFamily="49" charset="0"/>
              </a:rPr>
              <a:t>for [2/2]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981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Ползвайте </a:t>
            </a:r>
            <a:r>
              <a:rPr lang="en-US" sz="36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continue</a:t>
            </a:r>
            <a:r>
              <a:rPr lang="en-US" sz="3600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за тестове в началото на цикъл, за да избегнете вмъкнати </a:t>
            </a:r>
            <a:r>
              <a:rPr lang="en-US" sz="36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if</a:t>
            </a:r>
            <a:r>
              <a:rPr lang="en-US" sz="3600" dirty="0">
                <a:latin typeface="Comfortaa" pitchFamily="2" charset="0"/>
              </a:rPr>
              <a:t>-</a:t>
            </a:r>
            <a:r>
              <a:rPr lang="bg-BG" sz="3600" dirty="0" err="1">
                <a:latin typeface="Comfortaa" pitchFamily="2" charset="0"/>
              </a:rPr>
              <a:t>ове</a:t>
            </a:r>
            <a:endParaRPr lang="en-US" sz="3600" dirty="0">
              <a:solidFill>
                <a:schemeClr val="tx2">
                  <a:lumMod val="90000"/>
                </a:schemeClr>
              </a:solidFill>
              <a:latin typeface="Comfortaa" pitchFamily="2" charset="0"/>
            </a:endParaRPr>
          </a:p>
          <a:p>
            <a:r>
              <a:rPr lang="bg-BG" sz="3600" dirty="0">
                <a:latin typeface="Comfortaa" pitchFamily="2" charset="0"/>
              </a:rPr>
              <a:t>Избягвайте цикли с много команди </a:t>
            </a:r>
            <a:r>
              <a:rPr lang="en-US" sz="36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break</a:t>
            </a:r>
            <a:r>
              <a:rPr lang="bg-BG" sz="3600" dirty="0">
                <a:latin typeface="Comfortaa" pitchFamily="2" charset="0"/>
              </a:rPr>
              <a:t> в тях</a:t>
            </a:r>
            <a:endParaRPr lang="en-US" sz="3600" dirty="0">
              <a:latin typeface="Comfortaa" pitchFamily="2" charset="0"/>
            </a:endParaRPr>
          </a:p>
          <a:p>
            <a:r>
              <a:rPr lang="bg-BG" sz="3600" dirty="0">
                <a:latin typeface="Comfortaa" pitchFamily="2" charset="0"/>
              </a:rPr>
              <a:t>Бъдете внимателни когато ползвате </a:t>
            </a:r>
            <a:r>
              <a:rPr lang="en-US" sz="36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break</a:t>
            </a:r>
            <a:r>
              <a:rPr lang="en-US" sz="36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и </a:t>
            </a:r>
            <a:r>
              <a:rPr lang="en-US" sz="36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continue</a:t>
            </a:r>
            <a:endParaRPr lang="en-US" sz="3600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Цикли: </a:t>
            </a:r>
            <a:r>
              <a:rPr lang="en-US" dirty="0">
                <a:latin typeface="Comfortaa" pitchFamily="2" charset="0"/>
              </a:rPr>
              <a:t>Break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en-US" dirty="0">
                <a:latin typeface="Comfortaa" pitchFamily="2" charset="0"/>
              </a:rPr>
              <a:t>Continue</a:t>
            </a:r>
            <a:endParaRPr lang="en-US" dirty="0">
              <a:latin typeface="Comfortaa" pitchFamily="2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305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91879"/>
            <a:ext cx="10515600" cy="43513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Опитвайте да направите циклите 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толкова кратки</a:t>
            </a:r>
            <a:r>
              <a:rPr lang="bg-BG" dirty="0">
                <a:latin typeface="Comfortaa" pitchFamily="2" charset="0"/>
              </a:rPr>
              <a:t>, че да се виждат  наведнъж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на един екран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r>
              <a:rPr lang="bg-BG" dirty="0">
                <a:latin typeface="Comfortaa" pitchFamily="2" charset="0"/>
              </a:rPr>
              <a:t>Ползвайте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методи</a:t>
            </a:r>
            <a:r>
              <a:rPr lang="bg-BG" dirty="0">
                <a:latin typeface="Comfortaa" pitchFamily="2" charset="0"/>
              </a:rPr>
              <a:t> да съкратите тялото на цикъла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Правете дългите цикли особено ясни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Избягвайте многократното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влагане на цикли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1379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Колко дълъг трябва да е един цикъл</a:t>
            </a:r>
            <a:r>
              <a:rPr lang="en-US" sz="3600" dirty="0">
                <a:latin typeface="Comfortaa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36628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608" y="1546554"/>
            <a:ext cx="10880437" cy="4682053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Ползвайте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когато това би подобрило четливостта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Ползвайте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за да избегнете многократното влагане</a:t>
            </a:r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pPr>
              <a:spcBef>
                <a:spcPts val="1800"/>
              </a:spcBef>
            </a:pPr>
            <a:r>
              <a:rPr lang="bg-BG" sz="2400" dirty="0">
                <a:latin typeface="Comfortaa" pitchFamily="2" charset="0"/>
              </a:rPr>
              <a:t>Избягвайте честата употреба на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return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в дълги методи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Изразът </a:t>
            </a:r>
            <a:r>
              <a:rPr lang="en-US" dirty="0">
                <a:latin typeface="Comfortaa" pitchFamily="2" charset="0"/>
              </a:rPr>
              <a:t>Return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91190" y="2635895"/>
            <a:ext cx="4844155" cy="286232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ParseString(string str)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(string != null)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// Lots of code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17783" y="2635604"/>
            <a:ext cx="5083026" cy="286232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ParseString(string str)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(string == null)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// Lots of code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 </a:t>
            </a:r>
          </a:p>
        </p:txBody>
      </p:sp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1487" y="3707235"/>
            <a:ext cx="719060" cy="71906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58351" y="3648965"/>
            <a:ext cx="729674" cy="729674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526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0036" y="1719944"/>
            <a:ext cx="9293221" cy="2282042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Избягвайте командата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goto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bg-BG" sz="2400" dirty="0">
                <a:latin typeface="Comfortaa" pitchFamily="2" charset="0"/>
              </a:rPr>
              <a:t>защото тя може да доведе до „спагети код“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Ползвайте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goto</a:t>
            </a:r>
            <a:r>
              <a:rPr lang="bg-BG" sz="2400" noProof="1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само в краен случай</a:t>
            </a:r>
            <a:endParaRPr lang="en-US" sz="24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Ако прави кода по-лесен за поддръжка</a:t>
            </a:r>
            <a:endParaRPr lang="en-US" sz="2000" dirty="0">
              <a:latin typeface="Comfortaa" pitchFamily="2" charset="0"/>
            </a:endParaRPr>
          </a:p>
          <a:p>
            <a:r>
              <a:rPr lang="en-US" sz="2400" dirty="0">
                <a:latin typeface="Comfortaa" pitchFamily="2" charset="0"/>
              </a:rPr>
              <a:t>C# </a:t>
            </a:r>
            <a:r>
              <a:rPr lang="bg-BG" sz="2400" dirty="0">
                <a:latin typeface="Comfortaa" pitchFamily="2" charset="0"/>
              </a:rPr>
              <a:t>поддържа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goto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с етикети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но го избягвайте</a:t>
            </a:r>
            <a:r>
              <a:rPr lang="en-US" sz="2400" dirty="0">
                <a:latin typeface="Comfortaa" pitchFamily="2" charset="0"/>
              </a:rPr>
              <a:t>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36" y="590756"/>
            <a:ext cx="9506197" cy="935223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GOTO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B9B5A6-501A-B7DF-DA5B-06E78308C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5982" y="4103070"/>
            <a:ext cx="7597275" cy="209288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endParaRPr lang="bg-BG" sz="2800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800" noProof="1">
                <a:solidFill>
                  <a:schemeClr val="bg1"/>
                </a:solidFill>
                <a:latin typeface="Consolas" panose="020B0609020204030204" pitchFamily="49" charset="0"/>
              </a:rPr>
              <a:t>Edsger Dijkstra</a:t>
            </a:r>
            <a:endParaRPr lang="en-US" sz="2800" dirty="0">
              <a:solidFill>
                <a:schemeClr val="bg1"/>
              </a:solidFill>
              <a:latin typeface="Consolas" panose="020B0609020204030204" pitchFamily="49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"A Case Against the GOTO Statement</a:t>
            </a:r>
            <a:r>
              <a:rPr lang="bg-BG" sz="2800" dirty="0">
                <a:solidFill>
                  <a:schemeClr val="bg1"/>
                </a:solidFill>
                <a:latin typeface="Consolas" panose="020B0609020204030204" pitchFamily="49" charset="0"/>
              </a:rPr>
              <a:t>"</a:t>
            </a:r>
            <a:endParaRPr lang="en-US" sz="2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bg-BG" sz="1400" dirty="0"/>
              <a:t>Източник: </a:t>
            </a:r>
            <a:r>
              <a:rPr lang="en-US" sz="1400" dirty="0">
                <a:hlinkClick r:id="rId2"/>
              </a:rPr>
              <a:t>http://www.cs.utexas.edu/users/EWD/transcriptions/EWD02xx/EWD215.html</a:t>
            </a:r>
            <a:endParaRPr lang="bg-BG" sz="1400" dirty="0"/>
          </a:p>
          <a:p>
            <a:endParaRPr lang="en-US" sz="3200" noProof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DF21D38-239A-5B22-2390-B7A2373E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036" y="4103070"/>
            <a:ext cx="1695946" cy="2097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929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Праволинеен код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Подреждайте методите според тяхната зависимост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Команди за цикли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Дръжте изразите и командите прости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Ползвайте подходящи структури за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контрол на реда на действията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ползвайте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goto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200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1206</Words>
  <Application>Microsoft Office PowerPoint</Application>
  <PresentationFormat>Widescreen</PresentationFormat>
  <Paragraphs>252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Comfortaa</vt:lpstr>
      <vt:lpstr>Consolas</vt:lpstr>
      <vt:lpstr>Office Theme</vt:lpstr>
      <vt:lpstr>Използване на цикли и други команди</vt:lpstr>
      <vt:lpstr>Съдържание</vt:lpstr>
      <vt:lpstr>Праволинеен код [1/2]</vt:lpstr>
      <vt:lpstr>Праволинеен код [2/2]</vt:lpstr>
      <vt:lpstr>Примери за праволинеен код [1/2] </vt:lpstr>
      <vt:lpstr>Примери за праволинеен код [2/2] </vt:lpstr>
      <vt:lpstr>Използване на цикли</vt:lpstr>
      <vt:lpstr>Цикли: Най-добри практики [1/3]</vt:lpstr>
      <vt:lpstr>Цикли: Най-добри практики [2/3]</vt:lpstr>
      <vt:lpstr>Цикли: Най-добри практики [3/3]</vt:lpstr>
      <vt:lpstr>Цикли: Съвети за цикъл for [1/2]</vt:lpstr>
      <vt:lpstr>Цикли: Съвети за цикъл for [2/2]</vt:lpstr>
      <vt:lpstr>Цикли: Break и Continue</vt:lpstr>
      <vt:lpstr>Колко дълъг трябва да е един цикъл?</vt:lpstr>
      <vt:lpstr>Изразът Return</vt:lpstr>
      <vt:lpstr>GOTO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2023-02-22T13:42:55Z</dcterms:modified>
</cp:coreProperties>
</file>