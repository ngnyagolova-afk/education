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8" r:id="rId2"/>
    <p:sldId id="571" r:id="rId3"/>
    <p:sldId id="544" r:id="rId4"/>
    <p:sldId id="545" r:id="rId5"/>
    <p:sldId id="546" r:id="rId6"/>
    <p:sldId id="547" r:id="rId7"/>
    <p:sldId id="548" r:id="rId8"/>
    <p:sldId id="549" r:id="rId9"/>
    <p:sldId id="550" r:id="rId10"/>
    <p:sldId id="551" r:id="rId11"/>
    <p:sldId id="553" r:id="rId12"/>
    <p:sldId id="554" r:id="rId13"/>
    <p:sldId id="555" r:id="rId14"/>
    <p:sldId id="556" r:id="rId15"/>
    <p:sldId id="557" r:id="rId16"/>
    <p:sldId id="558" r:id="rId17"/>
    <p:sldId id="559" r:id="rId18"/>
    <p:sldId id="590" r:id="rId19"/>
    <p:sldId id="5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3"/>
            <p14:sldId id="554"/>
            <p14:sldId id="555"/>
            <p14:sldId id="556"/>
            <p14:sldId id="557"/>
            <p14:sldId id="558"/>
            <p14:sldId id="559"/>
          </p14:sldIdLst>
        </p14:section>
        <p14:section name="Заключение" id="{9315BEE7-605C-4839-996A-A4EEA70921D9}">
          <p14:sldIdLst>
            <p14:sldId id="590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14FCBD-BF23-46D8-8AB3-4F4F85658532}" v="13" dt="2023-02-22T16:50:56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C414FCBD-BF23-46D8-8AB3-4F4F85658532}"/>
    <pc:docChg chg="custSel addSld modSld sldOrd modSection">
      <pc:chgData name="Димитър Минчев" userId="6da192e4-d32c-454b-8615-bbadf07b6639" providerId="ADAL" clId="{C414FCBD-BF23-46D8-8AB3-4F4F85658532}" dt="2023-02-22T16:51:35.995" v="222" actId="20578"/>
      <pc:docMkLst>
        <pc:docMk/>
      </pc:docMkLst>
      <pc:sldChg chg="modSp mod">
        <pc:chgData name="Димитър Минчев" userId="6da192e4-d32c-454b-8615-bbadf07b6639" providerId="ADAL" clId="{C414FCBD-BF23-46D8-8AB3-4F4F85658532}" dt="2023-02-22T16:42:01.892" v="2" actId="6549"/>
        <pc:sldMkLst>
          <pc:docMk/>
          <pc:sldMk cId="2386959723" sldId="258"/>
        </pc:sldMkLst>
        <pc:spChg chg="mod">
          <ac:chgData name="Димитър Минчев" userId="6da192e4-d32c-454b-8615-bbadf07b6639" providerId="ADAL" clId="{C414FCBD-BF23-46D8-8AB3-4F4F85658532}" dt="2023-02-22T16:42:01.892" v="2" actId="6549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C414FCBD-BF23-46D8-8AB3-4F4F85658532}" dt="2023-02-22T16:41:59.897" v="1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4:48.228" v="72" actId="113"/>
        <pc:sldMkLst>
          <pc:docMk/>
          <pc:sldMk cId="2442195103" sldId="544"/>
        </pc:sldMkLst>
        <pc:spChg chg="del mod">
          <ac:chgData name="Димитър Минчев" userId="6da192e4-d32c-454b-8615-bbadf07b6639" providerId="ADAL" clId="{C414FCBD-BF23-46D8-8AB3-4F4F85658532}" dt="2023-02-22T16:43:11.425" v="28" actId="478"/>
          <ac:spMkLst>
            <pc:docMk/>
            <pc:sldMk cId="2442195103" sldId="5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2:42.854" v="16" actId="2711"/>
          <ac:spMkLst>
            <pc:docMk/>
            <pc:sldMk cId="2442195103" sldId="544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4:48.228" v="72" actId="113"/>
          <ac:spMkLst>
            <pc:docMk/>
            <pc:sldMk cId="2442195103" sldId="544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3:03.475" v="25" actId="478"/>
          <ac:spMkLst>
            <pc:docMk/>
            <pc:sldMk cId="2442195103" sldId="544"/>
            <ac:spMk id="8" creationId="{28DAC4A5-203C-4A7A-BCD7-981DE6D061F9}"/>
          </ac:spMkLst>
        </pc:spChg>
        <pc:picChg chg="del">
          <ac:chgData name="Димитър Минчев" userId="6da192e4-d32c-454b-8615-bbadf07b6639" providerId="ADAL" clId="{C414FCBD-BF23-46D8-8AB3-4F4F85658532}" dt="2023-02-22T16:42:46.651" v="18" actId="478"/>
          <ac:picMkLst>
            <pc:docMk/>
            <pc:sldMk cId="2442195103" sldId="544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414FCBD-BF23-46D8-8AB3-4F4F85658532}" dt="2023-02-22T16:44:18.988" v="61" actId="255"/>
        <pc:sldMkLst>
          <pc:docMk/>
          <pc:sldMk cId="3427385109" sldId="545"/>
        </pc:sldMkLst>
        <pc:spChg chg="mod">
          <ac:chgData name="Димитър Минчев" userId="6da192e4-d32c-454b-8615-bbadf07b6639" providerId="ADAL" clId="{C414FCBD-BF23-46D8-8AB3-4F4F85658532}" dt="2023-02-22T16:44:18.988" v="61" actId="255"/>
          <ac:spMkLst>
            <pc:docMk/>
            <pc:sldMk cId="3427385109" sldId="5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3:52.512" v="49" actId="113"/>
          <ac:spMkLst>
            <pc:docMk/>
            <pc:sldMk cId="3427385109" sldId="54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3:54.748" v="50" actId="478"/>
          <ac:spMkLst>
            <pc:docMk/>
            <pc:sldMk cId="3427385109" sldId="545"/>
            <ac:spMk id="6" creationId="{04E19580-8DD7-49E3-AB9D-941D6E7D28E1}"/>
          </ac:spMkLst>
        </pc:spChg>
        <pc:picChg chg="del">
          <ac:chgData name="Димитър Минчев" userId="6da192e4-d32c-454b-8615-bbadf07b6639" providerId="ADAL" clId="{C414FCBD-BF23-46D8-8AB3-4F4F85658532}" dt="2023-02-22T16:43:33.612" v="45" actId="478"/>
          <ac:picMkLst>
            <pc:docMk/>
            <pc:sldMk cId="3427385109" sldId="545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414FCBD-BF23-46D8-8AB3-4F4F85658532}" dt="2023-02-22T16:44:53.173" v="73" actId="113"/>
        <pc:sldMkLst>
          <pc:docMk/>
          <pc:sldMk cId="3465312663" sldId="546"/>
        </pc:sldMkLst>
        <pc:spChg chg="del">
          <ac:chgData name="Димитър Минчев" userId="6da192e4-d32c-454b-8615-bbadf07b6639" providerId="ADAL" clId="{C414FCBD-BF23-46D8-8AB3-4F4F85658532}" dt="2023-02-22T16:44:23.855" v="62" actId="478"/>
          <ac:spMkLst>
            <pc:docMk/>
            <pc:sldMk cId="3465312663" sldId="54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4:53.173" v="73" actId="113"/>
          <ac:spMkLst>
            <pc:docMk/>
            <pc:sldMk cId="3465312663" sldId="54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2:31.465" v="5"/>
          <ac:spMkLst>
            <pc:docMk/>
            <pc:sldMk cId="3465312663" sldId="546"/>
            <ac:spMk id="5" creationId="{551CA15B-B001-45DC-B0EA-F2690662D30B}"/>
          </ac:spMkLst>
        </pc:spChg>
        <pc:spChg chg="add del mod">
          <ac:chgData name="Димитър Минчев" userId="6da192e4-d32c-454b-8615-bbadf07b6639" providerId="ADAL" clId="{C414FCBD-BF23-46D8-8AB3-4F4F85658532}" dt="2023-02-22T16:44:25.325" v="63" actId="478"/>
          <ac:spMkLst>
            <pc:docMk/>
            <pc:sldMk cId="3465312663" sldId="546"/>
            <ac:spMk id="6" creationId="{45FD364B-C8EE-49A6-285D-C62C7F181301}"/>
          </ac:spMkLst>
        </pc:spChg>
        <pc:spChg chg="add mod">
          <ac:chgData name="Димитър Минчев" userId="6da192e4-d32c-454b-8615-bbadf07b6639" providerId="ADAL" clId="{C414FCBD-BF23-46D8-8AB3-4F4F85658532}" dt="2023-02-22T16:44:28.878" v="65" actId="20577"/>
          <ac:spMkLst>
            <pc:docMk/>
            <pc:sldMk cId="3465312663" sldId="546"/>
            <ac:spMk id="7" creationId="{C83FEBF4-44DF-7E42-70C5-989B2DC3B5F7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45:43.143" v="89" actId="113"/>
        <pc:sldMkLst>
          <pc:docMk/>
          <pc:sldMk cId="954871577" sldId="547"/>
        </pc:sldMkLst>
        <pc:spChg chg="del">
          <ac:chgData name="Димитър Минчев" userId="6da192e4-d32c-454b-8615-bbadf07b6639" providerId="ADAL" clId="{C414FCBD-BF23-46D8-8AB3-4F4F85658532}" dt="2023-02-22T16:44:57.688" v="74" actId="478"/>
          <ac:spMkLst>
            <pc:docMk/>
            <pc:sldMk cId="954871577" sldId="5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5:43.143" v="89" actId="113"/>
          <ac:spMkLst>
            <pc:docMk/>
            <pc:sldMk cId="954871577" sldId="54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2:31.465" v="5"/>
          <ac:spMkLst>
            <pc:docMk/>
            <pc:sldMk cId="954871577" sldId="547"/>
            <ac:spMk id="5" creationId="{D1A7DD77-FFA9-433F-9840-C9546C96BA54}"/>
          </ac:spMkLst>
        </pc:spChg>
        <pc:spChg chg="add del mod">
          <ac:chgData name="Димитър Минчев" userId="6da192e4-d32c-454b-8615-bbadf07b6639" providerId="ADAL" clId="{C414FCBD-BF23-46D8-8AB3-4F4F85658532}" dt="2023-02-22T16:44:59.541" v="75" actId="478"/>
          <ac:spMkLst>
            <pc:docMk/>
            <pc:sldMk cId="954871577" sldId="547"/>
            <ac:spMk id="6" creationId="{F27F1D98-B3CB-EF60-2FDF-A0DBAEED4E1F}"/>
          </ac:spMkLst>
        </pc:spChg>
        <pc:spChg chg="add mod">
          <ac:chgData name="Димитър Минчев" userId="6da192e4-d32c-454b-8615-bbadf07b6639" providerId="ADAL" clId="{C414FCBD-BF23-46D8-8AB3-4F4F85658532}" dt="2023-02-22T16:45:02.716" v="77" actId="20577"/>
          <ac:spMkLst>
            <pc:docMk/>
            <pc:sldMk cId="954871577" sldId="547"/>
            <ac:spMk id="7" creationId="{09C88DD0-6D48-C56F-6DE3-A4D8896FF746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6:39.404" v="115" actId="113"/>
        <pc:sldMkLst>
          <pc:docMk/>
          <pc:sldMk cId="3938283539" sldId="548"/>
        </pc:sldMkLst>
        <pc:spChg chg="mod">
          <ac:chgData name="Димитър Минчев" userId="6da192e4-d32c-454b-8615-bbadf07b6639" providerId="ADAL" clId="{C414FCBD-BF23-46D8-8AB3-4F4F85658532}" dt="2023-02-22T16:46:02.387" v="103" actId="404"/>
          <ac:spMkLst>
            <pc:docMk/>
            <pc:sldMk cId="3938283539" sldId="54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6:39.404" v="115" actId="113"/>
          <ac:spMkLst>
            <pc:docMk/>
            <pc:sldMk cId="3938283539" sldId="54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6:08.477" v="104" actId="478"/>
          <ac:spMkLst>
            <pc:docMk/>
            <pc:sldMk cId="3938283539" sldId="548"/>
            <ac:spMk id="5" creationId="{38818FEE-69CB-4F1A-AEC2-FD1E7521C59A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46:30.810" v="113" actId="478"/>
        <pc:sldMkLst>
          <pc:docMk/>
          <pc:sldMk cId="2740572868" sldId="549"/>
        </pc:sldMkLst>
        <pc:spChg chg="del">
          <ac:chgData name="Димитър Минчев" userId="6da192e4-d32c-454b-8615-bbadf07b6639" providerId="ADAL" clId="{C414FCBD-BF23-46D8-8AB3-4F4F85658532}" dt="2023-02-22T16:46:13.913" v="105" actId="478"/>
          <ac:spMkLst>
            <pc:docMk/>
            <pc:sldMk cId="2740572868" sldId="54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6:28.903" v="112" actId="113"/>
          <ac:spMkLst>
            <pc:docMk/>
            <pc:sldMk cId="2740572868" sldId="54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6:30.810" v="113" actId="478"/>
          <ac:spMkLst>
            <pc:docMk/>
            <pc:sldMk cId="2740572868" sldId="549"/>
            <ac:spMk id="5" creationId="{CE1286B5-038B-4552-A2A5-70DDC5E1BF99}"/>
          </ac:spMkLst>
        </pc:spChg>
        <pc:spChg chg="add del mod">
          <ac:chgData name="Димитър Минчев" userId="6da192e4-d32c-454b-8615-bbadf07b6639" providerId="ADAL" clId="{C414FCBD-BF23-46D8-8AB3-4F4F85658532}" dt="2023-02-22T16:46:14.718" v="106" actId="478"/>
          <ac:spMkLst>
            <pc:docMk/>
            <pc:sldMk cId="2740572868" sldId="549"/>
            <ac:spMk id="6" creationId="{2D2F09CC-283D-DBED-90CF-B351AD2B9098}"/>
          </ac:spMkLst>
        </pc:spChg>
        <pc:spChg chg="add mod">
          <ac:chgData name="Димитър Минчев" userId="6da192e4-d32c-454b-8615-bbadf07b6639" providerId="ADAL" clId="{C414FCBD-BF23-46D8-8AB3-4F4F85658532}" dt="2023-02-22T16:46:17.375" v="108" actId="20577"/>
          <ac:spMkLst>
            <pc:docMk/>
            <pc:sldMk cId="2740572868" sldId="549"/>
            <ac:spMk id="7" creationId="{FB1284D6-E8F3-A6FE-AE04-EC05281E2F9E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7:19.913" v="127" actId="14100"/>
        <pc:sldMkLst>
          <pc:docMk/>
          <pc:sldMk cId="1801269200" sldId="550"/>
        </pc:sldMkLst>
        <pc:spChg chg="mod">
          <ac:chgData name="Димитър Минчев" userId="6da192e4-d32c-454b-8615-bbadf07b6639" providerId="ADAL" clId="{C414FCBD-BF23-46D8-8AB3-4F4F85658532}" dt="2023-02-22T16:47:19.913" v="127" actId="14100"/>
          <ac:spMkLst>
            <pc:docMk/>
            <pc:sldMk cId="1801269200" sldId="55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7:16.369" v="125" actId="1076"/>
          <ac:spMkLst>
            <pc:docMk/>
            <pc:sldMk cId="1801269200" sldId="55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7:17.956" v="126" actId="478"/>
          <ac:spMkLst>
            <pc:docMk/>
            <pc:sldMk cId="1801269200" sldId="550"/>
            <ac:spMk id="5" creationId="{14DE0DE7-9B12-40A2-996C-221AD787BA38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7:49.942" v="143" actId="20577"/>
        <pc:sldMkLst>
          <pc:docMk/>
          <pc:sldMk cId="814814659" sldId="551"/>
        </pc:sldMkLst>
        <pc:spChg chg="mod">
          <ac:chgData name="Димитър Минчев" userId="6da192e4-d32c-454b-8615-bbadf07b6639" providerId="ADAL" clId="{C414FCBD-BF23-46D8-8AB3-4F4F85658532}" dt="2023-02-22T16:47:49.942" v="143" actId="20577"/>
          <ac:spMkLst>
            <pc:docMk/>
            <pc:sldMk cId="814814659" sldId="55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7:43.581" v="136" actId="113"/>
          <ac:spMkLst>
            <pc:docMk/>
            <pc:sldMk cId="814814659" sldId="55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7:45.616" v="137" actId="478"/>
          <ac:spMkLst>
            <pc:docMk/>
            <pc:sldMk cId="814814659" sldId="551"/>
            <ac:spMk id="5" creationId="{E16C8B02-D11A-4308-B74C-023F242F1FAD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48:10.723" v="151" actId="478"/>
        <pc:sldMkLst>
          <pc:docMk/>
          <pc:sldMk cId="3807732481" sldId="553"/>
        </pc:sldMkLst>
        <pc:spChg chg="mod">
          <ac:chgData name="Димитър Минчев" userId="6da192e4-d32c-454b-8615-bbadf07b6639" providerId="ADAL" clId="{C414FCBD-BF23-46D8-8AB3-4F4F85658532}" dt="2023-02-22T16:48:09.063" v="150" actId="113"/>
          <ac:spMkLst>
            <pc:docMk/>
            <pc:sldMk cId="3807732481" sldId="553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414FCBD-BF23-46D8-8AB3-4F4F85658532}" dt="2023-02-22T16:47:57.289" v="145" actId="478"/>
          <ac:spMkLst>
            <pc:docMk/>
            <pc:sldMk cId="3807732481" sldId="553"/>
            <ac:spMk id="4" creationId="{DE5C5329-B65F-B569-5225-25089F2C23B1}"/>
          </ac:spMkLst>
        </pc:spChg>
        <pc:spChg chg="del">
          <ac:chgData name="Димитър Минчев" userId="6da192e4-d32c-454b-8615-bbadf07b6639" providerId="ADAL" clId="{C414FCBD-BF23-46D8-8AB3-4F4F85658532}" dt="2023-02-22T16:47:56.461" v="144" actId="478"/>
          <ac:spMkLst>
            <pc:docMk/>
            <pc:sldMk cId="3807732481" sldId="553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8:10.723" v="151" actId="478"/>
          <ac:spMkLst>
            <pc:docMk/>
            <pc:sldMk cId="3807732481" sldId="553"/>
            <ac:spMk id="6" creationId="{998F24B8-083F-40FC-A800-6DF3A67013F5}"/>
          </ac:spMkLst>
        </pc:spChg>
        <pc:spChg chg="add mod">
          <ac:chgData name="Димитър Минчев" userId="6da192e4-d32c-454b-8615-bbadf07b6639" providerId="ADAL" clId="{C414FCBD-BF23-46D8-8AB3-4F4F85658532}" dt="2023-02-22T16:48:00.202" v="147" actId="20577"/>
          <ac:spMkLst>
            <pc:docMk/>
            <pc:sldMk cId="3807732481" sldId="553"/>
            <ac:spMk id="7" creationId="{1C5FC956-87FC-AB01-F7AC-5B59E579A026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8:42.127" v="165" actId="478"/>
        <pc:sldMkLst>
          <pc:docMk/>
          <pc:sldMk cId="98724632" sldId="554"/>
        </pc:sldMkLst>
        <pc:spChg chg="mod">
          <ac:chgData name="Димитър Минчев" userId="6da192e4-d32c-454b-8615-bbadf07b6639" providerId="ADAL" clId="{C414FCBD-BF23-46D8-8AB3-4F4F85658532}" dt="2023-02-22T16:48:30.589" v="162" actId="207"/>
          <ac:spMkLst>
            <pc:docMk/>
            <pc:sldMk cId="98724632" sldId="55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8:38.390" v="164" actId="113"/>
          <ac:spMkLst>
            <pc:docMk/>
            <pc:sldMk cId="98724632" sldId="55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8:42.127" v="165" actId="478"/>
          <ac:spMkLst>
            <pc:docMk/>
            <pc:sldMk cId="98724632" sldId="554"/>
            <ac:spMk id="5" creationId="{2AF49A20-0DA4-448D-92AE-67637A7BFE70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49:03.390" v="173" actId="113"/>
        <pc:sldMkLst>
          <pc:docMk/>
          <pc:sldMk cId="259076835" sldId="555"/>
        </pc:sldMkLst>
        <pc:spChg chg="del">
          <ac:chgData name="Димитър Минчев" userId="6da192e4-d32c-454b-8615-bbadf07b6639" providerId="ADAL" clId="{C414FCBD-BF23-46D8-8AB3-4F4F85658532}" dt="2023-02-22T16:48:49.303" v="166" actId="478"/>
          <ac:spMkLst>
            <pc:docMk/>
            <pc:sldMk cId="259076835" sldId="55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9:03.390" v="173" actId="113"/>
          <ac:spMkLst>
            <pc:docMk/>
            <pc:sldMk cId="259076835" sldId="55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2:31.465" v="5"/>
          <ac:spMkLst>
            <pc:docMk/>
            <pc:sldMk cId="259076835" sldId="555"/>
            <ac:spMk id="5" creationId="{0194EC61-8EF1-474F-AB86-96F856F61534}"/>
          </ac:spMkLst>
        </pc:spChg>
        <pc:spChg chg="add del mod">
          <ac:chgData name="Димитър Минчев" userId="6da192e4-d32c-454b-8615-bbadf07b6639" providerId="ADAL" clId="{C414FCBD-BF23-46D8-8AB3-4F4F85658532}" dt="2023-02-22T16:48:50.237" v="167" actId="478"/>
          <ac:spMkLst>
            <pc:docMk/>
            <pc:sldMk cId="259076835" sldId="555"/>
            <ac:spMk id="6" creationId="{3B60A2CB-F872-C9B0-DB01-42C45A045CAC}"/>
          </ac:spMkLst>
        </pc:spChg>
        <pc:spChg chg="add mod">
          <ac:chgData name="Димитър Минчев" userId="6da192e4-d32c-454b-8615-bbadf07b6639" providerId="ADAL" clId="{C414FCBD-BF23-46D8-8AB3-4F4F85658532}" dt="2023-02-22T16:48:53.367" v="169" actId="20577"/>
          <ac:spMkLst>
            <pc:docMk/>
            <pc:sldMk cId="259076835" sldId="555"/>
            <ac:spMk id="7" creationId="{22B12E1A-017C-D141-366C-5F645B57B513}"/>
          </ac:spMkLst>
        </pc:spChg>
      </pc:sldChg>
      <pc:sldChg chg="delSp modSp add mod">
        <pc:chgData name="Димитър Минчев" userId="6da192e4-d32c-454b-8615-bbadf07b6639" providerId="ADAL" clId="{C414FCBD-BF23-46D8-8AB3-4F4F85658532}" dt="2023-02-22T16:49:34.860" v="183" actId="478"/>
        <pc:sldMkLst>
          <pc:docMk/>
          <pc:sldMk cId="2058185217" sldId="556"/>
        </pc:sldMkLst>
        <pc:spChg chg="mod">
          <ac:chgData name="Димитър Минчев" userId="6da192e4-d32c-454b-8615-bbadf07b6639" providerId="ADAL" clId="{C414FCBD-BF23-46D8-8AB3-4F4F85658532}" dt="2023-02-22T16:49:25.349" v="180" actId="2711"/>
          <ac:spMkLst>
            <pc:docMk/>
            <pc:sldMk cId="2058185217" sldId="55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9:32.828" v="182" actId="113"/>
          <ac:spMkLst>
            <pc:docMk/>
            <pc:sldMk cId="2058185217" sldId="55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9:34.860" v="183" actId="478"/>
          <ac:spMkLst>
            <pc:docMk/>
            <pc:sldMk cId="2058185217" sldId="556"/>
            <ac:spMk id="5" creationId="{6CCE28AC-E867-465B-8BED-8F1D1C45CDCF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50:00.466" v="191" actId="20577"/>
        <pc:sldMkLst>
          <pc:docMk/>
          <pc:sldMk cId="3021900023" sldId="557"/>
        </pc:sldMkLst>
        <pc:spChg chg="del">
          <ac:chgData name="Димитър Минчев" userId="6da192e4-d32c-454b-8615-bbadf07b6639" providerId="ADAL" clId="{C414FCBD-BF23-46D8-8AB3-4F4F85658532}" dt="2023-02-22T16:49:40.403" v="184" actId="478"/>
          <ac:spMkLst>
            <pc:docMk/>
            <pc:sldMk cId="3021900023" sldId="55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49:54.348" v="190" actId="113"/>
          <ac:spMkLst>
            <pc:docMk/>
            <pc:sldMk cId="3021900023" sldId="55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49:43.825" v="187" actId="478"/>
          <ac:spMkLst>
            <pc:docMk/>
            <pc:sldMk cId="3021900023" sldId="557"/>
            <ac:spMk id="5" creationId="{291213AE-1A0F-42A7-A6D3-C5ADDE33DF16}"/>
          </ac:spMkLst>
        </pc:spChg>
        <pc:spChg chg="add del mod">
          <ac:chgData name="Димитър Минчев" userId="6da192e4-d32c-454b-8615-bbadf07b6639" providerId="ADAL" clId="{C414FCBD-BF23-46D8-8AB3-4F4F85658532}" dt="2023-02-22T16:49:41.120" v="185" actId="478"/>
          <ac:spMkLst>
            <pc:docMk/>
            <pc:sldMk cId="3021900023" sldId="557"/>
            <ac:spMk id="6" creationId="{183200B0-AC58-04C3-D41D-9319F828F7F0}"/>
          </ac:spMkLst>
        </pc:spChg>
        <pc:spChg chg="add mod">
          <ac:chgData name="Димитър Минчев" userId="6da192e4-d32c-454b-8615-bbadf07b6639" providerId="ADAL" clId="{C414FCBD-BF23-46D8-8AB3-4F4F85658532}" dt="2023-02-22T16:50:00.466" v="191" actId="20577"/>
          <ac:spMkLst>
            <pc:docMk/>
            <pc:sldMk cId="3021900023" sldId="557"/>
            <ac:spMk id="7" creationId="{F7CB95BF-2D71-41CE-29B0-C7CD67306A83}"/>
          </ac:spMkLst>
        </pc:spChg>
      </pc:sldChg>
      <pc:sldChg chg="addSp delSp modSp add mod">
        <pc:chgData name="Димитър Минчев" userId="6da192e4-d32c-454b-8615-bbadf07b6639" providerId="ADAL" clId="{C414FCBD-BF23-46D8-8AB3-4F4F85658532}" dt="2023-02-22T16:50:24.902" v="204" actId="478"/>
        <pc:sldMkLst>
          <pc:docMk/>
          <pc:sldMk cId="2115976708" sldId="558"/>
        </pc:sldMkLst>
        <pc:spChg chg="del">
          <ac:chgData name="Димитър Минчев" userId="6da192e4-d32c-454b-8615-bbadf07b6639" providerId="ADAL" clId="{C414FCBD-BF23-46D8-8AB3-4F4F85658532}" dt="2023-02-22T16:50:07.626" v="194" actId="478"/>
          <ac:spMkLst>
            <pc:docMk/>
            <pc:sldMk cId="2115976708" sldId="55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50:22.605" v="203" actId="113"/>
          <ac:spMkLst>
            <pc:docMk/>
            <pc:sldMk cId="2115976708" sldId="558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414FCBD-BF23-46D8-8AB3-4F4F85658532}" dt="2023-02-22T16:50:08.555" v="195" actId="478"/>
          <ac:spMkLst>
            <pc:docMk/>
            <pc:sldMk cId="2115976708" sldId="558"/>
            <ac:spMk id="6" creationId="{DE3F3D99-5B96-2D26-C0D0-69D14DE71B98}"/>
          </ac:spMkLst>
        </pc:spChg>
        <pc:spChg chg="del mod">
          <ac:chgData name="Димитър Минчев" userId="6da192e4-d32c-454b-8615-bbadf07b6639" providerId="ADAL" clId="{C414FCBD-BF23-46D8-8AB3-4F4F85658532}" dt="2023-02-22T16:50:24.902" v="204" actId="478"/>
          <ac:spMkLst>
            <pc:docMk/>
            <pc:sldMk cId="2115976708" sldId="558"/>
            <ac:spMk id="7" creationId="{FD158075-25ED-48B8-89AD-3DD4094BBFB0}"/>
          </ac:spMkLst>
        </pc:spChg>
        <pc:spChg chg="add mod">
          <ac:chgData name="Димитър Минчев" userId="6da192e4-d32c-454b-8615-bbadf07b6639" providerId="ADAL" clId="{C414FCBD-BF23-46D8-8AB3-4F4F85658532}" dt="2023-02-22T16:50:13.026" v="199" actId="20577"/>
          <ac:spMkLst>
            <pc:docMk/>
            <pc:sldMk cId="2115976708" sldId="558"/>
            <ac:spMk id="8" creationId="{B702B20C-E8DB-6FD2-FEB5-EE1B3715A69F}"/>
          </ac:spMkLst>
        </pc:spChg>
        <pc:picChg chg="del">
          <ac:chgData name="Димитър Минчев" userId="6da192e4-d32c-454b-8615-bbadf07b6639" providerId="ADAL" clId="{C414FCBD-BF23-46D8-8AB3-4F4F85658532}" dt="2023-02-22T16:50:06.106" v="193" actId="478"/>
          <ac:picMkLst>
            <pc:docMk/>
            <pc:sldMk cId="2115976708" sldId="558"/>
            <ac:picMk id="5" creationId="{00000000-0000-0000-0000-000000000000}"/>
          </ac:picMkLst>
        </pc:picChg>
        <pc:picChg chg="del">
          <ac:chgData name="Димитър Минчев" userId="6da192e4-d32c-454b-8615-bbadf07b6639" providerId="ADAL" clId="{C414FCBD-BF23-46D8-8AB3-4F4F85658532}" dt="2023-02-22T16:50:05.540" v="192" actId="478"/>
          <ac:picMkLst>
            <pc:docMk/>
            <pc:sldMk cId="2115976708" sldId="558"/>
            <ac:picMk id="1026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414FCBD-BF23-46D8-8AB3-4F4F85658532}" dt="2023-02-22T16:50:52.861" v="214" actId="478"/>
        <pc:sldMkLst>
          <pc:docMk/>
          <pc:sldMk cId="3025380486" sldId="559"/>
        </pc:sldMkLst>
        <pc:spChg chg="del">
          <ac:chgData name="Димитър Минчев" userId="6da192e4-d32c-454b-8615-bbadf07b6639" providerId="ADAL" clId="{C414FCBD-BF23-46D8-8AB3-4F4F85658532}" dt="2023-02-22T16:50:31.055" v="205" actId="478"/>
          <ac:spMkLst>
            <pc:docMk/>
            <pc:sldMk cId="3025380486" sldId="55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50:49.925" v="213" actId="113"/>
          <ac:spMkLst>
            <pc:docMk/>
            <pc:sldMk cId="3025380486" sldId="55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50:52.861" v="214" actId="478"/>
          <ac:spMkLst>
            <pc:docMk/>
            <pc:sldMk cId="3025380486" sldId="559"/>
            <ac:spMk id="5" creationId="{8DE3C0BC-4E2D-40C7-81B2-B0DD407D8A1B}"/>
          </ac:spMkLst>
        </pc:spChg>
        <pc:spChg chg="add del mod">
          <ac:chgData name="Димитър Минчев" userId="6da192e4-d32c-454b-8615-bbadf07b6639" providerId="ADAL" clId="{C414FCBD-BF23-46D8-8AB3-4F4F85658532}" dt="2023-02-22T16:50:31.725" v="206" actId="478"/>
          <ac:spMkLst>
            <pc:docMk/>
            <pc:sldMk cId="3025380486" sldId="559"/>
            <ac:spMk id="6" creationId="{90A8E31B-BE8E-0345-2CC8-6E72AF8E1209}"/>
          </ac:spMkLst>
        </pc:spChg>
        <pc:spChg chg="add mod">
          <ac:chgData name="Димитър Минчев" userId="6da192e4-d32c-454b-8615-bbadf07b6639" providerId="ADAL" clId="{C414FCBD-BF23-46D8-8AB3-4F4F85658532}" dt="2023-02-22T16:50:32.657" v="207"/>
          <ac:spMkLst>
            <pc:docMk/>
            <pc:sldMk cId="3025380486" sldId="559"/>
            <ac:spMk id="7" creationId="{FC78F15F-5F70-0429-EF8B-7F19D34DD4C6}"/>
          </ac:spMkLst>
        </pc:spChg>
      </pc:sldChg>
      <pc:sldChg chg="modSp mod">
        <pc:chgData name="Димитър Минчев" userId="6da192e4-d32c-454b-8615-bbadf07b6639" providerId="ADAL" clId="{C414FCBD-BF23-46D8-8AB3-4F4F85658532}" dt="2023-02-22T16:42:15.597" v="4" actId="1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C414FCBD-BF23-46D8-8AB3-4F4F85658532}" dt="2023-02-22T16:42:15.597" v="4" actId="15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 ord">
        <pc:chgData name="Димитър Минчев" userId="6da192e4-d32c-454b-8615-bbadf07b6639" providerId="ADAL" clId="{C414FCBD-BF23-46D8-8AB3-4F4F85658532}" dt="2023-02-22T16:51:35.995" v="222" actId="20578"/>
        <pc:sldMkLst>
          <pc:docMk/>
          <pc:sldMk cId="3314033621" sldId="590"/>
        </pc:sldMkLst>
        <pc:spChg chg="mod">
          <ac:chgData name="Димитър Минчев" userId="6da192e4-d32c-454b-8615-bbadf07b6639" providerId="ADAL" clId="{C414FCBD-BF23-46D8-8AB3-4F4F85658532}" dt="2023-02-22T16:51:13.239" v="220" actId="1076"/>
          <ac:spMkLst>
            <pc:docMk/>
            <pc:sldMk cId="3314033621" sldId="59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414FCBD-BF23-46D8-8AB3-4F4F85658532}" dt="2023-02-22T16:51:20.456" v="221" actId="207"/>
          <ac:spMkLst>
            <pc:docMk/>
            <pc:sldMk cId="3314033621" sldId="59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414FCBD-BF23-46D8-8AB3-4F4F85658532}" dt="2023-02-22T16:51:03.168" v="217" actId="478"/>
          <ac:spMkLst>
            <pc:docMk/>
            <pc:sldMk cId="3314033621" sldId="590"/>
            <ac:spMk id="7" creationId="{B1E0F8D2-B55D-4FD1-9E9D-DE95054773DA}"/>
          </ac:spMkLst>
        </pc:spChg>
        <pc:picChg chg="del">
          <ac:chgData name="Димитър Минчев" userId="6da192e4-d32c-454b-8615-bbadf07b6639" providerId="ADAL" clId="{C414FCBD-BF23-46D8-8AB3-4F4F85658532}" dt="2023-02-22T16:50:56.446" v="215" actId="478"/>
          <ac:picMkLst>
            <pc:docMk/>
            <pc:sldMk cId="3314033621" sldId="590"/>
            <ac:picMk id="6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AAD2F40D-6CD9-4D91-A98B-4030094589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8356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making.com/refactoring/smell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stackoverflow.com/questions/184618/what-is-the-best-comment-in-source-code-you-have-ever-encountered?answertab=vot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Лош програмен код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Или кога е наложителна преработка на кода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bg-BG" sz="3200" dirty="0">
                <a:latin typeface="Comfortaa" pitchFamily="2" charset="0"/>
              </a:rPr>
              <a:t>Видове лош програмен код: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Разводняване (</a:t>
            </a:r>
            <a:r>
              <a:rPr lang="en-US" sz="2800" dirty="0">
                <a:latin typeface="Comfortaa" pitchFamily="2" charset="0"/>
              </a:rPr>
              <a:t>bloaters)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Неясноти (</a:t>
            </a:r>
            <a:r>
              <a:rPr lang="en-US" sz="2800" dirty="0">
                <a:latin typeface="Comfortaa" pitchFamily="2" charset="0"/>
              </a:rPr>
              <a:t>obfuscators)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Злоупотреби на ООП (</a:t>
            </a:r>
            <a:r>
              <a:rPr lang="en-US" sz="2800" dirty="0">
                <a:latin typeface="Comfortaa" pitchFamily="2" charset="0"/>
              </a:rPr>
              <a:t>OO abusers)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Блокажи за промени (</a:t>
            </a:r>
            <a:r>
              <a:rPr lang="en-US" sz="2800" dirty="0">
                <a:latin typeface="Comfortaa" pitchFamily="2" charset="0"/>
              </a:rPr>
              <a:t>change preventers)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Излишества (</a:t>
            </a:r>
            <a:r>
              <a:rPr lang="en-US" sz="2800" dirty="0" err="1">
                <a:latin typeface="Comfortaa" pitchFamily="2" charset="0"/>
              </a:rPr>
              <a:t>dispensables</a:t>
            </a:r>
            <a:r>
              <a:rPr lang="en-US" sz="2800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sz="2800" dirty="0">
                <a:latin typeface="Comfortaa" pitchFamily="2" charset="0"/>
              </a:rPr>
              <a:t>Сглобки (</a:t>
            </a:r>
            <a:r>
              <a:rPr lang="en-US" sz="2800" dirty="0">
                <a:latin typeface="Comfortaa" pitchFamily="2" charset="0"/>
              </a:rPr>
              <a:t>couplers)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Лош програмен код </a:t>
            </a:r>
            <a:r>
              <a:rPr lang="en-US" dirty="0">
                <a:latin typeface="Comfortaa" pitchFamily="2" charset="0"/>
              </a:rPr>
              <a:t>== </a:t>
            </a:r>
            <a:r>
              <a:rPr lang="bg-BG" dirty="0">
                <a:latin typeface="Comfortaa" pitchFamily="2" charset="0"/>
              </a:rPr>
              <a:t>определени структури в кода, които подсказват, че е наложителна преработка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Видове лош програмен код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Разводняване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bloaters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Неясноти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obfuscators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Злоупотреби на ООП (</a:t>
            </a:r>
            <a:r>
              <a:rPr lang="en-US" dirty="0">
                <a:latin typeface="Comfortaa" pitchFamily="2" charset="0"/>
              </a:rPr>
              <a:t>OO abusers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Блокажи за промени (</a:t>
            </a:r>
            <a:r>
              <a:rPr lang="en-US" dirty="0">
                <a:latin typeface="Comfortaa" pitchFamily="2" charset="0"/>
              </a:rPr>
              <a:t>change preventers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noProof="1">
                <a:latin typeface="Comfortaa" pitchFamily="2" charset="0"/>
              </a:rPr>
              <a:t>Излишества (</a:t>
            </a:r>
            <a:r>
              <a:rPr lang="en-US" noProof="1">
                <a:latin typeface="Comfortaa" pitchFamily="2" charset="0"/>
              </a:rPr>
              <a:t>dispensables)</a:t>
            </a: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Сглобки (</a:t>
            </a:r>
            <a:r>
              <a:rPr lang="en-US" dirty="0">
                <a:latin typeface="Comfortaa" pitchFamily="2" charset="0"/>
              </a:rPr>
              <a:t>couplers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latin typeface="Comfortaa" pitchFamily="2" charset="0"/>
                <a:hlinkClick r:id="rId3"/>
              </a:rPr>
              <a:t>https://sourcemaking.com/refactoring/smells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omfortaa" pitchFamily="2" charset="0"/>
              </a:rPr>
              <a:t>Лош програмен код (Code Smells)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19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Дълги методи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По-добре е методите да са по-къси</a:t>
            </a:r>
            <a:r>
              <a:rPr lang="en-US" sz="2000" dirty="0">
                <a:latin typeface="Comfortaa" pitchFamily="2" charset="0"/>
              </a:rPr>
              <a:t> (</a:t>
            </a:r>
            <a:r>
              <a:rPr lang="bg-BG" sz="2000" dirty="0">
                <a:latin typeface="Comfortaa" pitchFamily="2" charset="0"/>
              </a:rPr>
              <a:t>по-лесно именуване, по-разбираеми са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по-малко повторения на код</a:t>
            </a:r>
            <a:r>
              <a:rPr lang="en-US" sz="2000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Големи класове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Твърде много променливи в екземплярите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Нарушават принципа </a:t>
            </a:r>
            <a:r>
              <a:rPr lang="en-US" sz="2000" dirty="0">
                <a:latin typeface="Comfortaa" pitchFamily="2" charset="0"/>
              </a:rPr>
              <a:t>„</a:t>
            </a:r>
            <a:r>
              <a:rPr lang="bg-BG" sz="2000" dirty="0">
                <a:latin typeface="Comfortaa" pitchFamily="2" charset="0"/>
              </a:rPr>
              <a:t>Една-едничка цел</a:t>
            </a:r>
            <a:r>
              <a:rPr lang="en-US" sz="2000" dirty="0">
                <a:latin typeface="Comfortaa" pitchFamily="2" charset="0"/>
              </a:rPr>
              <a:t>" </a:t>
            </a:r>
            <a:r>
              <a:rPr lang="bg-BG" sz="2000" dirty="0">
                <a:latin typeface="Comfortaa" pitchFamily="2" charset="0"/>
              </a:rPr>
              <a:t>(</a:t>
            </a:r>
            <a:r>
              <a:rPr lang="en-US" sz="2000" dirty="0">
                <a:latin typeface="Comfortaa" pitchFamily="2" charset="0"/>
              </a:rPr>
              <a:t>Single Responsibility</a:t>
            </a:r>
            <a:r>
              <a:rPr lang="bg-BG" sz="2000" dirty="0">
                <a:latin typeface="Comfortaa" pitchFamily="2" charset="0"/>
              </a:rPr>
              <a:t>)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Мания за прости данни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за прекаленото им използване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Прекаляване с прости типове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вместо добра абстракция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Може да бъдат обособени в свой клас с вградено валидиране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0247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Лош код</a:t>
            </a:r>
            <a:r>
              <a:rPr lang="en-US" sz="3800" dirty="0">
                <a:latin typeface="Comfortaa" pitchFamily="2" charset="0"/>
              </a:rPr>
              <a:t>: </a:t>
            </a:r>
            <a:r>
              <a:rPr lang="bg-BG" sz="3800" dirty="0">
                <a:latin typeface="Comfortaa" pitchFamily="2" charset="0"/>
              </a:rPr>
              <a:t>Разводнявания (</a:t>
            </a:r>
            <a:r>
              <a:rPr lang="en-US" sz="3800" dirty="0">
                <a:latin typeface="Comfortaa" pitchFamily="2" charset="0"/>
              </a:rPr>
              <a:t>Bloaters</a:t>
            </a:r>
            <a:r>
              <a:rPr lang="bg-BG" sz="3800" dirty="0">
                <a:latin typeface="Comfortaa" pitchFamily="2" charset="0"/>
              </a:rPr>
              <a:t>)</a:t>
            </a:r>
            <a:r>
              <a:rPr lang="en-US" sz="3800" dirty="0">
                <a:latin typeface="Comfortaa" pitchFamily="2" charset="0"/>
              </a:rPr>
              <a:t> [1/3]</a:t>
            </a:r>
          </a:p>
        </p:txBody>
      </p:sp>
    </p:spTree>
    <p:extLst>
      <p:ext uri="{BB962C8B-B14F-4D97-AF65-F5344CB8AC3E}">
        <p14:creationId xmlns:p14="http://schemas.microsoft.com/office/powerpoint/2010/main" val="342738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Дълъг списък с параметри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in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out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ref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Може да подсказва процедурно вместо ОО програмиране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 би методът върши твърде много неща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Групички от данни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Набор от данни, винаги използвани заедно без да са групирани</a:t>
            </a:r>
          </a:p>
          <a:p>
            <a:pPr lvl="1"/>
            <a:r>
              <a:rPr lang="bg-BG" dirty="0">
                <a:latin typeface="Comfortaa" pitchFamily="2" charset="0"/>
              </a:rPr>
              <a:t>Например полетата на кредитна карта в </a:t>
            </a:r>
            <a:r>
              <a:rPr lang="en-US" b="1" dirty="0">
                <a:latin typeface="Comfortaa" pitchFamily="2" charset="0"/>
                <a:cs typeface="Consolas" panose="020B0609020204030204" pitchFamily="49" charset="0"/>
              </a:rPr>
              <a:t>Order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Избухване в комбинации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Напр.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ListCars()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ListByRegion()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ListByManufacturer()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ListByManufacturerAndRegion()</a:t>
            </a:r>
            <a:r>
              <a:rPr lang="bg-BG" noProof="1">
                <a:latin typeface="Comfortaa" pitchFamily="2" charset="0"/>
              </a:rPr>
              <a:t> и т.н.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Решение може да е шаблона</a:t>
            </a:r>
            <a:r>
              <a:rPr lang="en-US" dirty="0">
                <a:latin typeface="Comfortaa" pitchFamily="2" charset="0"/>
              </a:rPr>
              <a:t> Interpreter (LINQ)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551CA15B-B001-45DC-B0EA-F2690662D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3FEBF4-44DF-7E42-70C5-989B2DC3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0247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Лош код</a:t>
            </a:r>
            <a:r>
              <a:rPr lang="en-US" sz="3800" dirty="0">
                <a:latin typeface="Comfortaa" pitchFamily="2" charset="0"/>
              </a:rPr>
              <a:t>: </a:t>
            </a:r>
            <a:r>
              <a:rPr lang="bg-BG" sz="3800" dirty="0">
                <a:latin typeface="Comfortaa" pitchFamily="2" charset="0"/>
              </a:rPr>
              <a:t>Разводнявания (</a:t>
            </a:r>
            <a:r>
              <a:rPr lang="en-US" sz="3800" dirty="0">
                <a:latin typeface="Comfortaa" pitchFamily="2" charset="0"/>
              </a:rPr>
              <a:t>Bloaters</a:t>
            </a:r>
            <a:r>
              <a:rPr lang="bg-BG" sz="3800" dirty="0">
                <a:latin typeface="Comfortaa" pitchFamily="2" charset="0"/>
              </a:rPr>
              <a:t>)</a:t>
            </a:r>
            <a:r>
              <a:rPr lang="en-US" sz="38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346531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Чудати решения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Странни решения на често срещани проблеми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Непоследователност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Заменете алгоритъма или използвайте</a:t>
            </a:r>
            <a:r>
              <a:rPr lang="en-US" dirty="0">
                <a:latin typeface="Comfortaa" pitchFamily="2" charset="0"/>
              </a:rPr>
              <a:t> Adapter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Клас, който нищо не прави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Слейте го с друг клас или го премахнете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Задължителен начален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и/или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завършващ програмен код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Изисква винаги няколко реда код, преди да се ползва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параметър-обект</a:t>
            </a:r>
            <a:r>
              <a:rPr lang="en-US" dirty="0">
                <a:latin typeface="Comfortaa" pitchFamily="2" charset="0"/>
              </a:rPr>
              <a:t>, factory </a:t>
            </a:r>
            <a:r>
              <a:rPr lang="bg-BG" dirty="0">
                <a:latin typeface="Comfortaa" pitchFamily="2" charset="0"/>
              </a:rPr>
              <a:t>метод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noProof="1">
                <a:latin typeface="Comfortaa" pitchFamily="2" charset="0"/>
                <a:cs typeface="Consolas" panose="020B0609020204030204" pitchFamily="49" charset="0"/>
              </a:rPr>
              <a:t>IDisposable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1A7DD77-FFA9-433F-9840-C9546C96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9C88DD0-6D48-C56F-6DE3-A4D8896F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0247" cy="1325563"/>
          </a:xfrm>
        </p:spPr>
        <p:txBody>
          <a:bodyPr>
            <a:normAutofit/>
          </a:bodyPr>
          <a:lstStyle/>
          <a:p>
            <a:r>
              <a:rPr lang="bg-BG" sz="3800" dirty="0">
                <a:latin typeface="Comfortaa" pitchFamily="2" charset="0"/>
              </a:rPr>
              <a:t>Лош код</a:t>
            </a:r>
            <a:r>
              <a:rPr lang="en-US" sz="3800" dirty="0">
                <a:latin typeface="Comfortaa" pitchFamily="2" charset="0"/>
              </a:rPr>
              <a:t>: </a:t>
            </a:r>
            <a:r>
              <a:rPr lang="bg-BG" sz="3800" dirty="0">
                <a:latin typeface="Comfortaa" pitchFamily="2" charset="0"/>
              </a:rPr>
              <a:t>Разводнявания (</a:t>
            </a:r>
            <a:r>
              <a:rPr lang="en-US" sz="3800" dirty="0">
                <a:latin typeface="Comfortaa" pitchFamily="2" charset="0"/>
              </a:rPr>
              <a:t>Bloaters</a:t>
            </a:r>
            <a:r>
              <a:rPr lang="bg-BG" sz="3800" dirty="0">
                <a:latin typeface="Comfortaa" pitchFamily="2" charset="0"/>
              </a:rPr>
              <a:t>)</a:t>
            </a:r>
            <a:r>
              <a:rPr lang="en-US" sz="38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954871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Обхват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Целта на кода е неясна и се нуждае от коментар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лошо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Програмният код е твърде дълъг, за да е обозрим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лошо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частичен клас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нов клас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подреждане на кода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Коментари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Трябва да обясняват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ЗАЩО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а не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КАКВО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КАК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Добрите коментари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дават повече информация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препратки към ресурси</a:t>
            </a:r>
            <a:r>
              <a:rPr lang="en-US" dirty="0">
                <a:latin typeface="Comfortaa" pitchFamily="2" charset="0"/>
              </a:rPr>
              <a:t>,</a:t>
            </a:r>
            <a:r>
              <a:rPr lang="bg-BG" dirty="0">
                <a:latin typeface="Comfortaa" pitchFamily="2" charset="0"/>
              </a:rPr>
              <a:t> обясняват алгоритъм, причини или контекст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Препратка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  <a:hlinkClick r:id="rId2"/>
              </a:rPr>
              <a:t>Смехотворни коментари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Лош код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Неясноти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(</a:t>
            </a:r>
            <a:r>
              <a:rPr lang="en-US" sz="3600" dirty="0">
                <a:latin typeface="Comfortaa" pitchFamily="2" charset="0"/>
              </a:rPr>
              <a:t>Obfuscators</a:t>
            </a:r>
            <a:r>
              <a:rPr lang="bg-BG" sz="3600" dirty="0">
                <a:latin typeface="Comfortaa" pitchFamily="2" charset="0"/>
              </a:rPr>
              <a:t>) </a:t>
            </a:r>
            <a:r>
              <a:rPr lang="en-US" sz="3600" dirty="0">
                <a:latin typeface="Comfortaa" pitchFamily="2" charset="0"/>
              </a:rPr>
              <a:t>[</a:t>
            </a:r>
            <a:r>
              <a:rPr lang="bg-BG" sz="3600" dirty="0">
                <a:latin typeface="Comfortaa" pitchFamily="2" charset="0"/>
              </a:rPr>
              <a:t>1/2</a:t>
            </a:r>
            <a:r>
              <a:rPr lang="en-US" sz="3600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3828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Къси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/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неподходящи имена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Трябва да са подходящи, говорвящи и еднотипно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използвани</a:t>
            </a:r>
            <a:endParaRPr lang="en-US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Вертикално отделяне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Трябва да декларирате променливите точно преди първата им употреба, за да се избегне </a:t>
            </a:r>
            <a:r>
              <a:rPr lang="bg-BG" dirty="0" err="1">
                <a:latin typeface="Comfortaa" pitchFamily="2" charset="0"/>
              </a:rPr>
              <a:t>скролирането</a:t>
            </a:r>
            <a:endParaRPr lang="en-US" dirty="0"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Или използвайте малки функции</a:t>
            </a:r>
            <a:endParaRPr lang="en-US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Непоследователност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Следвайте</a:t>
            </a:r>
            <a:r>
              <a:rPr lang="en-US" dirty="0">
                <a:latin typeface="Comfortaa" pitchFamily="2" charset="0"/>
              </a:rPr>
              <a:t> POLA (</a:t>
            </a:r>
            <a:r>
              <a:rPr lang="bg-BG" dirty="0">
                <a:latin typeface="Comfortaa" pitchFamily="2" charset="0"/>
              </a:rPr>
              <a:t>Принципа на най-малкото чудене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Непоследователността е объркваща и разсейваща</a:t>
            </a:r>
            <a:endParaRPr lang="en-US" dirty="0">
              <a:latin typeface="Comfortaa" pitchFamily="2" charset="0"/>
            </a:endParaRPr>
          </a:p>
          <a:p>
            <a:pPr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Неясни намерения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Кодът трябва да е толкова обяснителен, колкото е възможно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1284D6-E8F3-A6FE-AE04-EC05281E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Лош код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dirty="0">
                <a:latin typeface="Comfortaa" pitchFamily="2" charset="0"/>
              </a:rPr>
              <a:t>Неясноти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(</a:t>
            </a:r>
            <a:r>
              <a:rPr lang="en-US" sz="3600" dirty="0">
                <a:latin typeface="Comfortaa" pitchFamily="2" charset="0"/>
              </a:rPr>
              <a:t>Obfuscators</a:t>
            </a:r>
            <a:r>
              <a:rPr lang="bg-BG" sz="3600" dirty="0">
                <a:latin typeface="Comfortaa" pitchFamily="2" charset="0"/>
              </a:rPr>
              <a:t>) </a:t>
            </a:r>
            <a:r>
              <a:rPr lang="en-US" sz="3600" dirty="0">
                <a:latin typeface="Comfortaa" pitchFamily="2" charset="0"/>
              </a:rPr>
              <a:t>[2</a:t>
            </a:r>
            <a:r>
              <a:rPr lang="bg-BG" sz="3600" dirty="0">
                <a:latin typeface="Comfortaa" pitchFamily="2" charset="0"/>
              </a:rPr>
              <a:t>/2</a:t>
            </a:r>
            <a:r>
              <a:rPr lang="en-US" sz="3600" dirty="0">
                <a:latin typeface="Comfortaa" pitchFamily="2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4057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444" y="1559627"/>
            <a:ext cx="10751111" cy="4805547"/>
          </a:xfrm>
        </p:spPr>
        <p:txBody>
          <a:bodyPr>
            <a:normAutofit lnSpcReduction="100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Използване на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switch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израз с обекти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 да бъде заменено с полиморфизъм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Временни полета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Когато се предават данни между методи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Клас, зависещ от подклас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Класовете не могат да бъдат разделени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 err="1">
                <a:latin typeface="Comfortaa" pitchFamily="2" charset="0"/>
              </a:rPr>
              <a:t>взаимозависими</a:t>
            </a:r>
            <a:r>
              <a:rPr lang="bg-BG" dirty="0">
                <a:latin typeface="Comfortaa" pitchFamily="2" charset="0"/>
              </a:rPr>
              <a:t> са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Може да наруши принципа за заместване на </a:t>
            </a:r>
            <a:r>
              <a:rPr lang="bg-BG" dirty="0" err="1">
                <a:latin typeface="Comfortaa" pitchFamily="2" charset="0"/>
              </a:rPr>
              <a:t>Лисков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Неподходящо статично поле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Силно </a:t>
            </a:r>
            <a:r>
              <a:rPr lang="bg-BG" dirty="0" err="1">
                <a:latin typeface="Comfortaa" pitchFamily="2" charset="0"/>
              </a:rPr>
              <a:t>сдвояване</a:t>
            </a:r>
            <a:r>
              <a:rPr lang="bg-BG" dirty="0">
                <a:latin typeface="Comfortaa" pitchFamily="2" charset="0"/>
              </a:rPr>
              <a:t> между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static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викащия го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Което е </a:t>
            </a:r>
            <a:r>
              <a:rPr lang="en-US" dirty="0">
                <a:latin typeface="Comfortaa" pitchFamily="2" charset="0"/>
              </a:rPr>
              <a:t>static, </a:t>
            </a:r>
            <a:r>
              <a:rPr lang="bg-BG" dirty="0">
                <a:latin typeface="Comfortaa" pitchFamily="2" charset="0"/>
              </a:rPr>
              <a:t>не може да се подмени или използва за друго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848" y="533167"/>
            <a:ext cx="10313329" cy="101510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" pitchFamily="2" charset="0"/>
              </a:rPr>
              <a:t>Лош код: Злоупотреби на ООП (OO Abusers)</a:t>
            </a: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26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075" y="2033443"/>
            <a:ext cx="10515600" cy="4351338"/>
          </a:xfrm>
        </p:spPr>
        <p:txBody>
          <a:bodyPr>
            <a:norm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Многократна промяна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715963" lvl="1" indent="-338138"/>
            <a:r>
              <a:rPr lang="bg-BG" dirty="0">
                <a:latin typeface="Comfortaa" pitchFamily="2" charset="0"/>
              </a:rPr>
              <a:t>Клас, който често се променя по различни начини / причини</a:t>
            </a:r>
            <a:endParaRPr lang="en-US" dirty="0">
              <a:latin typeface="Comfortaa" pitchFamily="2" charset="0"/>
            </a:endParaRPr>
          </a:p>
          <a:p>
            <a:pPr marL="715963" lvl="1" indent="-338138"/>
            <a:r>
              <a:rPr lang="bg-BG" dirty="0">
                <a:latin typeface="Comfortaa" pitchFamily="2" charset="0"/>
              </a:rPr>
              <a:t>Нарушава</a:t>
            </a:r>
            <a:r>
              <a:rPr lang="en-US" dirty="0">
                <a:latin typeface="Comfortaa" pitchFamily="2" charset="0"/>
              </a:rPr>
              <a:t> SRP </a:t>
            </a:r>
            <a:r>
              <a:rPr lang="bg-BG" dirty="0">
                <a:latin typeface="Comfortaa" pitchFamily="2" charset="0"/>
              </a:rPr>
              <a:t>принципа </a:t>
            </a:r>
            <a:r>
              <a:rPr lang="en-US" dirty="0">
                <a:latin typeface="Comfortaa" pitchFamily="2" charset="0"/>
              </a:rPr>
              <a:t>(single responsibility principle)</a:t>
            </a:r>
          </a:p>
          <a:p>
            <a:pPr marL="715963" lvl="1" indent="-338138"/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да се отдели класа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Принудителни промени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715963" lvl="1" indent="-338138"/>
            <a:r>
              <a:rPr lang="bg-BG" dirty="0">
                <a:latin typeface="Comfortaa" pitchFamily="2" charset="0"/>
              </a:rPr>
              <a:t>Една промяна налага промени в много класове</a:t>
            </a:r>
            <a:endParaRPr lang="en-US" dirty="0">
              <a:latin typeface="Comfortaa" pitchFamily="2" charset="0"/>
            </a:endParaRPr>
          </a:p>
          <a:p>
            <a:pPr marL="981075" lvl="2" indent="-298450"/>
            <a:r>
              <a:rPr lang="bg-BG" dirty="0">
                <a:latin typeface="Comfortaa" pitchFamily="2" charset="0"/>
              </a:rPr>
              <a:t>Трудно е да бъдат намерени, лесно е да се пропусне някой</a:t>
            </a:r>
            <a:endParaRPr lang="en-US" dirty="0">
              <a:latin typeface="Comfortaa" pitchFamily="2" charset="0"/>
            </a:endParaRPr>
          </a:p>
          <a:p>
            <a:pPr marL="715963" lvl="1" indent="-338138"/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местене на методи и полета, подреждане на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075" y="598480"/>
            <a:ext cx="10794271" cy="1159067"/>
          </a:xfrm>
        </p:spPr>
        <p:txBody>
          <a:bodyPr>
            <a:noAutofit/>
          </a:bodyPr>
          <a:lstStyle/>
          <a:p>
            <a:r>
              <a:rPr lang="ru-RU" sz="2800" dirty="0">
                <a:latin typeface="Comfortaa" pitchFamily="2" charset="0"/>
              </a:rPr>
              <a:t>Лош код: Блокажи за промени (Change Preventers)</a:t>
            </a:r>
            <a:r>
              <a:rPr lang="en-US" sz="2800" dirty="0">
                <a:latin typeface="Comfortaa" pitchFamily="2" charset="0"/>
              </a:rPr>
              <a:t> [1/2]</a:t>
            </a:r>
          </a:p>
        </p:txBody>
      </p:sp>
    </p:spTree>
    <p:extLst>
      <p:ext uri="{BB962C8B-B14F-4D97-AF65-F5344CB8AC3E}">
        <p14:creationId xmlns:p14="http://schemas.microsoft.com/office/powerpoint/2010/main" val="81481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Сложност на условията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noProof="1">
                <a:latin typeface="Comfortaa" pitchFamily="2" charset="0"/>
              </a:rPr>
              <a:t>Увеличава общата сложност (</a:t>
            </a:r>
            <a:r>
              <a:rPr lang="en-US" noProof="1">
                <a:latin typeface="Comfortaa" pitchFamily="2" charset="0"/>
              </a:rPr>
              <a:t>Cyclomatic</a:t>
            </a:r>
            <a:r>
              <a:rPr lang="en-US" dirty="0">
                <a:latin typeface="Comfortaa" pitchFamily="2" charset="0"/>
              </a:rPr>
              <a:t> complexity</a:t>
            </a:r>
            <a:r>
              <a:rPr lang="bg-BG" dirty="0">
                <a:latin typeface="Comfortaa" pitchFamily="2" charset="0"/>
              </a:rPr>
              <a:t>, броят на различните пътища, по които може да бъде изпълнен кода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Симптоми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много влагания </a:t>
            </a:r>
            <a:r>
              <a:rPr lang="en-US" dirty="0">
                <a:latin typeface="Comfortaa" pitchFamily="2" charset="0"/>
              </a:rPr>
              <a:t>(arrow code)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 err="1">
                <a:latin typeface="Comfortaa" pitchFamily="2" charset="0"/>
              </a:rPr>
              <a:t>бъгливи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en-US" dirty="0">
                <a:latin typeface="Comfortaa" pitchFamily="2" charset="0"/>
              </a:rPr>
              <a:t>-</a:t>
            </a:r>
            <a:r>
              <a:rPr lang="bg-BG" dirty="0" err="1">
                <a:latin typeface="Comfortaa" pitchFamily="2" charset="0"/>
              </a:rPr>
              <a:t>ове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отделяне на метод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шаблон „</a:t>
            </a:r>
            <a:r>
              <a:rPr lang="en-US" dirty="0">
                <a:latin typeface="Comfortaa" pitchFamily="2" charset="0"/>
              </a:rPr>
              <a:t>Strategy</a:t>
            </a:r>
            <a:r>
              <a:rPr lang="bg-BG" dirty="0">
                <a:latin typeface="Comfortaa" pitchFamily="2" charset="0"/>
              </a:rPr>
              <a:t>“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„</a:t>
            </a:r>
            <a:r>
              <a:rPr lang="en-US" dirty="0">
                <a:latin typeface="Comfortaa" pitchFamily="2" charset="0"/>
              </a:rPr>
              <a:t>State</a:t>
            </a:r>
            <a:r>
              <a:rPr lang="bg-BG" dirty="0">
                <a:latin typeface="Comfortaa" pitchFamily="2" charset="0"/>
              </a:rPr>
              <a:t>“ или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„</a:t>
            </a:r>
            <a:r>
              <a:rPr lang="en-US" dirty="0">
                <a:latin typeface="Comfortaa" pitchFamily="2" charset="0"/>
              </a:rPr>
              <a:t>Decorator</a:t>
            </a:r>
            <a:r>
              <a:rPr lang="bg-BG" dirty="0">
                <a:latin typeface="Comfortaa" pitchFamily="2" charset="0"/>
              </a:rPr>
              <a:t>“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Зле написани тестове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Лошо написаните тестове може да възпрепятстват промените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Много силни зависимости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5FC956-87FC-AB01-F7AC-5B59E579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075" y="598480"/>
            <a:ext cx="10794271" cy="1159067"/>
          </a:xfrm>
        </p:spPr>
        <p:txBody>
          <a:bodyPr>
            <a:noAutofit/>
          </a:bodyPr>
          <a:lstStyle/>
          <a:p>
            <a:r>
              <a:rPr lang="ru-RU" sz="2800" dirty="0">
                <a:latin typeface="Comfortaa" pitchFamily="2" charset="0"/>
              </a:rPr>
              <a:t>Лош код: Блокажи за промени (Change Preventers)</a:t>
            </a:r>
            <a:r>
              <a:rPr lang="en-US" sz="28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80773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Мързеливи класове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Класове, които не правят достатъчно, за да оправдаят своето съществуване трябва да бъдат премахнати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Всеки клас иска време и усилие да бъда разбран и поддържан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Класове с данни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Класове само с полета и свойства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Липсващо валидиране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Програмният код е в други класове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да се премести свързаната с данните логика в класа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Лош код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noProof="1">
                <a:latin typeface="Comfortaa" pitchFamily="2" charset="0"/>
              </a:rPr>
              <a:t>Излишества (</a:t>
            </a:r>
            <a:r>
              <a:rPr lang="en-US" sz="3600" noProof="1">
                <a:latin typeface="Comfortaa" pitchFamily="2" charset="0"/>
              </a:rPr>
              <a:t>Dispensables</a:t>
            </a:r>
            <a:r>
              <a:rPr lang="bg-BG" sz="3600" noProof="1">
                <a:latin typeface="Comfortaa" pitchFamily="2" charset="0"/>
              </a:rPr>
              <a:t>)</a:t>
            </a:r>
            <a:r>
              <a:rPr lang="en-US" sz="3600" noProof="1">
                <a:latin typeface="Comfortaa" pitchFamily="2" charset="0"/>
              </a:rPr>
              <a:t> [1/2]</a:t>
            </a:r>
          </a:p>
        </p:txBody>
      </p:sp>
    </p:spTree>
    <p:extLst>
      <p:ext uri="{BB962C8B-B14F-4D97-AF65-F5344CB8AC3E}">
        <p14:creationId xmlns:p14="http://schemas.microsoft.com/office/powerpoint/2010/main" val="9872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Повторения на код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Нарушава </a:t>
            </a:r>
            <a:r>
              <a:rPr lang="en-US" dirty="0">
                <a:latin typeface="Comfortaa" pitchFamily="2" charset="0"/>
              </a:rPr>
              <a:t>DRY </a:t>
            </a:r>
            <a:r>
              <a:rPr lang="bg-BG" dirty="0">
                <a:latin typeface="Comfortaa" pitchFamily="2" charset="0"/>
              </a:rPr>
              <a:t>принципа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Резултат е от </a:t>
            </a:r>
            <a:r>
              <a:rPr lang="en-US" dirty="0">
                <a:latin typeface="Comfortaa" pitchFamily="2" charset="0"/>
              </a:rPr>
              <a:t>copy-pasted </a:t>
            </a:r>
            <a:r>
              <a:rPr lang="bg-BG" dirty="0">
                <a:latin typeface="Comfortaa" pitchFamily="2" charset="0"/>
              </a:rPr>
              <a:t>код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отделяне на метод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клас</a:t>
            </a:r>
            <a:r>
              <a:rPr lang="en-US" dirty="0">
                <a:latin typeface="Comfortaa" pitchFamily="2" charset="0"/>
              </a:rPr>
              <a:t>, pull-up </a:t>
            </a:r>
            <a:r>
              <a:rPr lang="bg-BG" dirty="0">
                <a:latin typeface="Comfortaa" pitchFamily="2" charset="0"/>
              </a:rPr>
              <a:t>метод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шаблон</a:t>
            </a:r>
            <a:br>
              <a:rPr lang="en-US" dirty="0">
                <a:latin typeface="Comfortaa" pitchFamily="2" charset="0"/>
              </a:rPr>
            </a:b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Template Method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Ненужен код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такъв, който никога не се ползва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Обикновено се открива от инструментите за статистически анализ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Спекулативни обобщения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Някой ден може да ни потрябва</a:t>
            </a:r>
            <a:r>
              <a:rPr lang="en-US" dirty="0">
                <a:latin typeface="Comfortaa" pitchFamily="2" charset="0"/>
              </a:rPr>
              <a:t> …"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omfortaa" pitchFamily="2" charset="0"/>
              </a:rPr>
              <a:t>YAGNI</a:t>
            </a:r>
            <a:r>
              <a:rPr lang="bg-BG" dirty="0">
                <a:latin typeface="Comfortaa" pitchFamily="2" charset="0"/>
              </a:rPr>
              <a:t> принципа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194EC61-8EF1-474F-AB86-96F856F61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B12E1A-017C-D141-366C-5F645B57B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Лош код</a:t>
            </a:r>
            <a:r>
              <a:rPr lang="en-US" sz="3600" dirty="0">
                <a:latin typeface="Comfortaa" pitchFamily="2" charset="0"/>
              </a:rPr>
              <a:t>: </a:t>
            </a:r>
            <a:r>
              <a:rPr lang="bg-BG" sz="3600" noProof="1">
                <a:latin typeface="Comfortaa" pitchFamily="2" charset="0"/>
              </a:rPr>
              <a:t>Излишества (</a:t>
            </a:r>
            <a:r>
              <a:rPr lang="en-US" sz="3600" noProof="1">
                <a:latin typeface="Comfortaa" pitchFamily="2" charset="0"/>
              </a:rPr>
              <a:t>Dispensables</a:t>
            </a:r>
            <a:r>
              <a:rPr lang="bg-BG" sz="3600" noProof="1">
                <a:latin typeface="Comfortaa" pitchFamily="2" charset="0"/>
              </a:rPr>
              <a:t>)</a:t>
            </a:r>
            <a:r>
              <a:rPr lang="en-US" sz="3600" noProof="1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25907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Завист за чужди екстри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Feature envy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Метод, който изглежда по-заинтересуван от друг клас, различен от този, в който е метода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Дръжте заедно нещата, които взаимно се променят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Неуместно интимничене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Inappropriate intimacy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Класове, които знаят твърде много един за друг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Проблеми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при наследяване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двупосочна връзка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местете на методи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полета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извличане на клас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промяна на връзката в еднопосочна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делегиране вместо наследяване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Лош код: Сглобки (</a:t>
            </a:r>
            <a:r>
              <a:rPr lang="en-US" dirty="0">
                <a:latin typeface="Comfortaa" pitchFamily="2" charset="0"/>
              </a:rPr>
              <a:t>Couplers) [1/4] </a:t>
            </a:r>
          </a:p>
        </p:txBody>
      </p:sp>
    </p:spTree>
    <p:extLst>
      <p:ext uri="{BB962C8B-B14F-4D97-AF65-F5344CB8AC3E}">
        <p14:creationId xmlns:p14="http://schemas.microsoft.com/office/powerpoint/2010/main" val="2058185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Законът на Деметра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Law of Demeter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LoD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Даден обект трябва да очаква възможно най-малко определена структура на свойства или каквото и да 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customer.Wallet.RemoveMoney()</a:t>
            </a: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Индиректно разкриване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Indecent exposure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Някои класове или членове са </a:t>
            </a:r>
            <a:r>
              <a:rPr lang="en-US" dirty="0">
                <a:latin typeface="Comfortaa" pitchFamily="2" charset="0"/>
              </a:rPr>
              <a:t>public </a:t>
            </a:r>
            <a:r>
              <a:rPr lang="bg-BG" dirty="0">
                <a:latin typeface="Comfortaa" pitchFamily="2" charset="0"/>
              </a:rPr>
              <a:t>без да е нужно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Нарушава капсулирането</a:t>
            </a:r>
          </a:p>
          <a:p>
            <a:pPr lvl="1"/>
            <a:r>
              <a:rPr lang="bg-BG" dirty="0">
                <a:latin typeface="Comfortaa" pitchFamily="2" charset="0"/>
              </a:rPr>
              <a:t>Може да доведе до неуместно интимничене 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CB95BF-2D71-41CE-29B0-C7CD6730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Лош код: Сглобки (</a:t>
            </a:r>
            <a:r>
              <a:rPr lang="en-US" dirty="0">
                <a:latin typeface="Comfortaa" pitchFamily="2" charset="0"/>
              </a:rPr>
              <a:t>Couplers) [2/4] </a:t>
            </a:r>
          </a:p>
        </p:txBody>
      </p:sp>
    </p:spTree>
    <p:extLst>
      <p:ext uri="{BB962C8B-B14F-4D97-AF65-F5344CB8AC3E}">
        <p14:creationId xmlns:p14="http://schemas.microsoft.com/office/powerpoint/2010/main" val="3021900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Верижни съобщения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Something.Another.SomeOther.Other.YetAnother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Тясна зависимост между клиент</a:t>
            </a:r>
            <a:br>
              <a:rPr lang="en-US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и структурата за достъп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Посредник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Делегиране, отишло твърде далеч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Понякога може да го премахнем или вградим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Скитащи данни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Да се предават данни само защото са нужни на някой друг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Премахваме посредническите данни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извличаме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02B20C-E8DB-6FD2-FEB5-EE1B3715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Лош код: Сглобки (</a:t>
            </a:r>
            <a:r>
              <a:rPr lang="en-US" dirty="0">
                <a:latin typeface="Comfortaa" pitchFamily="2" charset="0"/>
              </a:rPr>
              <a:t>Couplers) [3/4] </a:t>
            </a:r>
          </a:p>
        </p:txBody>
      </p:sp>
    </p:spTree>
    <p:extLst>
      <p:ext uri="{BB962C8B-B14F-4D97-AF65-F5344CB8AC3E}">
        <p14:creationId xmlns:p14="http://schemas.microsoft.com/office/powerpoint/2010/main" val="2115976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67" y="1690688"/>
            <a:ext cx="10673921" cy="4668548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Изкуствени зависимост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Artificial coupling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Неща, които не зависят едно от друго, няма нужда изкуствено да се обвързват в зависимост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Скрита временна зависимост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Hidden temporal coupling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 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Не трябва да предполагаме реда на операциите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класът </a:t>
            </a:r>
            <a:r>
              <a:rPr lang="en-US" dirty="0">
                <a:latin typeface="Comfortaa" pitchFamily="2" charset="0"/>
              </a:rPr>
              <a:t>pizza </a:t>
            </a:r>
            <a:r>
              <a:rPr lang="bg-BG" dirty="0">
                <a:latin typeface="Comfortaa" pitchFamily="2" charset="0"/>
              </a:rPr>
              <a:t>не трябва да знае стъпките за правене на пица</a:t>
            </a:r>
            <a:r>
              <a:rPr lang="en-US" dirty="0">
                <a:latin typeface="Comfortaa" pitchFamily="2" charset="0"/>
              </a:rPr>
              <a:t> -&gt;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Template Method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шаблон</a:t>
            </a:r>
            <a:endParaRPr lang="en-US" dirty="0">
              <a:latin typeface="Comfortaa" pitchFamily="2" charset="0"/>
            </a:endParaRPr>
          </a:p>
          <a:p>
            <a:pPr>
              <a:spcBef>
                <a:spcPts val="3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Скрити зависимости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Hidden dependencies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bg-BG" dirty="0">
                <a:latin typeface="Comfortaa" pitchFamily="2" charset="0"/>
              </a:rPr>
              <a:t>Класовете трябва да обявяват своите зависимости още в конструктора си</a:t>
            </a:r>
            <a:endParaRPr lang="en-US" dirty="0">
              <a:latin typeface="Comfortaa" pitchFamily="2" charset="0"/>
            </a:endParaRPr>
          </a:p>
          <a:p>
            <a:pPr lvl="1">
              <a:spcBef>
                <a:spcPts val="300"/>
              </a:spcBef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new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връзката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принципа на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Dependency Inversion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78F15F-5F70-0429-EF8B-7F19D34D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Лош код: Сглобки (</a:t>
            </a:r>
            <a:r>
              <a:rPr lang="en-US" dirty="0">
                <a:latin typeface="Comfortaa" pitchFamily="2" charset="0"/>
              </a:rPr>
              <a:t>Couplers) [1/4] </a:t>
            </a:r>
          </a:p>
        </p:txBody>
      </p:sp>
    </p:spTree>
    <p:extLst>
      <p:ext uri="{BB962C8B-B14F-4D97-AF65-F5344CB8AC3E}">
        <p14:creationId xmlns:p14="http://schemas.microsoft.com/office/powerpoint/2010/main" val="302538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65952"/>
            <a:ext cx="10515600" cy="336389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Видове лош програмен код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Разводняване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bloaters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Неясноти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obfuscators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Злоупотреби на ООП (</a:t>
            </a:r>
            <a:r>
              <a:rPr lang="en-US" dirty="0">
                <a:latin typeface="Comfortaa" pitchFamily="2" charset="0"/>
              </a:rPr>
              <a:t>OO abusers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Блокажи за промени (</a:t>
            </a:r>
            <a:r>
              <a:rPr lang="en-US" dirty="0">
                <a:latin typeface="Comfortaa" pitchFamily="2" charset="0"/>
              </a:rPr>
              <a:t>change preventers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10000"/>
              </a:lnSpc>
            </a:pPr>
            <a:r>
              <a:rPr lang="bg-BG" noProof="1">
                <a:latin typeface="Comfortaa" pitchFamily="2" charset="0"/>
              </a:rPr>
              <a:t>Излишества (</a:t>
            </a:r>
            <a:r>
              <a:rPr lang="en-US" noProof="1">
                <a:latin typeface="Comfortaa" pitchFamily="2" charset="0"/>
              </a:rPr>
              <a:t>dispensables)</a:t>
            </a:r>
          </a:p>
          <a:p>
            <a:pPr lvl="2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Сглобки (</a:t>
            </a:r>
            <a:r>
              <a:rPr lang="en-US" dirty="0">
                <a:latin typeface="Comfortaa" pitchFamily="2" charset="0"/>
              </a:rPr>
              <a:t>couplers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5452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033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1344</Words>
  <Application>Microsoft Office PowerPoint</Application>
  <PresentationFormat>Widescreen</PresentationFormat>
  <Paragraphs>177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Comfortaa</vt:lpstr>
      <vt:lpstr>Office Theme</vt:lpstr>
      <vt:lpstr>Лош програмен код</vt:lpstr>
      <vt:lpstr>Съдържание</vt:lpstr>
      <vt:lpstr>Лош програмен код (Code Smells)</vt:lpstr>
      <vt:lpstr>Лош код: Разводнявания (Bloaters) [1/3]</vt:lpstr>
      <vt:lpstr>Лош код: Разводнявания (Bloaters) [2/3]</vt:lpstr>
      <vt:lpstr>Лош код: Разводнявания (Bloaters) [3/3]</vt:lpstr>
      <vt:lpstr>Лош код: Неясноти (Obfuscators) [1/2]</vt:lpstr>
      <vt:lpstr>Лош код: Неясноти (Obfuscators) [2/2]</vt:lpstr>
      <vt:lpstr>Лош код: Злоупотреби на ООП (OO Abusers)</vt:lpstr>
      <vt:lpstr>Лош код: Блокажи за промени (Change Preventers) [1/2]</vt:lpstr>
      <vt:lpstr>Лош код: Блокажи за промени (Change Preventers) [2/2]</vt:lpstr>
      <vt:lpstr>Лош код: Излишества (Dispensables) [1/2]</vt:lpstr>
      <vt:lpstr>Лош код: Излишества (Dispensables) [2/2]</vt:lpstr>
      <vt:lpstr>Лош код: Сглобки (Couplers) [1/4] </vt:lpstr>
      <vt:lpstr>Лош код: Сглобки (Couplers) [2/4] </vt:lpstr>
      <vt:lpstr>Лош код: Сглобки (Couplers) [3/4] </vt:lpstr>
      <vt:lpstr>Лош код: Сглобки (Couplers) [1/4] 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2023-02-22T16:51:36Z</dcterms:modified>
</cp:coreProperties>
</file>