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8" r:id="rId2"/>
    <p:sldId id="571" r:id="rId3"/>
    <p:sldId id="475" r:id="rId4"/>
    <p:sldId id="476" r:id="rId5"/>
    <p:sldId id="477" r:id="rId6"/>
    <p:sldId id="479" r:id="rId7"/>
    <p:sldId id="480" r:id="rId8"/>
    <p:sldId id="481" r:id="rId9"/>
    <p:sldId id="482" r:id="rId10"/>
    <p:sldId id="483" r:id="rId11"/>
    <p:sldId id="484" r:id="rId12"/>
    <p:sldId id="487" r:id="rId13"/>
    <p:sldId id="488" r:id="rId14"/>
    <p:sldId id="489" r:id="rId15"/>
    <p:sldId id="490" r:id="rId16"/>
    <p:sldId id="491" r:id="rId17"/>
    <p:sldId id="492" r:id="rId18"/>
    <p:sldId id="494" r:id="rId19"/>
    <p:sldId id="495" r:id="rId20"/>
    <p:sldId id="497" r:id="rId21"/>
    <p:sldId id="5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475"/>
            <p14:sldId id="476"/>
            <p14:sldId id="477"/>
            <p14:sldId id="479"/>
            <p14:sldId id="480"/>
            <p14:sldId id="481"/>
            <p14:sldId id="482"/>
            <p14:sldId id="483"/>
            <p14:sldId id="484"/>
            <p14:sldId id="487"/>
            <p14:sldId id="488"/>
            <p14:sldId id="489"/>
            <p14:sldId id="490"/>
            <p14:sldId id="491"/>
            <p14:sldId id="492"/>
            <p14:sldId id="494"/>
            <p14:sldId id="495"/>
            <p14:sldId id="497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3943C-2259-48DF-825E-9C7211540DA8}" v="85" dt="2023-02-21T22:26:03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7FC3943C-2259-48DF-825E-9C7211540DA8}"/>
    <pc:docChg chg="undo custSel addSld modSld">
      <pc:chgData name="Димитър Минчев" userId="6da192e4-d32c-454b-8615-bbadf07b6639" providerId="ADAL" clId="{7FC3943C-2259-48DF-825E-9C7211540DA8}" dt="2023-02-21T22:26:23.543" v="386" actId="14100"/>
      <pc:docMkLst>
        <pc:docMk/>
      </pc:docMkLst>
      <pc:sldChg chg="modSp mod">
        <pc:chgData name="Димитър Минчев" userId="6da192e4-d32c-454b-8615-bbadf07b6639" providerId="ADAL" clId="{7FC3943C-2259-48DF-825E-9C7211540DA8}" dt="2023-02-21T22:04:32.056" v="4"/>
        <pc:sldMkLst>
          <pc:docMk/>
          <pc:sldMk cId="2386959723" sldId="258"/>
        </pc:sldMkLst>
        <pc:spChg chg="mod">
          <ac:chgData name="Димитър Минчев" userId="6da192e4-d32c-454b-8615-bbadf07b6639" providerId="ADAL" clId="{7FC3943C-2259-48DF-825E-9C7211540DA8}" dt="2023-02-21T22:04:22.762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7FC3943C-2259-48DF-825E-9C7211540DA8}" dt="2023-02-21T22:04:32.056" v="4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7FC3943C-2259-48DF-825E-9C7211540DA8}" dt="2023-02-21T22:05:29.325" v="18" actId="14100"/>
        <pc:sldMkLst>
          <pc:docMk/>
          <pc:sldMk cId="1757561992" sldId="475"/>
        </pc:sldMkLst>
        <pc:spChg chg="mod">
          <ac:chgData name="Димитър Минчев" userId="6da192e4-d32c-454b-8615-bbadf07b6639" providerId="ADAL" clId="{7FC3943C-2259-48DF-825E-9C7211540DA8}" dt="2023-02-21T22:05:29.325" v="18" actId="14100"/>
          <ac:spMkLst>
            <pc:docMk/>
            <pc:sldMk cId="1757561992" sldId="47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5:25.861" v="16" actId="1076"/>
          <ac:spMkLst>
            <pc:docMk/>
            <pc:sldMk cId="1757561992" sldId="475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05:27.262" v="17" actId="478"/>
          <ac:spMkLst>
            <pc:docMk/>
            <pc:sldMk cId="1757561992" sldId="475"/>
            <ac:spMk id="6" creationId="{5F29D280-0F2F-4EAD-ADA0-72F2D91108A3}"/>
          </ac:spMkLst>
        </pc:spChg>
      </pc:sldChg>
      <pc:sldChg chg="delSp modSp add mod">
        <pc:chgData name="Димитър Минчев" userId="6da192e4-d32c-454b-8615-bbadf07b6639" providerId="ADAL" clId="{7FC3943C-2259-48DF-825E-9C7211540DA8}" dt="2023-02-21T22:06:44.425" v="42" actId="207"/>
        <pc:sldMkLst>
          <pc:docMk/>
          <pc:sldMk cId="281330152" sldId="476"/>
        </pc:sldMkLst>
        <pc:spChg chg="mod">
          <ac:chgData name="Димитър Минчев" userId="6da192e4-d32c-454b-8615-bbadf07b6639" providerId="ADAL" clId="{7FC3943C-2259-48DF-825E-9C7211540DA8}" dt="2023-02-21T22:06:33.741" v="39" actId="255"/>
          <ac:spMkLst>
            <pc:docMk/>
            <pc:sldMk cId="281330152" sldId="47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6:44.425" v="42" actId="207"/>
          <ac:spMkLst>
            <pc:docMk/>
            <pc:sldMk cId="281330152" sldId="47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6:18.022" v="33" actId="1076"/>
          <ac:spMkLst>
            <pc:docMk/>
            <pc:sldMk cId="281330152" sldId="476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06:36.173" v="40" actId="478"/>
          <ac:spMkLst>
            <pc:docMk/>
            <pc:sldMk cId="281330152" sldId="476"/>
            <ac:spMk id="6" creationId="{80867819-65AD-40E6-8FD4-4110E3EC0D24}"/>
          </ac:spMkLst>
        </pc:spChg>
      </pc:sldChg>
      <pc:sldChg chg="delSp modSp add mod">
        <pc:chgData name="Димитър Минчев" userId="6da192e4-d32c-454b-8615-bbadf07b6639" providerId="ADAL" clId="{7FC3943C-2259-48DF-825E-9C7211540DA8}" dt="2023-02-21T22:07:45.814" v="58" actId="1076"/>
        <pc:sldMkLst>
          <pc:docMk/>
          <pc:sldMk cId="749223307" sldId="477"/>
        </pc:sldMkLst>
        <pc:spChg chg="mod">
          <ac:chgData name="Димитър Минчев" userId="6da192e4-d32c-454b-8615-bbadf07b6639" providerId="ADAL" clId="{7FC3943C-2259-48DF-825E-9C7211540DA8}" dt="2023-02-21T22:07:45.814" v="58" actId="1076"/>
          <ac:spMkLst>
            <pc:docMk/>
            <pc:sldMk cId="749223307" sldId="47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7:45.814" v="58" actId="1076"/>
          <ac:spMkLst>
            <pc:docMk/>
            <pc:sldMk cId="749223307" sldId="47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7:45.814" v="58" actId="1076"/>
          <ac:spMkLst>
            <pc:docMk/>
            <pc:sldMk cId="749223307" sldId="477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07:28.343" v="54" actId="478"/>
          <ac:spMkLst>
            <pc:docMk/>
            <pc:sldMk cId="749223307" sldId="477"/>
            <ac:spMk id="6" creationId="{A70B0B15-67A0-417F-8F3F-70B4F611D553}"/>
          </ac:spMkLst>
        </pc:spChg>
      </pc:sldChg>
      <pc:sldChg chg="delSp modSp add mod modAnim">
        <pc:chgData name="Димитър Минчев" userId="6da192e4-d32c-454b-8615-bbadf07b6639" providerId="ADAL" clId="{7FC3943C-2259-48DF-825E-9C7211540DA8}" dt="2023-02-21T22:09:18.974" v="83"/>
        <pc:sldMkLst>
          <pc:docMk/>
          <pc:sldMk cId="2167248420" sldId="479"/>
        </pc:sldMkLst>
        <pc:spChg chg="mod">
          <ac:chgData name="Димитър Минчев" userId="6da192e4-d32c-454b-8615-bbadf07b6639" providerId="ADAL" clId="{7FC3943C-2259-48DF-825E-9C7211540DA8}" dt="2023-02-21T22:09:13.563" v="82" actId="1076"/>
          <ac:spMkLst>
            <pc:docMk/>
            <pc:sldMk cId="2167248420" sldId="47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9:13.563" v="82" actId="1076"/>
          <ac:spMkLst>
            <pc:docMk/>
            <pc:sldMk cId="2167248420" sldId="47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9:13.563" v="82" actId="1076"/>
          <ac:spMkLst>
            <pc:docMk/>
            <pc:sldMk cId="2167248420" sldId="479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9:13.563" v="82" actId="1076"/>
          <ac:spMkLst>
            <pc:docMk/>
            <pc:sldMk cId="2167248420" sldId="479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9:13.563" v="82" actId="1076"/>
          <ac:spMkLst>
            <pc:docMk/>
            <pc:sldMk cId="2167248420" sldId="479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09:10.092" v="81" actId="478"/>
          <ac:spMkLst>
            <pc:docMk/>
            <pc:sldMk cId="2167248420" sldId="479"/>
            <ac:spMk id="8" creationId="{5F012880-7612-4F9F-911C-B810BB27F63E}"/>
          </ac:spMkLst>
        </pc:spChg>
      </pc:sldChg>
      <pc:sldChg chg="delSp modSp add mod modAnim">
        <pc:chgData name="Димитър Минчев" userId="6da192e4-d32c-454b-8615-bbadf07b6639" providerId="ADAL" clId="{7FC3943C-2259-48DF-825E-9C7211540DA8}" dt="2023-02-21T22:10:12.591" v="93"/>
        <pc:sldMkLst>
          <pc:docMk/>
          <pc:sldMk cId="1008385217" sldId="480"/>
        </pc:sldMkLst>
        <pc:spChg chg="mod">
          <ac:chgData name="Димитър Минчев" userId="6da192e4-d32c-454b-8615-bbadf07b6639" providerId="ADAL" clId="{7FC3943C-2259-48DF-825E-9C7211540DA8}" dt="2023-02-21T22:09:31.870" v="84" actId="2711"/>
          <ac:spMkLst>
            <pc:docMk/>
            <pc:sldMk cId="1008385217" sldId="48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9:39.579" v="86"/>
          <ac:spMkLst>
            <pc:docMk/>
            <pc:sldMk cId="1008385217" sldId="48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0:07.702" v="92" actId="1076"/>
          <ac:spMkLst>
            <pc:docMk/>
            <pc:sldMk cId="1008385217" sldId="480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0:07.702" v="92" actId="1076"/>
          <ac:spMkLst>
            <pc:docMk/>
            <pc:sldMk cId="1008385217" sldId="480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0:07.702" v="92" actId="1076"/>
          <ac:spMkLst>
            <pc:docMk/>
            <pc:sldMk cId="1008385217" sldId="480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0:07.702" v="92" actId="1076"/>
          <ac:spMkLst>
            <pc:docMk/>
            <pc:sldMk cId="1008385217" sldId="480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0:07.702" v="92" actId="1076"/>
          <ac:spMkLst>
            <pc:docMk/>
            <pc:sldMk cId="1008385217" sldId="480"/>
            <ac:spMk id="10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0:01.883" v="91" actId="478"/>
          <ac:spMkLst>
            <pc:docMk/>
            <pc:sldMk cId="1008385217" sldId="480"/>
            <ac:spMk id="11" creationId="{B997A70D-30C0-47B0-8E52-FB3D5425CADB}"/>
          </ac:spMkLst>
        </pc:spChg>
      </pc:sldChg>
      <pc:sldChg chg="delSp modSp add mod modAnim">
        <pc:chgData name="Димитър Минчев" userId="6da192e4-d32c-454b-8615-bbadf07b6639" providerId="ADAL" clId="{7FC3943C-2259-48DF-825E-9C7211540DA8}" dt="2023-02-21T22:12:10.639" v="122"/>
        <pc:sldMkLst>
          <pc:docMk/>
          <pc:sldMk cId="3355002659" sldId="481"/>
        </pc:sldMkLst>
        <pc:spChg chg="mod">
          <ac:chgData name="Димитър Минчев" userId="6da192e4-d32c-454b-8615-bbadf07b6639" providerId="ADAL" clId="{7FC3943C-2259-48DF-825E-9C7211540DA8}" dt="2023-02-21T22:12:06.285" v="121" actId="1076"/>
          <ac:spMkLst>
            <pc:docMk/>
            <pc:sldMk cId="3355002659" sldId="48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2:04.183" v="120" actId="1076"/>
          <ac:spMkLst>
            <pc:docMk/>
            <pc:sldMk cId="3355002659" sldId="48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2:04.183" v="120" actId="1076"/>
          <ac:spMkLst>
            <pc:docMk/>
            <pc:sldMk cId="3355002659" sldId="48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2:04.183" v="120" actId="1076"/>
          <ac:spMkLst>
            <pc:docMk/>
            <pc:sldMk cId="3355002659" sldId="481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2:04.183" v="120" actId="1076"/>
          <ac:spMkLst>
            <pc:docMk/>
            <pc:sldMk cId="3355002659" sldId="481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2:04.183" v="120" actId="1076"/>
          <ac:spMkLst>
            <pc:docMk/>
            <pc:sldMk cId="3355002659" sldId="481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2:04.183" v="120" actId="1076"/>
          <ac:spMkLst>
            <pc:docMk/>
            <pc:sldMk cId="3355002659" sldId="481"/>
            <ac:spMk id="14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1:44.124" v="115" actId="478"/>
          <ac:spMkLst>
            <pc:docMk/>
            <pc:sldMk cId="3355002659" sldId="481"/>
            <ac:spMk id="15" creationId="{8053E647-2054-48A1-8AA5-FF5E4A10391E}"/>
          </ac:spMkLst>
        </pc:spChg>
        <pc:picChg chg="mod">
          <ac:chgData name="Димитър Минчев" userId="6da192e4-d32c-454b-8615-bbadf07b6639" providerId="ADAL" clId="{7FC3943C-2259-48DF-825E-9C7211540DA8}" dt="2023-02-21T22:12:04.183" v="120" actId="1076"/>
          <ac:picMkLst>
            <pc:docMk/>
            <pc:sldMk cId="3355002659" sldId="481"/>
            <ac:picMk id="12" creationId="{00000000-0000-0000-0000-000000000000}"/>
          </ac:picMkLst>
        </pc:picChg>
        <pc:picChg chg="mod">
          <ac:chgData name="Димитър Минчев" userId="6da192e4-d32c-454b-8615-bbadf07b6639" providerId="ADAL" clId="{7FC3943C-2259-48DF-825E-9C7211540DA8}" dt="2023-02-21T22:12:04.183" v="120" actId="1076"/>
          <ac:picMkLst>
            <pc:docMk/>
            <pc:sldMk cId="3355002659" sldId="481"/>
            <ac:picMk id="13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7FC3943C-2259-48DF-825E-9C7211540DA8}" dt="2023-02-21T22:14:14.898" v="159" actId="478"/>
        <pc:sldMkLst>
          <pc:docMk/>
          <pc:sldMk cId="3566576736" sldId="482"/>
        </pc:sldMkLst>
        <pc:spChg chg="mod">
          <ac:chgData name="Димитър Минчев" userId="6da192e4-d32c-454b-8615-bbadf07b6639" providerId="ADAL" clId="{7FC3943C-2259-48DF-825E-9C7211540DA8}" dt="2023-02-21T22:13:58.717" v="156" actId="1076"/>
          <ac:spMkLst>
            <pc:docMk/>
            <pc:sldMk cId="3566576736" sldId="48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3:53.832" v="155" actId="1076"/>
          <ac:spMkLst>
            <pc:docMk/>
            <pc:sldMk cId="3566576736" sldId="48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3:53.832" v="155" actId="1076"/>
          <ac:spMkLst>
            <pc:docMk/>
            <pc:sldMk cId="3566576736" sldId="48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3:53.832" v="155" actId="1076"/>
          <ac:spMkLst>
            <pc:docMk/>
            <pc:sldMk cId="3566576736" sldId="482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3:53.832" v="155" actId="1076"/>
          <ac:spMkLst>
            <pc:docMk/>
            <pc:sldMk cId="3566576736" sldId="482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3:53.832" v="155" actId="1076"/>
          <ac:spMkLst>
            <pc:docMk/>
            <pc:sldMk cId="3566576736" sldId="482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3:53.832" v="155" actId="1076"/>
          <ac:spMkLst>
            <pc:docMk/>
            <pc:sldMk cId="3566576736" sldId="482"/>
            <ac:spMk id="9" creationId="{00000000-0000-0000-0000-000000000000}"/>
          </ac:spMkLst>
        </pc:spChg>
        <pc:spChg chg="add del mod">
          <ac:chgData name="Димитър Минчев" userId="6da192e4-d32c-454b-8615-bbadf07b6639" providerId="ADAL" clId="{7FC3943C-2259-48DF-825E-9C7211540DA8}" dt="2023-02-21T22:14:14.898" v="159" actId="478"/>
          <ac:spMkLst>
            <pc:docMk/>
            <pc:sldMk cId="3566576736" sldId="482"/>
            <ac:spMk id="14" creationId="{0F71651A-986F-4523-9231-0CB8D4A4F254}"/>
          </ac:spMkLst>
        </pc:spChg>
        <pc:picChg chg="mod">
          <ac:chgData name="Димитър Минчев" userId="6da192e4-d32c-454b-8615-bbadf07b6639" providerId="ADAL" clId="{7FC3943C-2259-48DF-825E-9C7211540DA8}" dt="2023-02-21T22:13:53.832" v="155" actId="1076"/>
          <ac:picMkLst>
            <pc:docMk/>
            <pc:sldMk cId="3566576736" sldId="482"/>
            <ac:picMk id="12" creationId="{00000000-0000-0000-0000-000000000000}"/>
          </ac:picMkLst>
        </pc:picChg>
        <pc:picChg chg="mod">
          <ac:chgData name="Димитър Минчев" userId="6da192e4-d32c-454b-8615-bbadf07b6639" providerId="ADAL" clId="{7FC3943C-2259-48DF-825E-9C7211540DA8}" dt="2023-02-21T22:13:53.832" v="155" actId="1076"/>
          <ac:picMkLst>
            <pc:docMk/>
            <pc:sldMk cId="3566576736" sldId="482"/>
            <ac:picMk id="13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7FC3943C-2259-48DF-825E-9C7211540DA8}" dt="2023-02-21T22:15:18.639" v="180"/>
        <pc:sldMkLst>
          <pc:docMk/>
          <pc:sldMk cId="1683206650" sldId="483"/>
        </pc:sldMkLst>
        <pc:spChg chg="mod">
          <ac:chgData name="Димитър Минчев" userId="6da192e4-d32c-454b-8615-bbadf07b6639" providerId="ADAL" clId="{7FC3943C-2259-48DF-825E-9C7211540DA8}" dt="2023-02-21T22:14:47.242" v="170" actId="404"/>
          <ac:spMkLst>
            <pc:docMk/>
            <pc:sldMk cId="1683206650" sldId="48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5:13.286" v="179" actId="1076"/>
          <ac:spMkLst>
            <pc:docMk/>
            <pc:sldMk cId="1683206650" sldId="483"/>
            <ac:spMk id="3" creationId="{00000000-0000-0000-0000-000000000000}"/>
          </ac:spMkLst>
        </pc:spChg>
        <pc:spChg chg="mod ord">
          <ac:chgData name="Димитър Минчев" userId="6da192e4-d32c-454b-8615-bbadf07b6639" providerId="ADAL" clId="{7FC3943C-2259-48DF-825E-9C7211540DA8}" dt="2023-02-21T22:15:02.565" v="175" actId="207"/>
          <ac:spMkLst>
            <pc:docMk/>
            <pc:sldMk cId="1683206650" sldId="48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5:06.995" v="177" actId="2085"/>
          <ac:spMkLst>
            <pc:docMk/>
            <pc:sldMk cId="1683206650" sldId="483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5:06.995" v="177" actId="2085"/>
          <ac:spMkLst>
            <pc:docMk/>
            <pc:sldMk cId="1683206650" sldId="483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5:06.995" v="177" actId="2085"/>
          <ac:spMkLst>
            <pc:docMk/>
            <pc:sldMk cId="1683206650" sldId="483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5:09.864" v="178" actId="478"/>
          <ac:spMkLst>
            <pc:docMk/>
            <pc:sldMk cId="1683206650" sldId="483"/>
            <ac:spMk id="9" creationId="{16D978E8-91B7-44BA-9B81-DABD672C7BDD}"/>
          </ac:spMkLst>
        </pc:spChg>
      </pc:sldChg>
      <pc:sldChg chg="delSp modSp add mod">
        <pc:chgData name="Димитър Минчев" userId="6da192e4-d32c-454b-8615-bbadf07b6639" providerId="ADAL" clId="{7FC3943C-2259-48DF-825E-9C7211540DA8}" dt="2023-02-21T22:16:13.530" v="195" actId="478"/>
        <pc:sldMkLst>
          <pc:docMk/>
          <pc:sldMk cId="2321908597" sldId="484"/>
        </pc:sldMkLst>
        <pc:spChg chg="mod">
          <ac:chgData name="Димитър Минчев" userId="6da192e4-d32c-454b-8615-bbadf07b6639" providerId="ADAL" clId="{7FC3943C-2259-48DF-825E-9C7211540DA8}" dt="2023-02-21T22:15:46.326" v="187" actId="20577"/>
          <ac:spMkLst>
            <pc:docMk/>
            <pc:sldMk cId="2321908597" sldId="48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6:00.687" v="190" actId="1076"/>
          <ac:spMkLst>
            <pc:docMk/>
            <pc:sldMk cId="2321908597" sldId="48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6:11.682" v="194" actId="207"/>
          <ac:spMkLst>
            <pc:docMk/>
            <pc:sldMk cId="2321908597" sldId="48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6:11.682" v="194" actId="207"/>
          <ac:spMkLst>
            <pc:docMk/>
            <pc:sldMk cId="2321908597" sldId="484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6:13.530" v="195" actId="478"/>
          <ac:spMkLst>
            <pc:docMk/>
            <pc:sldMk cId="2321908597" sldId="484"/>
            <ac:spMk id="7" creationId="{6B809994-0505-4705-917E-C73726615B99}"/>
          </ac:spMkLst>
        </pc:spChg>
      </pc:sldChg>
      <pc:sldChg chg="delSp modSp add mod">
        <pc:chgData name="Димитър Минчев" userId="6da192e4-d32c-454b-8615-bbadf07b6639" providerId="ADAL" clId="{7FC3943C-2259-48DF-825E-9C7211540DA8}" dt="2023-02-21T22:17:31.571" v="238" actId="20577"/>
        <pc:sldMkLst>
          <pc:docMk/>
          <pc:sldMk cId="2925950055" sldId="487"/>
        </pc:sldMkLst>
        <pc:spChg chg="mod">
          <ac:chgData name="Димитър Минчев" userId="6da192e4-d32c-454b-8615-bbadf07b6639" providerId="ADAL" clId="{7FC3943C-2259-48DF-825E-9C7211540DA8}" dt="2023-02-21T22:17:31.571" v="238" actId="20577"/>
          <ac:spMkLst>
            <pc:docMk/>
            <pc:sldMk cId="2925950055" sldId="48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6:44.491" v="206" actId="207"/>
          <ac:spMkLst>
            <pc:docMk/>
            <pc:sldMk cId="2925950055" sldId="48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6:49.085" v="209" actId="478"/>
          <ac:spMkLst>
            <pc:docMk/>
            <pc:sldMk cId="2925950055" sldId="487"/>
            <ac:spMk id="5" creationId="{B0C88C8F-94B2-46C2-9D38-2135F767B0E8}"/>
          </ac:spMkLst>
        </pc:spChg>
      </pc:sldChg>
      <pc:sldChg chg="addSp delSp modSp add mod modAnim">
        <pc:chgData name="Димитър Минчев" userId="6da192e4-d32c-454b-8615-bbadf07b6639" providerId="ADAL" clId="{7FC3943C-2259-48DF-825E-9C7211540DA8}" dt="2023-02-21T22:19:21.339" v="263"/>
        <pc:sldMkLst>
          <pc:docMk/>
          <pc:sldMk cId="779040101" sldId="488"/>
        </pc:sldMkLst>
        <pc:spChg chg="del mod">
          <ac:chgData name="Димитър Минчев" userId="6da192e4-d32c-454b-8615-bbadf07b6639" providerId="ADAL" clId="{7FC3943C-2259-48DF-825E-9C7211540DA8}" dt="2023-02-21T22:17:37.117" v="239" actId="478"/>
          <ac:spMkLst>
            <pc:docMk/>
            <pc:sldMk cId="779040101" sldId="48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9:16.291" v="262" actId="1076"/>
          <ac:spMkLst>
            <pc:docMk/>
            <pc:sldMk cId="779040101" sldId="488"/>
            <ac:spMk id="11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9:09.431" v="261" actId="478"/>
          <ac:spMkLst>
            <pc:docMk/>
            <pc:sldMk cId="779040101" sldId="488"/>
            <ac:spMk id="12" creationId="{D918C851-E6F0-4F63-80F7-0DC66FD1D358}"/>
          </ac:spMkLst>
        </pc:spChg>
        <pc:spChg chg="add del mod">
          <ac:chgData name="Димитър Минчев" userId="6da192e4-d32c-454b-8615-bbadf07b6639" providerId="ADAL" clId="{7FC3943C-2259-48DF-825E-9C7211540DA8}" dt="2023-02-21T22:17:38.456" v="240" actId="478"/>
          <ac:spMkLst>
            <pc:docMk/>
            <pc:sldMk cId="779040101" sldId="488"/>
            <ac:spMk id="13" creationId="{3D322470-9775-0AA9-E972-4A8538BC8A62}"/>
          </ac:spMkLst>
        </pc:spChg>
        <pc:spChg chg="add mod">
          <ac:chgData name="Димитър Минчев" userId="6da192e4-d32c-454b-8615-bbadf07b6639" providerId="ADAL" clId="{7FC3943C-2259-48DF-825E-9C7211540DA8}" dt="2023-02-21T22:17:41.782" v="243" actId="20577"/>
          <ac:spMkLst>
            <pc:docMk/>
            <pc:sldMk cId="779040101" sldId="488"/>
            <ac:spMk id="14" creationId="{98534596-1AAF-14A2-7E22-F2CB419FDA63}"/>
          </ac:spMkLst>
        </pc:spChg>
      </pc:sldChg>
      <pc:sldChg chg="delSp modSp add mod modAnim">
        <pc:chgData name="Димитър Минчев" userId="6da192e4-d32c-454b-8615-bbadf07b6639" providerId="ADAL" clId="{7FC3943C-2259-48DF-825E-9C7211540DA8}" dt="2023-02-21T22:21:14.590" v="299"/>
        <pc:sldMkLst>
          <pc:docMk/>
          <pc:sldMk cId="2872511594" sldId="489"/>
        </pc:sldMkLst>
        <pc:spChg chg="mod">
          <ac:chgData name="Димитър Минчев" userId="6da192e4-d32c-454b-8615-bbadf07b6639" providerId="ADAL" clId="{7FC3943C-2259-48DF-825E-9C7211540DA8}" dt="2023-02-21T22:20:16.033" v="281" actId="14100"/>
          <ac:spMkLst>
            <pc:docMk/>
            <pc:sldMk cId="2872511594" sldId="48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0:55.215" v="292" actId="1076"/>
          <ac:spMkLst>
            <pc:docMk/>
            <pc:sldMk cId="2872511594" sldId="489"/>
            <ac:spMk id="3" creationId="{00000000-0000-0000-0000-000000000000}"/>
          </ac:spMkLst>
        </pc:spChg>
        <pc:spChg chg="mod ord">
          <ac:chgData name="Димитър Минчев" userId="6da192e4-d32c-454b-8615-bbadf07b6639" providerId="ADAL" clId="{7FC3943C-2259-48DF-825E-9C7211540DA8}" dt="2023-02-21T22:21:03.573" v="295" actId="207"/>
          <ac:spMkLst>
            <pc:docMk/>
            <pc:sldMk cId="2872511594" sldId="489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1:08.472" v="297" actId="2085"/>
          <ac:spMkLst>
            <pc:docMk/>
            <pc:sldMk cId="2872511594" sldId="489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1:08.472" v="297" actId="2085"/>
          <ac:spMkLst>
            <pc:docMk/>
            <pc:sldMk cId="2872511594" sldId="489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21:10.260" v="298" actId="478"/>
          <ac:spMkLst>
            <pc:docMk/>
            <pc:sldMk cId="2872511594" sldId="489"/>
            <ac:spMk id="9" creationId="{9E56EDC3-2A27-4BE8-A26E-F7A6D209A7EC}"/>
          </ac:spMkLst>
        </pc:spChg>
      </pc:sldChg>
      <pc:sldChg chg="delSp modSp add mod modAnim">
        <pc:chgData name="Димитър Минчев" userId="6da192e4-d32c-454b-8615-bbadf07b6639" providerId="ADAL" clId="{7FC3943C-2259-48DF-825E-9C7211540DA8}" dt="2023-02-21T22:22:26.143" v="323"/>
        <pc:sldMkLst>
          <pc:docMk/>
          <pc:sldMk cId="1840020016" sldId="490"/>
        </pc:sldMkLst>
        <pc:spChg chg="mod">
          <ac:chgData name="Димитър Минчев" userId="6da192e4-d32c-454b-8615-bbadf07b6639" providerId="ADAL" clId="{7FC3943C-2259-48DF-825E-9C7211540DA8}" dt="2023-02-21T22:22:21.918" v="322" actId="1076"/>
          <ac:spMkLst>
            <pc:docMk/>
            <pc:sldMk cId="1840020016" sldId="49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2:12.995" v="319" actId="1076"/>
          <ac:spMkLst>
            <pc:docMk/>
            <pc:sldMk cId="1840020016" sldId="490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2:12.995" v="319" actId="1076"/>
          <ac:spMkLst>
            <pc:docMk/>
            <pc:sldMk cId="1840020016" sldId="490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22:06.186" v="318" actId="478"/>
          <ac:spMkLst>
            <pc:docMk/>
            <pc:sldMk cId="1840020016" sldId="490"/>
            <ac:spMk id="7" creationId="{C0D8DEE1-645E-48A3-A7D1-8FCD68FE422E}"/>
          </ac:spMkLst>
        </pc:spChg>
      </pc:sldChg>
      <pc:sldChg chg="addSp delSp modSp add mod">
        <pc:chgData name="Димитър Минчев" userId="6da192e4-d32c-454b-8615-bbadf07b6639" providerId="ADAL" clId="{7FC3943C-2259-48DF-825E-9C7211540DA8}" dt="2023-02-21T22:24:55.669" v="364" actId="1076"/>
        <pc:sldMkLst>
          <pc:docMk/>
          <pc:sldMk cId="2804367252" sldId="491"/>
        </pc:sldMkLst>
        <pc:spChg chg="mod">
          <ac:chgData name="Димитър Минчев" userId="6da192e4-d32c-454b-8615-bbadf07b6639" providerId="ADAL" clId="{7FC3943C-2259-48DF-825E-9C7211540DA8}" dt="2023-02-21T22:22:47.995" v="332" actId="1076"/>
          <ac:spMkLst>
            <pc:docMk/>
            <pc:sldMk cId="2804367252" sldId="491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7FC3943C-2259-48DF-825E-9C7211540DA8}" dt="2023-02-21T22:24:01.458" v="355" actId="26606"/>
          <ac:spMkLst>
            <pc:docMk/>
            <pc:sldMk cId="2804367252" sldId="49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2:57.805" v="337" actId="207"/>
          <ac:spMkLst>
            <pc:docMk/>
            <pc:sldMk cId="2804367252" sldId="491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2:57.805" v="337" actId="207"/>
          <ac:spMkLst>
            <pc:docMk/>
            <pc:sldMk cId="2804367252" sldId="491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22:59.596" v="338" actId="478"/>
          <ac:spMkLst>
            <pc:docMk/>
            <pc:sldMk cId="2804367252" sldId="491"/>
            <ac:spMk id="8" creationId="{17DD11AB-5E37-4478-8564-51998DDE152A}"/>
          </ac:spMkLst>
        </pc:spChg>
        <pc:graphicFrameChg chg="add del">
          <ac:chgData name="Димитър Минчев" userId="6da192e4-d32c-454b-8615-bbadf07b6639" providerId="ADAL" clId="{7FC3943C-2259-48DF-825E-9C7211540DA8}" dt="2023-02-21T22:24:01.458" v="355" actId="26606"/>
          <ac:graphicFrameMkLst>
            <pc:docMk/>
            <pc:sldMk cId="2804367252" sldId="491"/>
            <ac:graphicFrameMk id="9" creationId="{54F67F51-F6BB-64DA-A943-B3195273FFD3}"/>
          </ac:graphicFrameMkLst>
        </pc:graphicFrameChg>
        <pc:picChg chg="add mod">
          <ac:chgData name="Димитър Минчев" userId="6da192e4-d32c-454b-8615-bbadf07b6639" providerId="ADAL" clId="{7FC3943C-2259-48DF-825E-9C7211540DA8}" dt="2023-02-21T22:24:04.788" v="356" actId="1076"/>
          <ac:picMkLst>
            <pc:docMk/>
            <pc:sldMk cId="2804367252" sldId="491"/>
            <ac:picMk id="4" creationId="{378B5600-710F-9B25-5CB8-A86A5E0890D6}"/>
          </ac:picMkLst>
        </pc:picChg>
        <pc:picChg chg="add mod">
          <ac:chgData name="Димитър Минчев" userId="6da192e4-d32c-454b-8615-bbadf07b6639" providerId="ADAL" clId="{7FC3943C-2259-48DF-825E-9C7211540DA8}" dt="2023-02-21T22:24:55.669" v="364" actId="1076"/>
          <ac:picMkLst>
            <pc:docMk/>
            <pc:sldMk cId="2804367252" sldId="491"/>
            <ac:picMk id="5" creationId="{2965C7EA-33BA-FC9B-77D6-873719A187CC}"/>
          </ac:picMkLst>
        </pc:picChg>
      </pc:sldChg>
      <pc:sldChg chg="addSp modSp add mod">
        <pc:chgData name="Димитър Минчев" userId="6da192e4-d32c-454b-8615-bbadf07b6639" providerId="ADAL" clId="{7FC3943C-2259-48DF-825E-9C7211540DA8}" dt="2023-02-21T22:24:27.225" v="362" actId="1076"/>
        <pc:sldMkLst>
          <pc:docMk/>
          <pc:sldMk cId="3718064326" sldId="492"/>
        </pc:sldMkLst>
        <pc:spChg chg="mod">
          <ac:chgData name="Димитър Минчев" userId="6da192e4-d32c-454b-8615-bbadf07b6639" providerId="ADAL" clId="{7FC3943C-2259-48DF-825E-9C7211540DA8}" dt="2023-02-21T22:23:29.910" v="347" actId="1076"/>
          <ac:spMkLst>
            <pc:docMk/>
            <pc:sldMk cId="3718064326" sldId="49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3:39.429" v="350"/>
          <ac:spMkLst>
            <pc:docMk/>
            <pc:sldMk cId="3718064326" sldId="49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3:39.429" v="350"/>
          <ac:spMkLst>
            <pc:docMk/>
            <pc:sldMk cId="3718064326" sldId="492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3:39.429" v="350"/>
          <ac:spMkLst>
            <pc:docMk/>
            <pc:sldMk cId="3718064326" sldId="492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04:50.618" v="6"/>
          <ac:spMkLst>
            <pc:docMk/>
            <pc:sldMk cId="3718064326" sldId="492"/>
            <ac:spMk id="8" creationId="{C53479E7-972B-4CBC-BA30-F8FEFF8F271B}"/>
          </ac:spMkLst>
        </pc:spChg>
        <pc:picChg chg="add mod">
          <ac:chgData name="Димитър Минчев" userId="6da192e4-d32c-454b-8615-bbadf07b6639" providerId="ADAL" clId="{7FC3943C-2259-48DF-825E-9C7211540DA8}" dt="2023-02-21T22:24:18.655" v="358" actId="1076"/>
          <ac:picMkLst>
            <pc:docMk/>
            <pc:sldMk cId="3718064326" sldId="492"/>
            <ac:picMk id="3" creationId="{C795E16B-F2D9-C4AE-1870-686CA5CD34DF}"/>
          </ac:picMkLst>
        </pc:picChg>
        <pc:picChg chg="add mod">
          <ac:chgData name="Димитър Минчев" userId="6da192e4-d32c-454b-8615-bbadf07b6639" providerId="ADAL" clId="{7FC3943C-2259-48DF-825E-9C7211540DA8}" dt="2023-02-21T22:24:22.578" v="360" actId="1076"/>
          <ac:picMkLst>
            <pc:docMk/>
            <pc:sldMk cId="3718064326" sldId="492"/>
            <ac:picMk id="4" creationId="{EC955AED-E643-0FC2-3FC2-140916C0CD94}"/>
          </ac:picMkLst>
        </pc:picChg>
        <pc:picChg chg="add mod">
          <ac:chgData name="Димитър Минчев" userId="6da192e4-d32c-454b-8615-bbadf07b6639" providerId="ADAL" clId="{7FC3943C-2259-48DF-825E-9C7211540DA8}" dt="2023-02-21T22:24:27.225" v="362" actId="1076"/>
          <ac:picMkLst>
            <pc:docMk/>
            <pc:sldMk cId="3718064326" sldId="492"/>
            <ac:picMk id="9" creationId="{A01E1705-6F0E-BEB7-40D6-D5E61442E5FF}"/>
          </ac:picMkLst>
        </pc:picChg>
      </pc:sldChg>
      <pc:sldChg chg="addSp delSp modSp add mod modAnim">
        <pc:chgData name="Димитър Минчев" userId="6da192e4-d32c-454b-8615-bbadf07b6639" providerId="ADAL" clId="{7FC3943C-2259-48DF-825E-9C7211540DA8}" dt="2023-02-21T22:26:23.543" v="386" actId="14100"/>
        <pc:sldMkLst>
          <pc:docMk/>
          <pc:sldMk cId="402299811" sldId="494"/>
        </pc:sldMkLst>
        <pc:spChg chg="mod">
          <ac:chgData name="Димитър Минчев" userId="6da192e4-d32c-454b-8615-bbadf07b6639" providerId="ADAL" clId="{7FC3943C-2259-48DF-825E-9C7211540DA8}" dt="2023-02-21T22:25:52.459" v="382" actId="1076"/>
          <ac:spMkLst>
            <pc:docMk/>
            <pc:sldMk cId="402299811" sldId="49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6:23.543" v="386" actId="14100"/>
          <ac:spMkLst>
            <pc:docMk/>
            <pc:sldMk cId="402299811" sldId="49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5:24.986" v="371" actId="207"/>
          <ac:spMkLst>
            <pc:docMk/>
            <pc:sldMk cId="402299811" sldId="49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5:24.986" v="371" actId="207"/>
          <ac:spMkLst>
            <pc:docMk/>
            <pc:sldMk cId="402299811" sldId="494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25:58.650" v="383" actId="113"/>
          <ac:spMkLst>
            <pc:docMk/>
            <pc:sldMk cId="402299811" sldId="494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25:49.492" v="381" actId="478"/>
          <ac:spMkLst>
            <pc:docMk/>
            <pc:sldMk cId="402299811" sldId="494"/>
            <ac:spMk id="8" creationId="{0AB2BDAC-C1DA-4DED-AF6C-447411F0E7D9}"/>
          </ac:spMkLst>
        </pc:spChg>
        <pc:picChg chg="add mod">
          <ac:chgData name="Димитър Минчев" userId="6da192e4-d32c-454b-8615-bbadf07b6639" providerId="ADAL" clId="{7FC3943C-2259-48DF-825E-9C7211540DA8}" dt="2023-02-21T22:25:44.980" v="378" actId="1076"/>
          <ac:picMkLst>
            <pc:docMk/>
            <pc:sldMk cId="402299811" sldId="494"/>
            <ac:picMk id="4" creationId="{74669370-6925-AE26-2A05-1A37781F117D}"/>
          </ac:picMkLst>
        </pc:picChg>
        <pc:picChg chg="add mod">
          <ac:chgData name="Димитър Минчев" userId="6da192e4-d32c-454b-8615-bbadf07b6639" providerId="ADAL" clId="{7FC3943C-2259-48DF-825E-9C7211540DA8}" dt="2023-02-21T22:25:47.928" v="380" actId="1076"/>
          <ac:picMkLst>
            <pc:docMk/>
            <pc:sldMk cId="402299811" sldId="494"/>
            <ac:picMk id="9" creationId="{E5983018-8E48-71D8-9D96-CBCE91C5372F}"/>
          </ac:picMkLst>
        </pc:picChg>
      </pc:sldChg>
      <pc:sldChg chg="delSp modSp add mod">
        <pc:chgData name="Димитър Минчев" userId="6da192e4-d32c-454b-8615-bbadf07b6639" providerId="ADAL" clId="{7FC3943C-2259-48DF-825E-9C7211540DA8}" dt="2023-02-21T22:10:43.675" v="101" actId="478"/>
        <pc:sldMkLst>
          <pc:docMk/>
          <pc:sldMk cId="59554894" sldId="495"/>
        </pc:sldMkLst>
        <pc:spChg chg="mod">
          <ac:chgData name="Димитър Минчев" userId="6da192e4-d32c-454b-8615-bbadf07b6639" providerId="ADAL" clId="{7FC3943C-2259-48DF-825E-9C7211540DA8}" dt="2023-02-21T22:10:41.515" v="100" actId="2711"/>
          <ac:spMkLst>
            <pc:docMk/>
            <pc:sldMk cId="59554894" sldId="49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0:41.515" v="100" actId="2711"/>
          <ac:spMkLst>
            <pc:docMk/>
            <pc:sldMk cId="59554894" sldId="49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0:43.675" v="101" actId="478"/>
          <ac:spMkLst>
            <pc:docMk/>
            <pc:sldMk cId="59554894" sldId="495"/>
            <ac:spMk id="5" creationId="{ED0E39DF-0603-4154-9DC1-3E16709A5AAF}"/>
          </ac:spMkLst>
        </pc:spChg>
      </pc:sldChg>
      <pc:sldChg chg="delSp modSp add mod">
        <pc:chgData name="Димитър Минчев" userId="6da192e4-d32c-454b-8615-bbadf07b6639" providerId="ADAL" clId="{7FC3943C-2259-48DF-825E-9C7211540DA8}" dt="2023-02-21T22:10:34.683" v="99" actId="2711"/>
        <pc:sldMkLst>
          <pc:docMk/>
          <pc:sldMk cId="1611773861" sldId="497"/>
        </pc:sldMkLst>
        <pc:spChg chg="mod">
          <ac:chgData name="Димитър Минчев" userId="6da192e4-d32c-454b-8615-bbadf07b6639" providerId="ADAL" clId="{7FC3943C-2259-48DF-825E-9C7211540DA8}" dt="2023-02-21T22:10:34.683" v="99" actId="2711"/>
          <ac:spMkLst>
            <pc:docMk/>
            <pc:sldMk cId="1611773861" sldId="497"/>
            <ac:spMk id="4" creationId="{00000000-0000-0000-0000-000000000000}"/>
          </ac:spMkLst>
        </pc:spChg>
        <pc:spChg chg="mod">
          <ac:chgData name="Димитър Минчев" userId="6da192e4-d32c-454b-8615-bbadf07b6639" providerId="ADAL" clId="{7FC3943C-2259-48DF-825E-9C7211540DA8}" dt="2023-02-21T22:10:34.683" v="99" actId="2711"/>
          <ac:spMkLst>
            <pc:docMk/>
            <pc:sldMk cId="1611773861" sldId="497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7FC3943C-2259-48DF-825E-9C7211540DA8}" dt="2023-02-21T22:10:21.531" v="95" actId="478"/>
          <ac:spMkLst>
            <pc:docMk/>
            <pc:sldMk cId="1611773861" sldId="497"/>
            <ac:spMk id="8" creationId="{968B327C-AB3B-4223-8935-9C785C71453A}"/>
          </ac:spMkLst>
        </pc:spChg>
        <pc:picChg chg="del">
          <ac:chgData name="Димитър Минчев" userId="6da192e4-d32c-454b-8615-bbadf07b6639" providerId="ADAL" clId="{7FC3943C-2259-48DF-825E-9C7211540DA8}" dt="2023-02-21T22:10:20.542" v="94" actId="478"/>
          <ac:picMkLst>
            <pc:docMk/>
            <pc:sldMk cId="1611773861" sldId="497"/>
            <ac:picMk id="7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7FC3943C-2259-48DF-825E-9C7211540DA8}" dt="2023-02-21T22:04:41.061" v="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7FC3943C-2259-48DF-825E-9C7211540DA8}" dt="2023-02-21T22:04:41.061" v="5"/>
          <ac:spMkLst>
            <pc:docMk/>
            <pc:sldMk cId="2385751420" sldId="571"/>
            <ac:spMk id="8" creationId="{00000000-0000-0000-0000-00000000000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D2421F-BEE0-4F4A-81A6-2D125196C7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29305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resharper/" TargetMode="External"/><Relationship Id="rId2" Type="http://schemas.openxmlformats.org/officeDocument/2006/relationships/hyperlink" Target="https://stylecop.codeplex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Форматиране на код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Да форматираме програмния код правилно?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Защо трябва да форматираме кода?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Форматиране на методи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Форматиране на типове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Често срещани грешки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Подравняване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Автоматизирани инструменти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519" y="317624"/>
            <a:ext cx="10199915" cy="739280"/>
          </a:xfrm>
        </p:spPr>
        <p:txBody>
          <a:bodyPr>
            <a:normAutofit/>
          </a:bodyPr>
          <a:lstStyle/>
          <a:p>
            <a:pPr>
              <a:tabLst/>
            </a:pPr>
            <a:r>
              <a:rPr lang="bg-BG" sz="3600" dirty="0">
                <a:latin typeface="Comfortaa" pitchFamily="2" charset="0"/>
              </a:rPr>
              <a:t>Защо трябва да форматираме кода</a:t>
            </a:r>
            <a:r>
              <a:rPr lang="en-US" sz="3600" dirty="0">
                <a:latin typeface="Comfortaa" pitchFamily="2" charset="0"/>
              </a:rPr>
              <a:t>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53837" y="1118259"/>
            <a:ext cx="9371250" cy="51193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  const    string                    FILE_NAME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="example.bin"  ;  static void Main   (             ){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FileStream   fs=     new FileStream(FILE_NAME,FileMode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   CreateNew)   // Create the writer      for data  .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;BinaryWriter w=new   BinaryWriter     (    fs      );</a:t>
            </a:r>
            <a:b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Write data to                            Test.data.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for(  int i=0;i&lt;11;i++){w.Write((int)i);}w   .Close();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fs   .   Close  (  ) // Create the reader    for data.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;fs=new FileStream(FILE_NAME,FileMode.            Open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  FileAccess.Read)     ;BinaryReader                r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 new BinaryReader(fs);  // Read data from  Test.data.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for (int i = 0; i &lt; 11; i++){ Console      .WriteLine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(r.ReadInt32                                       ())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;}r       .    Close   (   );  fs .  Close  (  )  ;  }</a:t>
            </a:r>
          </a:p>
        </p:txBody>
      </p:sp>
    </p:spTree>
    <p:extLst>
      <p:ext uri="{BB962C8B-B14F-4D97-AF65-F5344CB8AC3E}">
        <p14:creationId xmlns:p14="http://schemas.microsoft.com/office/powerpoint/2010/main" val="175756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04911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Цели на доброто форматиране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Да подобри четливостта на кода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Да подобри възможностите за поддръжка на кода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Основен принцип на форматирането на кода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Всеки стил на форматиране, следващ този принцип, е добър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Всеки друг не 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7034" cy="1325563"/>
          </a:xfrm>
        </p:spPr>
        <p:txBody>
          <a:bodyPr>
            <a:normAutofit/>
          </a:bodyPr>
          <a:lstStyle/>
          <a:p>
            <a:r>
              <a:rPr lang="bg-BG" sz="3400" dirty="0">
                <a:latin typeface="Comfortaa" pitchFamily="2" charset="0"/>
              </a:rPr>
              <a:t>Основни правила за форматиране на кода</a:t>
            </a:r>
            <a:endParaRPr lang="en-US" sz="34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2999" y="3639104"/>
            <a:ext cx="9800112" cy="10800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108000" rIns="144000" bIns="72000">
            <a:spAutoFit/>
          </a:bodyPr>
          <a:lstStyle/>
          <a:p>
            <a:pPr eaLnBrk="0" hangingPunct="0">
              <a:lnSpc>
                <a:spcPts val="3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Форматирането на програмния код трябва да показва неговата логическа структура</a:t>
            </a:r>
            <a:r>
              <a:rPr lang="en-US" sz="28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33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392" y="1617806"/>
            <a:ext cx="10348356" cy="30373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Слагайте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{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}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сами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ред под съответния обграждащ блок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Вмъкнете навътре съдържанието на блока с един </a:t>
            </a:r>
            <a:r>
              <a:rPr lang="en-US" dirty="0">
                <a:latin typeface="Comfortaa" pitchFamily="2" charset="0"/>
              </a:rPr>
              <a:t>[Tab]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Visual Studio </a:t>
            </a:r>
            <a:r>
              <a:rPr lang="bg-BG" dirty="0">
                <a:latin typeface="Comfortaa" pitchFamily="2" charset="0"/>
              </a:rPr>
              <a:t>ще замени този </a:t>
            </a:r>
            <a:r>
              <a:rPr lang="en-US" dirty="0">
                <a:latin typeface="Comfortaa" pitchFamily="2" charset="0"/>
              </a:rPr>
              <a:t>[Tab] </a:t>
            </a:r>
            <a:r>
              <a:rPr lang="bg-BG" dirty="0">
                <a:latin typeface="Comfortaa" pitchFamily="2" charset="0"/>
              </a:rPr>
              <a:t>с</a:t>
            </a:r>
            <a:r>
              <a:rPr lang="en-US" dirty="0">
                <a:latin typeface="Comfortaa" pitchFamily="2" charset="0"/>
              </a:rPr>
              <a:t> 4 </a:t>
            </a:r>
            <a:r>
              <a:rPr lang="bg-BG" dirty="0">
                <a:latin typeface="Comfortaa" pitchFamily="2" charset="0"/>
              </a:rPr>
              <a:t>паузи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392" y="347312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Форматиране на блокове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77636" y="4655126"/>
            <a:ext cx="9814239" cy="17664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(some condition)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Block contents indented by a single [Tab]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VS will replace the [Tab] with 4 spaces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922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631" y="1129563"/>
            <a:ext cx="11065122" cy="744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Използвайте празен ред, за да разделите методите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792" y="229687"/>
            <a:ext cx="10515600" cy="90511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Празни редове между методите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45828" y="1677182"/>
            <a:ext cx="10563648" cy="477053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Factorial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private static ulong CalcFactorial(uint num)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if (num == 0)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return 1;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else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return num * CalcFactorial(num - 1);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static void Main()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ulong factorial = CalcFactorial(5);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Console.WriteLine(factorial);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6878054" y="4342583"/>
            <a:ext cx="3733641" cy="918479"/>
          </a:xfrm>
          <a:prstGeom prst="wedgeRoundRectCallout">
            <a:avLst>
              <a:gd name="adj1" fmla="val -117627"/>
              <a:gd name="adj2" fmla="val -3138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latin typeface="Comfortaa" pitchFamily="2" charset="0"/>
                <a:cs typeface="Consolas" pitchFamily="49" charset="0"/>
              </a:rPr>
              <a:t>Оставете празен ред между методите</a:t>
            </a:r>
            <a:endParaRPr lang="en-US" b="1" noProof="1"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869538" y="2833740"/>
            <a:ext cx="4427854" cy="911313"/>
          </a:xfrm>
          <a:prstGeom prst="wedgeRoundRectCallout">
            <a:avLst>
              <a:gd name="adj1" fmla="val -114471"/>
              <a:gd name="adj2" fmla="val -169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latin typeface="Comfortaa" pitchFamily="2" charset="0"/>
                <a:cs typeface="Consolas" pitchFamily="49" charset="0"/>
              </a:rPr>
              <a:t>Винаги използвайте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 { </a:t>
            </a:r>
            <a:r>
              <a:rPr lang="bg-BG" b="1" noProof="1">
                <a:latin typeface="Comfortaa" pitchFamily="2" charset="0"/>
                <a:cs typeface="Consolas" pitchFamily="49" charset="0"/>
              </a:rPr>
              <a:t>и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 } </a:t>
            </a:r>
            <a:r>
              <a:rPr lang="bg-BG" b="1" noProof="1">
                <a:latin typeface="Comfortaa" pitchFamily="2" charset="0"/>
                <a:cs typeface="Consolas" pitchFamily="49" charset="0"/>
              </a:rPr>
              <a:t>след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 if</a:t>
            </a:r>
          </a:p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mfortaa" pitchFamily="2" charset="0"/>
                <a:cs typeface="Consolas" pitchFamily="49" charset="0"/>
              </a:rPr>
              <a:t>(</a:t>
            </a:r>
            <a:r>
              <a:rPr lang="bg-BG" b="1" noProof="1">
                <a:latin typeface="Comfortaa" pitchFamily="2" charset="0"/>
                <a:cs typeface="Consolas" pitchFamily="49" charset="0"/>
              </a:rPr>
              <a:t>тук за това няма място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724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Вмъкване на методи навътре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Методите трябва да са вмъкнати с един </a:t>
            </a:r>
            <a:r>
              <a:rPr lang="en-US" sz="2400" dirty="0">
                <a:latin typeface="Comfortaa" pitchFamily="2" charset="0"/>
              </a:rPr>
              <a:t>[Tab] </a:t>
            </a:r>
            <a:r>
              <a:rPr lang="bg-BG" sz="2400" dirty="0">
                <a:latin typeface="Comfortaa" pitchFamily="2" charset="0"/>
              </a:rPr>
              <a:t>навътре от тялото на класа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Тялото на метода също да е вмъкнато навътре с един </a:t>
            </a:r>
            <a:r>
              <a:rPr lang="en-US" sz="2400" dirty="0">
                <a:latin typeface="Comfortaa" pitchFamily="2" charset="0"/>
              </a:rPr>
              <a:t>[Tab]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14176" y="3724894"/>
            <a:ext cx="10563648" cy="213904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class IndentationExample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private int Zero()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return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66800" y="4313021"/>
            <a:ext cx="3605861" cy="129540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9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791279" y="4182095"/>
            <a:ext cx="5281824" cy="953453"/>
          </a:xfrm>
          <a:prstGeom prst="wedgeRoundRectCallout">
            <a:avLst>
              <a:gd name="adj1" fmla="val -73332"/>
              <a:gd name="adj2" fmla="val 635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rgbClr val="F7FFE7"/>
                </a:solidFill>
                <a:latin typeface="Comfortaa" pitchFamily="2" charset="0"/>
                <a:cs typeface="Consolas" pitchFamily="49" charset="0"/>
              </a:rPr>
              <a:t>Целият метод е вмъкнат навътре с един </a:t>
            </a:r>
            <a:r>
              <a:rPr lang="en-US" sz="2000" b="1" noProof="1">
                <a:solidFill>
                  <a:srgbClr val="F7FFE7"/>
                </a:solidFill>
                <a:latin typeface="Comfortaa" pitchFamily="2" charset="0"/>
                <a:cs typeface="Consolas" pitchFamily="49" charset="0"/>
              </a:rPr>
              <a:t>[Tab]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6399" y="4884003"/>
            <a:ext cx="2666146" cy="38100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9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2947220" y="6057239"/>
            <a:ext cx="5688118" cy="492831"/>
          </a:xfrm>
          <a:prstGeom prst="wedgeRoundRectCallout">
            <a:avLst>
              <a:gd name="adj1" fmla="val -45276"/>
              <a:gd name="adj2" fmla="val -21323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rgbClr val="F7FFE7"/>
                </a:solidFill>
                <a:latin typeface="Comfortaa" pitchFamily="2" charset="0"/>
                <a:cs typeface="Consolas" pitchFamily="49" charset="0"/>
              </a:rPr>
              <a:t>Тялото на метода също е вмъкнато</a:t>
            </a:r>
            <a:endParaRPr lang="en-US" sz="2000" b="1" noProof="1">
              <a:solidFill>
                <a:srgbClr val="F7FFE7"/>
              </a:solidFill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385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709" y="240561"/>
            <a:ext cx="10515600" cy="1325563"/>
          </a:xfrm>
        </p:spPr>
        <p:txBody>
          <a:bodyPr/>
          <a:lstStyle/>
          <a:p>
            <a:r>
              <a:rPr lang="bg-BG" sz="3800" dirty="0">
                <a:latin typeface="Comfortaa" pitchFamily="2" charset="0"/>
              </a:rPr>
              <a:t>Скоби в декларирането на методи</a:t>
            </a:r>
            <a:endParaRPr lang="en-US" sz="3800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120" y="1467491"/>
            <a:ext cx="9640921" cy="4685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Скобите  в декларирането на методи трябва да са форматирани така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поставяйте паузи между скобите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4800"/>
              </a:spcBef>
            </a:pPr>
            <a:r>
              <a:rPr lang="bg-BG" dirty="0">
                <a:latin typeface="Comfortaa" pitchFamily="2" charset="0"/>
              </a:rPr>
              <a:t>Същото се отнася за условия с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if</a:t>
            </a:r>
            <a:r>
              <a:rPr lang="bg-BG" dirty="0">
                <a:latin typeface="Comfortaa" pitchFamily="2" charset="0"/>
              </a:rPr>
              <a:t> и цикли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for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48567" y="2487696"/>
            <a:ext cx="8558423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static ulong CalculateFactorial(uint num)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382772" y="3563762"/>
            <a:ext cx="8558423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static ulong CalculateFactorial ( uint num ) 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82772" y="4142883"/>
            <a:ext cx="8558423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static ulong CalculateFactorial (uint num) 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382772" y="5317569"/>
            <a:ext cx="8558423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(condition) { … }</a:t>
            </a:r>
          </a:p>
        </p:txBody>
      </p:sp>
      <p:pic>
        <p:nvPicPr>
          <p:cNvPr id="12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99062" y="2294924"/>
            <a:ext cx="859687" cy="81642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99062" y="3628934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5554102" y="5564367"/>
            <a:ext cx="3156298" cy="911313"/>
          </a:xfrm>
          <a:prstGeom prst="wedgeRoundRectCallout">
            <a:avLst>
              <a:gd name="adj1" fmla="val -78334"/>
              <a:gd name="adj2" fmla="val -5075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Скобите трябва да са на отделен ред</a:t>
            </a:r>
            <a:endParaRPr lang="en-US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002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878" y="178999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Отделяйте параметрите на метод със запетая и после пауза</a:t>
            </a:r>
            <a:endParaRPr lang="en-US" sz="2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Не слагайте паузата преди запетаята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Добри примери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600"/>
              </a:spcBef>
            </a:pPr>
            <a:r>
              <a:rPr lang="bg-BG" sz="2000" dirty="0">
                <a:latin typeface="Comfortaa" pitchFamily="2" charset="0"/>
              </a:rPr>
              <a:t>Лоши примери</a:t>
            </a:r>
            <a:r>
              <a:rPr lang="en-US" sz="20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4455" y="346683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Отделяне на параметри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8576" y="3010394"/>
            <a:ext cx="9453305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void RegisterUser(string username, string password)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8576" y="4521164"/>
            <a:ext cx="9440300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void RegisterUser(string username,string password)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48576" y="5092664"/>
            <a:ext cx="9440300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void RegisterUser(string username ,string password)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48576" y="5664164"/>
            <a:ext cx="9440300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void RegisterUser(string username , string password)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48576" y="3559034"/>
            <a:ext cx="9453305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RegisterUser("nakov", "s3cr3t!p@ssw0rd");</a:t>
            </a:r>
          </a:p>
        </p:txBody>
      </p:sp>
      <p:pic>
        <p:nvPicPr>
          <p:cNvPr id="12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48383" y="4874846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69753" y="2985159"/>
            <a:ext cx="894423" cy="81642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57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9456" y="1752600"/>
            <a:ext cx="11173090" cy="480131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List&lt;Report&gt; PrepareReports()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List&lt;Report&gt; reports = new List&lt;Report&gt;();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7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// Create incomes reports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 incomesSalesReport = PrepareIncomesSalesReport();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reports.Add(incomesSalesReport);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 incomesSupportReport = PrepareIncomesSupportReport();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reports.Add(incomesSupportReport);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7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// Create expenses reports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 expensesPayrollReport = PrepareExpensesPayrollReport();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reports.Add(expensesPayrollReport);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 expensesMarketingReport = PrepareExpensesMarketingReport();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reports.Add(expensesMarketingReport);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7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return reports;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7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12" y="1111348"/>
            <a:ext cx="11157032" cy="55636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ts val="3400"/>
              </a:lnSpc>
            </a:pPr>
            <a:r>
              <a:rPr lang="bg-BG" sz="3000" dirty="0">
                <a:latin typeface="Comfortaa" pitchFamily="2" charset="0"/>
              </a:rPr>
              <a:t>Използвайте празен ред, за да отделите логически цялостни части</a:t>
            </a:r>
            <a:r>
              <a:rPr lang="en-US" sz="30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6" y="99344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Празни редове в тялото на метода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7924324" y="2443996"/>
            <a:ext cx="2742486" cy="527804"/>
          </a:xfrm>
          <a:prstGeom prst="wedgeRoundRectCallout">
            <a:avLst>
              <a:gd name="adj1" fmla="val -167911"/>
              <a:gd name="adj2" fmla="val 616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  <a:cs typeface="Consolas" pitchFamily="49" charset="0"/>
              </a:rPr>
              <a:t>Празен ред</a:t>
            </a:r>
            <a:endParaRPr lang="en-US" sz="24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924324" y="3967996"/>
            <a:ext cx="2742486" cy="527804"/>
          </a:xfrm>
          <a:prstGeom prst="wedgeRoundRectCallout">
            <a:avLst>
              <a:gd name="adj1" fmla="val -166059"/>
              <a:gd name="adj2" fmla="val 74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  <a:cs typeface="Consolas" pitchFamily="49" charset="0"/>
              </a:rPr>
              <a:t>Празен ред</a:t>
            </a:r>
            <a:endParaRPr lang="en-US" sz="24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080265" y="5872996"/>
            <a:ext cx="2742486" cy="527804"/>
          </a:xfrm>
          <a:prstGeom prst="wedgeRoundRectCallout">
            <a:avLst>
              <a:gd name="adj1" fmla="val -110503"/>
              <a:gd name="adj2" fmla="val -5339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  <a:cs typeface="Consolas" pitchFamily="49" charset="0"/>
              </a:rPr>
              <a:t>Празен ред</a:t>
            </a:r>
            <a:endParaRPr lang="en-US" sz="24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206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37" y="1367437"/>
            <a:ext cx="11804822" cy="553440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bg-BG" sz="2400" dirty="0">
                <a:latin typeface="Comfortaa" pitchFamily="2" charset="0"/>
              </a:rPr>
              <a:t>Форматиране на класове – вмъкнете тялото на класа с един</a:t>
            </a:r>
            <a:r>
              <a:rPr lang="en-US" sz="2400" dirty="0">
                <a:latin typeface="Comfortaa" pitchFamily="2" charset="0"/>
              </a:rPr>
              <a:t> [Tab]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7" y="359093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Форматиране на типове</a:t>
            </a:r>
            <a:r>
              <a:rPr lang="en-US" dirty="0">
                <a:latin typeface="Comfortaa" pitchFamily="2" charset="0"/>
              </a:rPr>
              <a:t> 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82753" y="1982286"/>
            <a:ext cx="5562599" cy="45166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Dog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Static variables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const string Species = 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"Canis Lupus Familiaris";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Instance variables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private int age;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Constructors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Dog(string name, int age)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this.Name = name;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this.age = age;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21563" y="1952014"/>
            <a:ext cx="5486400" cy="45550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Properties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Name { get; set; }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Methods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Breathe()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// TODO: breathing process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Bark()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Console.WriteLine("wuf-wuf");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Aft>
                <a:spcPts val="3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908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948" y="1761940"/>
            <a:ext cx="10466103" cy="42165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Винаги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използвайте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dirty="0">
                <a:latin typeface="Comfortaa" pitchFamily="2" charset="0"/>
                <a:cs typeface="Consolas" pitchFamily="49" charset="0"/>
              </a:rPr>
              <a:t>{ }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за вложените команди, дори когато е само една команда</a:t>
            </a:r>
            <a:endParaRPr lang="en-US" sz="3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Винаги оставяйте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празен ред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след</a:t>
            </a:r>
            <a:r>
              <a:rPr lang="en-US" sz="3000" dirty="0">
                <a:latin typeface="Comfortaa" pitchFamily="2" charset="0"/>
              </a:rPr>
              <a:t> {   } </a:t>
            </a:r>
            <a:r>
              <a:rPr lang="bg-BG" sz="3000" dirty="0">
                <a:latin typeface="Comfortaa" pitchFamily="2" charset="0"/>
              </a:rPr>
              <a:t>блока</a:t>
            </a:r>
            <a:r>
              <a:rPr lang="en-US" sz="3000" dirty="0">
                <a:latin typeface="Comfortaa" pitchFamily="2" charset="0"/>
              </a:rPr>
              <a:t>!</a:t>
            </a: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Вмъкнете навътре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командите в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тялото на блока</a:t>
            </a:r>
            <a:endParaRPr lang="en-US" sz="3000" b="1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Винаги поставяйте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dirty="0">
                <a:latin typeface="Comfortaa" pitchFamily="2" charset="0"/>
                <a:cs typeface="Consolas" pitchFamily="49" charset="0"/>
              </a:rPr>
              <a:t>{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на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нов ред</a:t>
            </a:r>
            <a:endParaRPr lang="en-US" sz="3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Не вмъквайте с повече от един</a:t>
            </a:r>
            <a:r>
              <a:rPr lang="en-US" sz="3000" dirty="0">
                <a:latin typeface="Comfortaa" pitchFamily="2" charset="0"/>
              </a:rPr>
              <a:t> [Tab]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6813" cy="1325563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Форматиране на условни команди и цикли</a:t>
            </a:r>
            <a:r>
              <a:rPr lang="en-US" sz="3200" b="1" dirty="0">
                <a:latin typeface="Comfortaa" pitchFamily="2" charset="0"/>
              </a:rPr>
              <a:t> [1/2]</a:t>
            </a:r>
          </a:p>
        </p:txBody>
      </p:sp>
    </p:spTree>
    <p:extLst>
      <p:ext uri="{BB962C8B-B14F-4D97-AF65-F5344CB8AC3E}">
        <p14:creationId xmlns:p14="http://schemas.microsoft.com/office/powerpoint/2010/main" val="2925950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696" y="1421865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4800"/>
              </a:spcBef>
            </a:pPr>
            <a:r>
              <a:rPr lang="bg-BG" dirty="0">
                <a:latin typeface="Comfortaa" pitchFamily="2" charset="0"/>
              </a:rPr>
              <a:t>Лоши примери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91520" y="1981747"/>
            <a:ext cx="10563648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 = 0; i &lt; 10;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Console.WriteLine("i = {0}", i);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91520" y="3982193"/>
            <a:ext cx="10563648" cy="67710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i=0; i&lt;10;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Console.WriteLine("i={0}", i);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91520" y="4809917"/>
            <a:ext cx="10563648" cy="3847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i=0; i&lt;10; i++) Console.WriteLine("i={0}", i);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91520" y="5346698"/>
            <a:ext cx="10563648" cy="96949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i=0; i&lt;10; i++)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Console.WriteLine("i={0}", i);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826882" y="2137116"/>
            <a:ext cx="2742486" cy="953453"/>
          </a:xfrm>
          <a:prstGeom prst="wedgeRoundRectCallout">
            <a:avLst>
              <a:gd name="adj1" fmla="val -135737"/>
              <a:gd name="adj2" fmla="val 16496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Липсват скобите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{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и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}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7867782" y="3418208"/>
            <a:ext cx="3712710" cy="1293971"/>
          </a:xfrm>
          <a:prstGeom prst="wedgeRoundRectCallout">
            <a:avLst>
              <a:gd name="adj1" fmla="val -73033"/>
              <a:gd name="adj2" fmla="val 5975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Никога не слагайте много команди на един и същи ред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!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7392227" y="5447963"/>
            <a:ext cx="3859795" cy="953453"/>
          </a:xfrm>
          <a:prstGeom prst="wedgeRoundRectCallout">
            <a:avLst>
              <a:gd name="adj1" fmla="val -91279"/>
              <a:gd name="adj2" fmla="val -3743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Тази скоба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{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трябва да е на следващия ред</a:t>
            </a:r>
            <a:endParaRPr lang="en-US" sz="2000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534596-1AAF-14A2-7E22-F2CB419F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6813" cy="1325563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Форматиране на условни команди и цикли</a:t>
            </a:r>
            <a:r>
              <a:rPr lang="en-US" sz="3200" b="1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779040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2245558"/>
            <a:ext cx="10563648" cy="424731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void PrintList(List&lt;int&gt; ints)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Console.Write("{ ");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foreach (int item in ints)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Console.Write(item);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Console.Write(" ");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Console.WriteLine("}");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030" y="1276625"/>
            <a:ext cx="10311740" cy="905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Логически разделят несвързани части от програмния код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Не слагайте празни редове без нужда</a:t>
            </a:r>
            <a:r>
              <a:rPr lang="en-US" sz="2000" dirty="0">
                <a:latin typeface="Comfortaa" pitchFamily="2" charset="0"/>
              </a:rPr>
              <a:t>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439400" cy="110147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Използване на празни редове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677290" y="4514822"/>
            <a:ext cx="3094694" cy="1379101"/>
          </a:xfrm>
          <a:prstGeom prst="wedgeRoundRectCallout">
            <a:avLst>
              <a:gd name="adj1" fmla="val -127305"/>
              <a:gd name="adj2" fmla="val 2079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Празен ред </a:t>
            </a:r>
            <a:b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</a:b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отделя </a:t>
            </a:r>
            <a:b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</a:b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методите</a:t>
            </a:r>
            <a:endParaRPr lang="en-US" sz="24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6677291" y="2738409"/>
            <a:ext cx="4570809" cy="953453"/>
          </a:xfrm>
          <a:prstGeom prst="wedgeRoundRectCallout">
            <a:avLst>
              <a:gd name="adj1" fmla="val -98644"/>
              <a:gd name="adj2" fmla="val 13290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Празен ред след</a:t>
            </a:r>
            <a:b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</a:b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блока</a:t>
            </a:r>
            <a:r>
              <a:rPr lang="en-US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foreach</a:t>
            </a:r>
          </a:p>
        </p:txBody>
      </p:sp>
    </p:spTree>
    <p:extLst>
      <p:ext uri="{BB962C8B-B14F-4D97-AF65-F5344CB8AC3E}">
        <p14:creationId xmlns:p14="http://schemas.microsoft.com/office/powerpoint/2010/main" val="287251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115" y="107438"/>
            <a:ext cx="10361770" cy="1039091"/>
          </a:xfrm>
        </p:spPr>
        <p:txBody>
          <a:bodyPr/>
          <a:lstStyle/>
          <a:p>
            <a:r>
              <a:rPr lang="bg-BG" sz="3600" dirty="0">
                <a:latin typeface="Comfortaa" pitchFamily="2" charset="0"/>
              </a:rPr>
              <a:t>Грешно поставени празни редове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15115" y="1146529"/>
            <a:ext cx="10361770" cy="532453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void PrintList(List&lt;int&gt; ints) 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Console.Write("{ ");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foreach (int item in ints)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Console.Write(item);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Console.Write(" ");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	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Console.WriteLine("}");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...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843843" y="2975431"/>
            <a:ext cx="3616116" cy="1358458"/>
          </a:xfrm>
          <a:prstGeom prst="wedgeRoundRectCallout">
            <a:avLst>
              <a:gd name="adj1" fmla="val -97225"/>
              <a:gd name="adj2" fmla="val 257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За какво служат тези празни редове</a:t>
            </a:r>
            <a:r>
              <a:rPr lang="en-US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40020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4582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Преминете на нов ред след препинателния знак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Вмъкнете навътре втория ред с един </a:t>
            </a:r>
            <a:r>
              <a:rPr lang="en-US" sz="2000" dirty="0">
                <a:latin typeface="Comfortaa" pitchFamily="2" charset="0"/>
              </a:rPr>
              <a:t>[Tab]</a:t>
            </a: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Не вмъквайте следващите редове повече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Примери</a:t>
            </a:r>
            <a:r>
              <a:rPr lang="en-US" sz="20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Прекъсване на дълги редове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14177" y="5292804"/>
            <a:ext cx="10563648" cy="110799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DictionaryEntry&lt;K, V&gt; newEntry = 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new DictionaryEntry&lt;K, V&gt;(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oldEntry.Key,        					oldEntry.Value);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14177" y="3658850"/>
            <a:ext cx="10563648" cy="14465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(matrix[x, y] == 0 || matrix[x - 1, y] == 0 ||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matrix[x + 1, y] == 0 || matrix[x, y - 1] == 0 ||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matrix[x, y + 1] == 0)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…</a:t>
            </a:r>
          </a:p>
        </p:txBody>
      </p:sp>
      <p:pic>
        <p:nvPicPr>
          <p:cNvPr id="4" name="Picture 6" descr="approve, block, cancel, delete, reject icon">
            <a:extLst>
              <a:ext uri="{FF2B5EF4-FFF2-40B4-BE49-F238E27FC236}">
                <a16:creationId xmlns:a16="http://schemas.microsoft.com/office/drawing/2014/main" id="{378B5600-710F-9B25-5CB8-A86A5E089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01242" y="5439608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pprove, block, cancel, delete, reject icon">
            <a:extLst>
              <a:ext uri="{FF2B5EF4-FFF2-40B4-BE49-F238E27FC236}">
                <a16:creationId xmlns:a16="http://schemas.microsoft.com/office/drawing/2014/main" id="{2965C7EA-33BA-FC9B-77D6-873719A18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01242" y="3994759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367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29" y="496336"/>
            <a:ext cx="10868369" cy="840220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Неправилни начини да се прекъсне дълъг ред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1030" y="1482804"/>
            <a:ext cx="10868369" cy="14465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(matrix[x, y] == 0 || matrix[x-1, y] ==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0 || matrix[x+1, y] == 0 || matrix[x, 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y-1] == 0 || matrix[x, y+1] == 0)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…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030" y="3277850"/>
            <a:ext cx="10868369" cy="14465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(matrix[x, y] == 0 || matrix[x-1, y] == 0 || 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matrix[x+1, y] == 0 || matrix[x, y-1] == 0 || 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matrix[x, y+1] == 0)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…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11030" y="5064204"/>
            <a:ext cx="10868369" cy="110799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DictionaryEntry&lt;K, V&gt; newEntry 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= new DictionaryEntry&lt;K, V&gt;(oldEntry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.Key, oldEntry.Value);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C53479E7-972B-4CBC-BA30-F8FEFF8F2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3" name="Picture 6" descr="approve, block, cancel, delete, reject icon">
            <a:extLst>
              <a:ext uri="{FF2B5EF4-FFF2-40B4-BE49-F238E27FC236}">
                <a16:creationId xmlns:a16="http://schemas.microsoft.com/office/drawing/2014/main" id="{C795E16B-F2D9-C4AE-1870-686CA5CD3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79308" y="1797864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approve, block, cancel, delete, reject icon">
            <a:extLst>
              <a:ext uri="{FF2B5EF4-FFF2-40B4-BE49-F238E27FC236}">
                <a16:creationId xmlns:a16="http://schemas.microsoft.com/office/drawing/2014/main" id="{EC955AED-E643-0FC2-3FC2-140916C0C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79308" y="3535619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approve, block, cancel, delete, reject icon">
            <a:extLst>
              <a:ext uri="{FF2B5EF4-FFF2-40B4-BE49-F238E27FC236}">
                <a16:creationId xmlns:a16="http://schemas.microsoft.com/office/drawing/2014/main" id="{A01E1705-6F0E-BEB7-40D6-D5E61442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79307" y="5209987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064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7" y="1303111"/>
            <a:ext cx="6174452" cy="1867601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Всички видове подравняване се смятат за вредоносни</a:t>
            </a:r>
            <a:endParaRPr lang="en-US" sz="24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Подравняването е трудно за поддръжка</a:t>
            </a:r>
            <a:r>
              <a:rPr lang="en-US" sz="2000" dirty="0">
                <a:latin typeface="Comfortaa" pitchFamily="2" charset="0"/>
              </a:rPr>
              <a:t>!</a:t>
            </a:r>
          </a:p>
          <a:p>
            <a:r>
              <a:rPr lang="bg-BG" sz="2400" dirty="0">
                <a:latin typeface="Comfortaa" pitchFamily="2" charset="0"/>
              </a:rPr>
              <a:t>Лоши примери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263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Подравняване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3220720"/>
            <a:ext cx="10462075" cy="14465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          count    = 0;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DateTime      date     = DateTine.Now.Date;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Student       student  = new Student();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List&lt;Student&gt; students = new List&lt;Student&gt;();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14177" y="4876800"/>
            <a:ext cx="10462075" cy="14465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matrix[x, y]                 = 0;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matrix[x + 1, y + 1]         = 0;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matrix[2 * x + y, 2 * y + x] = 0;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matrix[x * y, x * y]         = 0;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888186" y="820045"/>
            <a:ext cx="3783119" cy="1955637"/>
          </a:xfrm>
          <a:prstGeom prst="wedgeRoundRectCallout">
            <a:avLst>
              <a:gd name="adj1" fmla="val -51508"/>
              <a:gd name="adj2" fmla="val 9094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" tIns="36000" rIns="36000" bIns="0" anchor="ctr" anchorCtr="0">
            <a:spAutoFit/>
          </a:bodyPr>
          <a:lstStyle/>
          <a:p>
            <a:pPr algn="ctr" eaLnBrk="0" hangingPunct="0">
              <a:lnSpc>
                <a:spcPts val="27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Представете си да трябва да преименувате </a:t>
            </a:r>
            <a:r>
              <a:rPr lang="en-US" sz="23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Student </a:t>
            </a:r>
            <a:r>
              <a:rPr lang="bg-BG" sz="24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на</a:t>
            </a:r>
            <a:r>
              <a:rPr lang="en-US" sz="24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en-US" sz="23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SchoolStudent</a:t>
            </a:r>
          </a:p>
        </p:txBody>
      </p:sp>
      <p:pic>
        <p:nvPicPr>
          <p:cNvPr id="4" name="Picture 6" descr="approve, block, cancel, delete, reject icon">
            <a:extLst>
              <a:ext uri="{FF2B5EF4-FFF2-40B4-BE49-F238E27FC236}">
                <a16:creationId xmlns:a16="http://schemas.microsoft.com/office/drawing/2014/main" id="{74669370-6925-AE26-2A05-1A37781F1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29927" y="3547392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approve, block, cancel, delete, reject icon">
            <a:extLst>
              <a:ext uri="{FF2B5EF4-FFF2-40B4-BE49-F238E27FC236}">
                <a16:creationId xmlns:a16="http://schemas.microsoft.com/office/drawing/2014/main" id="{E5983018-8E48-71D8-9D96-CBCE91C53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3661" y="5191860"/>
            <a:ext cx="859689" cy="81642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bg-BG" noProof="1">
                <a:latin typeface="Comfortaa" pitchFamily="2" charset="0"/>
              </a:rPr>
              <a:t>Възползвайте се от своята </a:t>
            </a:r>
            <a:r>
              <a:rPr lang="en-US" noProof="1">
                <a:latin typeface="Comfortaa" pitchFamily="2" charset="0"/>
              </a:rPr>
              <a:t>IDE </a:t>
            </a:r>
            <a:r>
              <a:rPr lang="bg-BG" noProof="1">
                <a:latin typeface="Comfortaa" pitchFamily="2" charset="0"/>
              </a:rPr>
              <a:t>при форматирането на кода</a:t>
            </a:r>
            <a:endParaRPr lang="en-US" noProof="1">
              <a:latin typeface="Comfortaa" pitchFamily="2" charset="0"/>
            </a:endParaRPr>
          </a:p>
          <a:p>
            <a:pPr>
              <a:lnSpc>
                <a:spcPct val="95000"/>
              </a:lnSpc>
            </a:pPr>
            <a:r>
              <a:rPr lang="en-US" noProof="1">
                <a:latin typeface="Comfortaa" pitchFamily="2" charset="0"/>
              </a:rPr>
              <a:t>[Ctrl] + K + D </a:t>
            </a:r>
            <a:r>
              <a:rPr lang="bg-BG" noProof="1">
                <a:latin typeface="Comfortaa" pitchFamily="2" charset="0"/>
              </a:rPr>
              <a:t>във</a:t>
            </a:r>
            <a:r>
              <a:rPr lang="en-US" noProof="1">
                <a:latin typeface="Comfortaa" pitchFamily="2" charset="0"/>
              </a:rPr>
              <a:t> Visual Studio</a:t>
            </a:r>
          </a:p>
          <a:p>
            <a:pPr lvl="1">
              <a:lnSpc>
                <a:spcPct val="95000"/>
              </a:lnSpc>
            </a:pPr>
            <a:r>
              <a:rPr lang="bg-BG" noProof="1">
                <a:latin typeface="Comfortaa" pitchFamily="2" charset="0"/>
              </a:rPr>
              <a:t>Автоматично подравняване</a:t>
            </a:r>
            <a:endParaRPr lang="en-US" noProof="1">
              <a:latin typeface="Comfortaa" pitchFamily="2" charset="0"/>
            </a:endParaRPr>
          </a:p>
          <a:p>
            <a:pPr>
              <a:lnSpc>
                <a:spcPct val="95000"/>
              </a:lnSpc>
            </a:pPr>
            <a:r>
              <a:rPr lang="bg-BG" noProof="1">
                <a:latin typeface="Comfortaa" pitchFamily="2" charset="0"/>
              </a:rPr>
              <a:t>Анализиране на стила на кода</a:t>
            </a:r>
            <a:endParaRPr lang="en-US" noProof="1">
              <a:latin typeface="Comfortaa" pitchFamily="2" charset="0"/>
            </a:endParaRPr>
          </a:p>
          <a:p>
            <a:pPr lvl="1">
              <a:lnSpc>
                <a:spcPct val="95000"/>
              </a:lnSpc>
            </a:pPr>
            <a:r>
              <a:rPr lang="en-US" noProof="1">
                <a:latin typeface="Comfortaa" pitchFamily="2" charset="0"/>
              </a:rPr>
              <a:t>StyleCop</a:t>
            </a:r>
          </a:p>
          <a:p>
            <a:pPr lvl="2">
              <a:lnSpc>
                <a:spcPct val="95000"/>
              </a:lnSpc>
            </a:pPr>
            <a:r>
              <a:rPr lang="en-US" noProof="1">
                <a:latin typeface="Comfortaa" pitchFamily="2" charset="0"/>
                <a:hlinkClick r:id="rId2"/>
              </a:rPr>
              <a:t>https://stylecop.codeplex.com/</a:t>
            </a:r>
            <a:endParaRPr lang="en-US" noProof="1">
              <a:latin typeface="Comfortaa" pitchFamily="2" charset="0"/>
            </a:endParaRPr>
          </a:p>
          <a:p>
            <a:pPr lvl="1">
              <a:lnSpc>
                <a:spcPct val="95000"/>
              </a:lnSpc>
            </a:pPr>
            <a:r>
              <a:rPr lang="en-US" noProof="1">
                <a:latin typeface="Comfortaa" pitchFamily="2" charset="0"/>
              </a:rPr>
              <a:t>JetBrains ReSharper</a:t>
            </a:r>
          </a:p>
          <a:p>
            <a:pPr lvl="2">
              <a:lnSpc>
                <a:spcPct val="95000"/>
              </a:lnSpc>
            </a:pPr>
            <a:r>
              <a:rPr lang="en-US" noProof="1">
                <a:latin typeface="Comfortaa" pitchFamily="2" charset="0"/>
                <a:hlinkClick r:id="rId3"/>
              </a:rPr>
              <a:t>https://www.jetbrains.com/resharper/</a:t>
            </a:r>
            <a:endParaRPr lang="en-US" noProof="1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Автоматизирани инструменти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54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770535"/>
            <a:ext cx="10515600" cy="3889953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Съвети за форматиране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Уверете се, че форматирането показва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целта на кода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Конвенции при форматирането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Блокове, типове, параметри на методи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Логическо отделяне на свързани блокове текст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Автоматизиран анализ на кода и инструменти за преработка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73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1813</Words>
  <Application>Microsoft Office PowerPoint</Application>
  <PresentationFormat>Widescreen</PresentationFormat>
  <Paragraphs>283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Comfortaa</vt:lpstr>
      <vt:lpstr>Consolas</vt:lpstr>
      <vt:lpstr>Office Theme</vt:lpstr>
      <vt:lpstr>Форматиране на код</vt:lpstr>
      <vt:lpstr>Съдържание</vt:lpstr>
      <vt:lpstr>Защо трябва да форматираме кода?</vt:lpstr>
      <vt:lpstr>Основни правила за форматиране на кода</vt:lpstr>
      <vt:lpstr>Форматиране на блокове</vt:lpstr>
      <vt:lpstr>Празни редове между методите</vt:lpstr>
      <vt:lpstr>Вмъкване на методи навътре</vt:lpstr>
      <vt:lpstr>Скоби в декларирането на методи</vt:lpstr>
      <vt:lpstr>Отделяне на параметри</vt:lpstr>
      <vt:lpstr>Празни редове в тялото на метода</vt:lpstr>
      <vt:lpstr>Форматиране на типове </vt:lpstr>
      <vt:lpstr>Форматиране на условни команди и цикли [1/2]</vt:lpstr>
      <vt:lpstr>Форматиране на условни команди и цикли [2/2]</vt:lpstr>
      <vt:lpstr>Използване на празни редове</vt:lpstr>
      <vt:lpstr>Грешно поставени празни редове</vt:lpstr>
      <vt:lpstr>Прекъсване на дълги редове</vt:lpstr>
      <vt:lpstr>Неправилни начини да се прекъсне дълъг ред</vt:lpstr>
      <vt:lpstr>Подравняване</vt:lpstr>
      <vt:lpstr>Автоматизирани инструменти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2023-02-21T22:26:28Z</dcterms:modified>
</cp:coreProperties>
</file>