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8"/>
  </p:notesMasterIdLst>
  <p:sldIdLst>
    <p:sldId id="258" r:id="rId2"/>
    <p:sldId id="571" r:id="rId3"/>
    <p:sldId id="475" r:id="rId4"/>
    <p:sldId id="476" r:id="rId5"/>
    <p:sldId id="477" r:id="rId6"/>
    <p:sldId id="478" r:id="rId7"/>
    <p:sldId id="480" r:id="rId8"/>
    <p:sldId id="481" r:id="rId9"/>
    <p:sldId id="482" r:id="rId10"/>
    <p:sldId id="484" r:id="rId11"/>
    <p:sldId id="486" r:id="rId12"/>
    <p:sldId id="487" r:id="rId13"/>
    <p:sldId id="488" r:id="rId14"/>
    <p:sldId id="489" r:id="rId15"/>
    <p:sldId id="491" r:id="rId16"/>
    <p:sldId id="492" r:id="rId17"/>
    <p:sldId id="494" r:id="rId18"/>
    <p:sldId id="496" r:id="rId19"/>
    <p:sldId id="498" r:id="rId20"/>
    <p:sldId id="499" r:id="rId21"/>
    <p:sldId id="500" r:id="rId22"/>
    <p:sldId id="501" r:id="rId23"/>
    <p:sldId id="502" r:id="rId24"/>
    <p:sldId id="503" r:id="rId25"/>
    <p:sldId id="504" r:id="rId26"/>
    <p:sldId id="506" r:id="rId27"/>
    <p:sldId id="507" r:id="rId28"/>
    <p:sldId id="508" r:id="rId29"/>
    <p:sldId id="509" r:id="rId30"/>
    <p:sldId id="510" r:id="rId31"/>
    <p:sldId id="511" r:id="rId32"/>
    <p:sldId id="512" r:id="rId33"/>
    <p:sldId id="513" r:id="rId34"/>
    <p:sldId id="517" r:id="rId35"/>
    <p:sldId id="518" r:id="rId36"/>
    <p:sldId id="524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475"/>
            <p14:sldId id="476"/>
            <p14:sldId id="477"/>
            <p14:sldId id="478"/>
            <p14:sldId id="480"/>
            <p14:sldId id="481"/>
            <p14:sldId id="482"/>
            <p14:sldId id="484"/>
            <p14:sldId id="486"/>
            <p14:sldId id="487"/>
            <p14:sldId id="488"/>
            <p14:sldId id="489"/>
            <p14:sldId id="491"/>
            <p14:sldId id="492"/>
            <p14:sldId id="494"/>
            <p14:sldId id="496"/>
            <p14:sldId id="498"/>
            <p14:sldId id="499"/>
            <p14:sldId id="500"/>
            <p14:sldId id="501"/>
            <p14:sldId id="502"/>
            <p14:sldId id="503"/>
            <p14:sldId id="504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7"/>
            <p14:sldId id="518"/>
            <p14:sldId id="524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9811E-DFA8-4652-8CE6-C1ED530F3F7A}" v="95" dt="2023-02-21T21:56:06.8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Димитър Минчев" userId="6da192e4-d32c-454b-8615-bbadf07b6639" providerId="ADAL" clId="{A629811E-DFA8-4652-8CE6-C1ED530F3F7A}"/>
    <pc:docChg chg="undo custSel addSld modSld">
      <pc:chgData name="Димитър Минчев" userId="6da192e4-d32c-454b-8615-bbadf07b6639" providerId="ADAL" clId="{A629811E-DFA8-4652-8CE6-C1ED530F3F7A}" dt="2023-02-21T21:56:32.266" v="727" actId="1076"/>
      <pc:docMkLst>
        <pc:docMk/>
      </pc:docMkLst>
      <pc:sldChg chg="modSp mod">
        <pc:chgData name="Димитър Минчев" userId="6da192e4-d32c-454b-8615-bbadf07b6639" providerId="ADAL" clId="{A629811E-DFA8-4652-8CE6-C1ED530F3F7A}" dt="2023-02-21T21:29:34.349" v="5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A629811E-DFA8-4652-8CE6-C1ED530F3F7A}" dt="2023-02-21T21:29:27.304" v="3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A629811E-DFA8-4652-8CE6-C1ED530F3F7A}" dt="2023-02-21T21:29:34.349" v="5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A629811E-DFA8-4652-8CE6-C1ED530F3F7A}" dt="2023-02-21T21:30:28.831" v="35" actId="1076"/>
        <pc:sldMkLst>
          <pc:docMk/>
          <pc:sldMk cId="1522319225" sldId="475"/>
        </pc:sldMkLst>
        <pc:spChg chg="mod">
          <ac:chgData name="Димитър Минчев" userId="6da192e4-d32c-454b-8615-bbadf07b6639" providerId="ADAL" clId="{A629811E-DFA8-4652-8CE6-C1ED530F3F7A}" dt="2023-02-21T21:30:05.059" v="29" actId="2711"/>
          <ac:spMkLst>
            <pc:docMk/>
            <pc:sldMk cId="1522319225" sldId="47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0:28.831" v="35" actId="1076"/>
          <ac:spMkLst>
            <pc:docMk/>
            <pc:sldMk cId="1522319225" sldId="47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30:15.044" v="32" actId="478"/>
          <ac:spMkLst>
            <pc:docMk/>
            <pc:sldMk cId="1522319225" sldId="475"/>
            <ac:spMk id="7" creationId="{15B3C177-E3F1-4971-A699-0A4F772461F5}"/>
          </ac:spMkLst>
        </pc:spChg>
        <pc:picChg chg="del">
          <ac:chgData name="Димитър Минчев" userId="6da192e4-d32c-454b-8615-bbadf07b6639" providerId="ADAL" clId="{A629811E-DFA8-4652-8CE6-C1ED530F3F7A}" dt="2023-02-21T21:29:57.613" v="27" actId="478"/>
          <ac:picMkLst>
            <pc:docMk/>
            <pc:sldMk cId="1522319225" sldId="475"/>
            <ac:picMk id="1026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29:58.117" v="28" actId="478"/>
          <ac:picMkLst>
            <pc:docMk/>
            <pc:sldMk cId="1522319225" sldId="475"/>
            <ac:picMk id="166914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1:07.216" v="59" actId="20577"/>
        <pc:sldMkLst>
          <pc:docMk/>
          <pc:sldMk cId="289718026" sldId="476"/>
        </pc:sldMkLst>
        <pc:spChg chg="mod">
          <ac:chgData name="Димитър Минчев" userId="6da192e4-d32c-454b-8615-bbadf07b6639" providerId="ADAL" clId="{A629811E-DFA8-4652-8CE6-C1ED530F3F7A}" dt="2023-02-21T21:30:38.940" v="38" actId="2711"/>
          <ac:spMkLst>
            <pc:docMk/>
            <pc:sldMk cId="289718026" sldId="47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1:07.216" v="59" actId="20577"/>
          <ac:spMkLst>
            <pc:docMk/>
            <pc:sldMk cId="289718026" sldId="47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30:35.837" v="37" actId="478"/>
          <ac:spMkLst>
            <pc:docMk/>
            <pc:sldMk cId="289718026" sldId="476"/>
            <ac:spMk id="8" creationId="{E7B3890B-71FD-4E19-8726-E692455819AA}"/>
          </ac:spMkLst>
        </pc:spChg>
        <pc:picChg chg="mod">
          <ac:chgData name="Димитър Минчев" userId="6da192e4-d32c-454b-8615-bbadf07b6639" providerId="ADAL" clId="{A629811E-DFA8-4652-8CE6-C1ED530F3F7A}" dt="2023-02-21T21:31:01.068" v="45" actId="1076"/>
          <ac:picMkLst>
            <pc:docMk/>
            <pc:sldMk cId="289718026" sldId="476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30:58.045" v="44" actId="1076"/>
          <ac:picMkLst>
            <pc:docMk/>
            <pc:sldMk cId="289718026" sldId="476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0:34.315" v="36" actId="478"/>
          <ac:picMkLst>
            <pc:docMk/>
            <pc:sldMk cId="289718026" sldId="476"/>
            <ac:picMk id="16589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2:03.459" v="68" actId="478"/>
        <pc:sldMkLst>
          <pc:docMk/>
          <pc:sldMk cId="2839242186" sldId="477"/>
        </pc:sldMkLst>
        <pc:spChg chg="mod">
          <ac:chgData name="Димитър Минчев" userId="6da192e4-d32c-454b-8615-bbadf07b6639" providerId="ADAL" clId="{A629811E-DFA8-4652-8CE6-C1ED530F3F7A}" dt="2023-02-21T21:31:22.677" v="61" actId="2711"/>
          <ac:spMkLst>
            <pc:docMk/>
            <pc:sldMk cId="2839242186" sldId="47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1:53.716" v="65" actId="207"/>
          <ac:spMkLst>
            <pc:docMk/>
            <pc:sldMk cId="2839242186" sldId="47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32:03.459" v="68" actId="478"/>
          <ac:spMkLst>
            <pc:docMk/>
            <pc:sldMk cId="2839242186" sldId="477"/>
            <ac:spMk id="7" creationId="{AB97C5F9-B71E-4A33-B968-4C6C43757997}"/>
          </ac:spMkLst>
        </pc:spChg>
        <pc:picChg chg="mod">
          <ac:chgData name="Димитър Минчев" userId="6da192e4-d32c-454b-8615-bbadf07b6639" providerId="ADAL" clId="{A629811E-DFA8-4652-8CE6-C1ED530F3F7A}" dt="2023-02-21T21:31:57.070" v="66" actId="1076"/>
          <ac:picMkLst>
            <pc:docMk/>
            <pc:sldMk cId="2839242186" sldId="477"/>
            <ac:picMk id="5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32:00.612" v="67" actId="1076"/>
          <ac:picMkLst>
            <pc:docMk/>
            <pc:sldMk cId="2839242186" sldId="477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2:39.013" v="79" actId="478"/>
        <pc:sldMkLst>
          <pc:docMk/>
          <pc:sldMk cId="956808098" sldId="478"/>
        </pc:sldMkLst>
        <pc:spChg chg="mod">
          <ac:chgData name="Димитър Минчев" userId="6da192e4-d32c-454b-8615-bbadf07b6639" providerId="ADAL" clId="{A629811E-DFA8-4652-8CE6-C1ED530F3F7A}" dt="2023-02-21T21:32:21.461" v="72" actId="2711"/>
          <ac:spMkLst>
            <pc:docMk/>
            <pc:sldMk cId="956808098" sldId="47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2:30.730" v="76" actId="113"/>
          <ac:spMkLst>
            <pc:docMk/>
            <pc:sldMk cId="956808098" sldId="47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32:39.013" v="79" actId="478"/>
          <ac:spMkLst>
            <pc:docMk/>
            <pc:sldMk cId="956808098" sldId="478"/>
            <ac:spMk id="8" creationId="{44B7D27B-CF0B-4859-89F6-DE54DE2B9469}"/>
          </ac:spMkLst>
        </pc:spChg>
        <pc:picChg chg="mod">
          <ac:chgData name="Димитър Минчев" userId="6da192e4-d32c-454b-8615-bbadf07b6639" providerId="ADAL" clId="{A629811E-DFA8-4652-8CE6-C1ED530F3F7A}" dt="2023-02-21T21:32:35.378" v="78" actId="1076"/>
          <ac:picMkLst>
            <pc:docMk/>
            <pc:sldMk cId="956808098" sldId="478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32:33.944" v="77" actId="1076"/>
          <ac:picMkLst>
            <pc:docMk/>
            <pc:sldMk cId="956808098" sldId="478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2:07.577" v="69" actId="478"/>
          <ac:picMkLst>
            <pc:docMk/>
            <pc:sldMk cId="956808098" sldId="478"/>
            <ac:picMk id="16486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3:09.796" v="101" actId="478"/>
        <pc:sldMkLst>
          <pc:docMk/>
          <pc:sldMk cId="2144431177" sldId="480"/>
        </pc:sldMkLst>
        <pc:spChg chg="mod">
          <ac:chgData name="Димитър Минчев" userId="6da192e4-d32c-454b-8615-bbadf07b6639" providerId="ADAL" clId="{A629811E-DFA8-4652-8CE6-C1ED530F3F7A}" dt="2023-02-21T21:32:46.508" v="80" actId="2711"/>
          <ac:spMkLst>
            <pc:docMk/>
            <pc:sldMk cId="2144431177" sldId="48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3:07.404" v="100" actId="207"/>
          <ac:spMkLst>
            <pc:docMk/>
            <pc:sldMk cId="2144431177" sldId="48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33:09.796" v="101" actId="478"/>
          <ac:spMkLst>
            <pc:docMk/>
            <pc:sldMk cId="2144431177" sldId="480"/>
            <ac:spMk id="7" creationId="{9EC8F7FE-F957-4182-ACD3-435FBE9E1ADC}"/>
          </ac:spMkLst>
        </pc:spChg>
        <pc:picChg chg="mod">
          <ac:chgData name="Димитър Минчев" userId="6da192e4-d32c-454b-8615-bbadf07b6639" providerId="ADAL" clId="{A629811E-DFA8-4652-8CE6-C1ED530F3F7A}" dt="2023-02-21T21:32:53.134" v="82" actId="1076"/>
          <ac:picMkLst>
            <pc:docMk/>
            <pc:sldMk cId="2144431177" sldId="480"/>
            <ac:picMk id="5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32:51.444" v="81" actId="1076"/>
          <ac:picMkLst>
            <pc:docMk/>
            <pc:sldMk cId="2144431177" sldId="480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4:20.756" v="142" actId="6549"/>
        <pc:sldMkLst>
          <pc:docMk/>
          <pc:sldMk cId="1204330663" sldId="481"/>
        </pc:sldMkLst>
        <pc:spChg chg="mod">
          <ac:chgData name="Димитър Минчев" userId="6da192e4-d32c-454b-8615-bbadf07b6639" providerId="ADAL" clId="{A629811E-DFA8-4652-8CE6-C1ED530F3F7A}" dt="2023-02-21T21:33:25.748" v="105" actId="27636"/>
          <ac:spMkLst>
            <pc:docMk/>
            <pc:sldMk cId="1204330663" sldId="48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4:20.756" v="142" actId="6549"/>
          <ac:spMkLst>
            <pc:docMk/>
            <pc:sldMk cId="1204330663" sldId="48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29:53.116" v="7"/>
          <ac:spMkLst>
            <pc:docMk/>
            <pc:sldMk cId="1204330663" sldId="481"/>
            <ac:spMk id="8" creationId="{1CB2D48F-D5BE-4C5B-944D-DF372536C85C}"/>
          </ac:spMkLst>
        </pc:spChg>
        <pc:picChg chg="mod">
          <ac:chgData name="Димитър Минчев" userId="6da192e4-d32c-454b-8615-bbadf07b6639" providerId="ADAL" clId="{A629811E-DFA8-4652-8CE6-C1ED530F3F7A}" dt="2023-02-21T21:33:38.349" v="109" actId="1076"/>
          <ac:picMkLst>
            <pc:docMk/>
            <pc:sldMk cId="1204330663" sldId="481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33:38.349" v="109" actId="1076"/>
          <ac:picMkLst>
            <pc:docMk/>
            <pc:sldMk cId="1204330663" sldId="481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3:16.608" v="102" actId="478"/>
          <ac:picMkLst>
            <pc:docMk/>
            <pc:sldMk cId="1204330663" sldId="481"/>
            <ac:picMk id="16282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4:11.873" v="132" actId="6549"/>
        <pc:sldMkLst>
          <pc:docMk/>
          <pc:sldMk cId="3847307778" sldId="482"/>
        </pc:sldMkLst>
        <pc:spChg chg="mod">
          <ac:chgData name="Димитър Минчев" userId="6da192e4-d32c-454b-8615-bbadf07b6639" providerId="ADAL" clId="{A629811E-DFA8-4652-8CE6-C1ED530F3F7A}" dt="2023-02-21T21:33:48.948" v="111" actId="2711"/>
          <ac:spMkLst>
            <pc:docMk/>
            <pc:sldMk cId="3847307778" sldId="48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4:11.873" v="132" actId="6549"/>
          <ac:spMkLst>
            <pc:docMk/>
            <pc:sldMk cId="3847307778" sldId="48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29:53.116" v="7"/>
          <ac:spMkLst>
            <pc:docMk/>
            <pc:sldMk cId="3847307778" sldId="482"/>
            <ac:spMk id="8" creationId="{8D9589E9-7EB9-4B5D-97EE-E1B52B2123AF}"/>
          </ac:spMkLst>
        </pc:spChg>
        <pc:picChg chg="del">
          <ac:chgData name="Димитър Минчев" userId="6da192e4-d32c-454b-8615-bbadf07b6639" providerId="ADAL" clId="{A629811E-DFA8-4652-8CE6-C1ED530F3F7A}" dt="2023-02-21T21:33:45.482" v="110" actId="478"/>
          <ac:picMkLst>
            <pc:docMk/>
            <pc:sldMk cId="3847307778" sldId="482"/>
            <ac:picMk id="205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5:10.327" v="168" actId="1076"/>
        <pc:sldMkLst>
          <pc:docMk/>
          <pc:sldMk cId="284272736" sldId="484"/>
        </pc:sldMkLst>
        <pc:spChg chg="mod">
          <ac:chgData name="Димитър Минчев" userId="6da192e4-d32c-454b-8615-bbadf07b6639" providerId="ADAL" clId="{A629811E-DFA8-4652-8CE6-C1ED530F3F7A}" dt="2023-02-21T21:34:49.868" v="145" actId="2711"/>
          <ac:spMkLst>
            <pc:docMk/>
            <pc:sldMk cId="284272736" sldId="48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5:06.887" v="167" actId="6549"/>
          <ac:spMkLst>
            <pc:docMk/>
            <pc:sldMk cId="284272736" sldId="48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34:43.606" v="144" actId="478"/>
          <ac:spMkLst>
            <pc:docMk/>
            <pc:sldMk cId="284272736" sldId="484"/>
            <ac:spMk id="8" creationId="{65544BD6-4691-4EA8-A4A7-64D5C8411C0E}"/>
          </ac:spMkLst>
        </pc:spChg>
        <pc:picChg chg="mod">
          <ac:chgData name="Димитър Минчев" userId="6da192e4-d32c-454b-8615-bbadf07b6639" providerId="ADAL" clId="{A629811E-DFA8-4652-8CE6-C1ED530F3F7A}" dt="2023-02-21T21:35:10.327" v="168" actId="1076"/>
          <ac:picMkLst>
            <pc:docMk/>
            <pc:sldMk cId="284272736" sldId="484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35:10.327" v="168" actId="1076"/>
          <ac:picMkLst>
            <pc:docMk/>
            <pc:sldMk cId="284272736" sldId="484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4:40.834" v="143" actId="478"/>
          <ac:picMkLst>
            <pc:docMk/>
            <pc:sldMk cId="284272736" sldId="484"/>
            <ac:picMk id="160769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6:26.651" v="204" actId="14100"/>
        <pc:sldMkLst>
          <pc:docMk/>
          <pc:sldMk cId="2125360924" sldId="486"/>
        </pc:sldMkLst>
        <pc:spChg chg="mod">
          <ac:chgData name="Димитър Минчев" userId="6da192e4-d32c-454b-8615-bbadf07b6639" providerId="ADAL" clId="{A629811E-DFA8-4652-8CE6-C1ED530F3F7A}" dt="2023-02-21T21:36:26.651" v="204" actId="14100"/>
          <ac:spMkLst>
            <pc:docMk/>
            <pc:sldMk cId="2125360924" sldId="48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5:54.574" v="188" actId="313"/>
          <ac:spMkLst>
            <pc:docMk/>
            <pc:sldMk cId="2125360924" sldId="48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35:57.776" v="189" actId="478"/>
          <ac:spMkLst>
            <pc:docMk/>
            <pc:sldMk cId="2125360924" sldId="486"/>
            <ac:spMk id="7" creationId="{1D6FB621-224B-4B72-BC06-D4DB84F80CEE}"/>
          </ac:spMkLst>
        </pc:spChg>
        <pc:picChg chg="del">
          <ac:chgData name="Димитър Минчев" userId="6da192e4-d32c-454b-8615-bbadf07b6639" providerId="ADAL" clId="{A629811E-DFA8-4652-8CE6-C1ED530F3F7A}" dt="2023-02-21T21:35:19.697" v="170" actId="478"/>
          <ac:picMkLst>
            <pc:docMk/>
            <pc:sldMk cId="2125360924" sldId="486"/>
            <ac:picMk id="2050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5:18.908" v="169" actId="478"/>
          <ac:picMkLst>
            <pc:docMk/>
            <pc:sldMk cId="2125360924" sldId="486"/>
            <ac:picMk id="159746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29811E-DFA8-4652-8CE6-C1ED530F3F7A}" dt="2023-02-21T21:37:18.887" v="231" actId="478"/>
        <pc:sldMkLst>
          <pc:docMk/>
          <pc:sldMk cId="970450672" sldId="487"/>
        </pc:sldMkLst>
        <pc:spChg chg="del">
          <ac:chgData name="Димитър Минчев" userId="6da192e4-d32c-454b-8615-bbadf07b6639" providerId="ADAL" clId="{A629811E-DFA8-4652-8CE6-C1ED530F3F7A}" dt="2023-02-21T21:36:32.180" v="205" actId="478"/>
          <ac:spMkLst>
            <pc:docMk/>
            <pc:sldMk cId="970450672" sldId="48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7:15.253" v="230" actId="6549"/>
          <ac:spMkLst>
            <pc:docMk/>
            <pc:sldMk cId="970450672" sldId="487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A629811E-DFA8-4652-8CE6-C1ED530F3F7A}" dt="2023-02-21T21:36:33.079" v="206" actId="478"/>
          <ac:spMkLst>
            <pc:docMk/>
            <pc:sldMk cId="970450672" sldId="487"/>
            <ac:spMk id="5" creationId="{7A2FCAE1-0FFF-8BF6-DF87-FB061A1E988C}"/>
          </ac:spMkLst>
        </pc:spChg>
        <pc:spChg chg="add mod">
          <ac:chgData name="Димитър Минчев" userId="6da192e4-d32c-454b-8615-bbadf07b6639" providerId="ADAL" clId="{A629811E-DFA8-4652-8CE6-C1ED530F3F7A}" dt="2023-02-21T21:36:35.861" v="209" actId="20577"/>
          <ac:spMkLst>
            <pc:docMk/>
            <pc:sldMk cId="970450672" sldId="487"/>
            <ac:spMk id="6" creationId="{68E6F09D-7AAF-5E10-BFE2-E27B3FE6B496}"/>
          </ac:spMkLst>
        </pc:spChg>
        <pc:spChg chg="del mod">
          <ac:chgData name="Димитър Минчев" userId="6da192e4-d32c-454b-8615-bbadf07b6639" providerId="ADAL" clId="{A629811E-DFA8-4652-8CE6-C1ED530F3F7A}" dt="2023-02-21T21:37:18.887" v="231" actId="478"/>
          <ac:spMkLst>
            <pc:docMk/>
            <pc:sldMk cId="970450672" sldId="487"/>
            <ac:spMk id="7" creationId="{B3E5C948-6120-4E99-8DD0-28A523CF6E9B}"/>
          </ac:spMkLst>
        </pc:spChg>
        <pc:picChg chg="del">
          <ac:chgData name="Димитър Минчев" userId="6da192e4-d32c-454b-8615-bbadf07b6639" providerId="ADAL" clId="{A629811E-DFA8-4652-8CE6-C1ED530F3F7A}" dt="2023-02-21T21:36:08.866" v="192" actId="478"/>
          <ac:picMkLst>
            <pc:docMk/>
            <pc:sldMk cId="970450672" sldId="487"/>
            <ac:picMk id="3074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6:08.287" v="191" actId="478"/>
          <ac:picMkLst>
            <pc:docMk/>
            <pc:sldMk cId="970450672" sldId="487"/>
            <ac:picMk id="158721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7:41.389" v="244" actId="20577"/>
        <pc:sldMkLst>
          <pc:docMk/>
          <pc:sldMk cId="1264459939" sldId="488"/>
        </pc:sldMkLst>
        <pc:spChg chg="mod">
          <ac:chgData name="Димитър Минчев" userId="6da192e4-d32c-454b-8615-bbadf07b6639" providerId="ADAL" clId="{A629811E-DFA8-4652-8CE6-C1ED530F3F7A}" dt="2023-02-21T21:37:27.275" v="233" actId="2711"/>
          <ac:spMkLst>
            <pc:docMk/>
            <pc:sldMk cId="1264459939" sldId="48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7:41.389" v="244" actId="20577"/>
          <ac:spMkLst>
            <pc:docMk/>
            <pc:sldMk cId="1264459939" sldId="48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29:53.116" v="7"/>
          <ac:spMkLst>
            <pc:docMk/>
            <pc:sldMk cId="1264459939" sldId="488"/>
            <ac:spMk id="8" creationId="{277307A0-62B5-4543-A376-5335FE77D6B6}"/>
          </ac:spMkLst>
        </pc:spChg>
        <pc:picChg chg="mod">
          <ac:chgData name="Димитър Минчев" userId="6da192e4-d32c-454b-8615-bbadf07b6639" providerId="ADAL" clId="{A629811E-DFA8-4652-8CE6-C1ED530F3F7A}" dt="2023-02-21T21:37:36.466" v="236" actId="1076"/>
          <ac:picMkLst>
            <pc:docMk/>
            <pc:sldMk cId="1264459939" sldId="488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37:36.466" v="236" actId="1076"/>
          <ac:picMkLst>
            <pc:docMk/>
            <pc:sldMk cId="1264459939" sldId="488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7:21.780" v="232" actId="478"/>
          <ac:picMkLst>
            <pc:docMk/>
            <pc:sldMk cId="1264459939" sldId="488"/>
            <ac:picMk id="15769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8:17.662" v="262" actId="404"/>
        <pc:sldMkLst>
          <pc:docMk/>
          <pc:sldMk cId="1556138855" sldId="489"/>
        </pc:sldMkLst>
        <pc:spChg chg="mod">
          <ac:chgData name="Димитър Минчев" userId="6da192e4-d32c-454b-8615-bbadf07b6639" providerId="ADAL" clId="{A629811E-DFA8-4652-8CE6-C1ED530F3F7A}" dt="2023-02-21T21:38:17.662" v="262" actId="404"/>
          <ac:spMkLst>
            <pc:docMk/>
            <pc:sldMk cId="1556138855" sldId="48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8:11.036" v="259" actId="113"/>
          <ac:spMkLst>
            <pc:docMk/>
            <pc:sldMk cId="1556138855" sldId="48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38:13.557" v="260" actId="478"/>
          <ac:spMkLst>
            <pc:docMk/>
            <pc:sldMk cId="1556138855" sldId="489"/>
            <ac:spMk id="9" creationId="{66F26E25-69A0-4222-A1BD-69820CD80863}"/>
          </ac:spMkLst>
        </pc:spChg>
        <pc:picChg chg="mod">
          <ac:chgData name="Димитър Минчев" userId="6da192e4-d32c-454b-8615-bbadf07b6639" providerId="ADAL" clId="{A629811E-DFA8-4652-8CE6-C1ED530F3F7A}" dt="2023-02-21T21:37:51.696" v="247" actId="1076"/>
          <ac:picMkLst>
            <pc:docMk/>
            <pc:sldMk cId="1556138855" sldId="489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7:49.054" v="246" actId="478"/>
          <ac:picMkLst>
            <pc:docMk/>
            <pc:sldMk cId="1556138855" sldId="489"/>
            <ac:picMk id="25602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7:48.451" v="245" actId="478"/>
          <ac:picMkLst>
            <pc:docMk/>
            <pc:sldMk cId="1556138855" sldId="489"/>
            <ac:picMk id="15667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39:05.609" v="295" actId="478"/>
        <pc:sldMkLst>
          <pc:docMk/>
          <pc:sldMk cId="2117390680" sldId="491"/>
        </pc:sldMkLst>
        <pc:spChg chg="mod">
          <ac:chgData name="Димитър Минчев" userId="6da192e4-d32c-454b-8615-bbadf07b6639" providerId="ADAL" clId="{A629811E-DFA8-4652-8CE6-C1ED530F3F7A}" dt="2023-02-21T21:38:51.158" v="290" actId="2711"/>
          <ac:spMkLst>
            <pc:docMk/>
            <pc:sldMk cId="2117390680" sldId="49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9:00.832" v="293" actId="113"/>
          <ac:spMkLst>
            <pc:docMk/>
            <pc:sldMk cId="2117390680" sldId="49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39:05.609" v="295" actId="478"/>
          <ac:spMkLst>
            <pc:docMk/>
            <pc:sldMk cId="2117390680" sldId="491"/>
            <ac:spMk id="8" creationId="{91F08A0E-3D20-41C5-905A-840BEF8470AA}"/>
          </ac:spMkLst>
        </pc:spChg>
        <pc:picChg chg="mod">
          <ac:chgData name="Димитър Минчев" userId="6da192e4-d32c-454b-8615-bbadf07b6639" providerId="ADAL" clId="{A629811E-DFA8-4652-8CE6-C1ED530F3F7A}" dt="2023-02-21T21:39:03.559" v="294" actId="1076"/>
          <ac:picMkLst>
            <pc:docMk/>
            <pc:sldMk cId="2117390680" sldId="491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38:26.710" v="265" actId="1076"/>
          <ac:picMkLst>
            <pc:docMk/>
            <pc:sldMk cId="2117390680" sldId="491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8:23.326" v="263" actId="478"/>
          <ac:picMkLst>
            <pc:docMk/>
            <pc:sldMk cId="2117390680" sldId="491"/>
            <ac:picMk id="55298" creationId="{00000000-0000-0000-0000-000000000000}"/>
          </ac:picMkLst>
        </pc:picChg>
      </pc:sldChg>
      <pc:sldChg chg="modSp add mod">
        <pc:chgData name="Димитър Минчев" userId="6da192e4-d32c-454b-8615-bbadf07b6639" providerId="ADAL" clId="{A629811E-DFA8-4652-8CE6-C1ED530F3F7A}" dt="2023-02-21T21:39:39.854" v="310" actId="113"/>
        <pc:sldMkLst>
          <pc:docMk/>
          <pc:sldMk cId="3949970696" sldId="492"/>
        </pc:sldMkLst>
        <pc:spChg chg="mod">
          <ac:chgData name="Димитър Минчев" userId="6da192e4-d32c-454b-8615-bbadf07b6639" providerId="ADAL" clId="{A629811E-DFA8-4652-8CE6-C1ED530F3F7A}" dt="2023-02-21T21:39:13.022" v="296" actId="2711"/>
          <ac:spMkLst>
            <pc:docMk/>
            <pc:sldMk cId="3949970696" sldId="49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39:39.854" v="310" actId="113"/>
          <ac:spMkLst>
            <pc:docMk/>
            <pc:sldMk cId="3949970696" sldId="49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29:53.116" v="7"/>
          <ac:spMkLst>
            <pc:docMk/>
            <pc:sldMk cId="3949970696" sldId="492"/>
            <ac:spMk id="7" creationId="{E95476CC-9EDF-4E0E-B0A2-6EC14C9F1E2B}"/>
          </ac:spMkLst>
        </pc:spChg>
        <pc:picChg chg="mod">
          <ac:chgData name="Димитър Минчев" userId="6da192e4-d32c-454b-8615-bbadf07b6639" providerId="ADAL" clId="{A629811E-DFA8-4652-8CE6-C1ED530F3F7A}" dt="2023-02-21T21:39:29.130" v="307" actId="1076"/>
          <ac:picMkLst>
            <pc:docMk/>
            <pc:sldMk cId="3949970696" sldId="492"/>
            <ac:picMk id="5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39:29.130" v="307" actId="1076"/>
          <ac:picMkLst>
            <pc:docMk/>
            <pc:sldMk cId="3949970696" sldId="492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40:06.157" v="325" actId="1076"/>
        <pc:sldMkLst>
          <pc:docMk/>
          <pc:sldMk cId="732330697" sldId="494"/>
        </pc:sldMkLst>
        <pc:spChg chg="mod">
          <ac:chgData name="Димитър Минчев" userId="6da192e4-d32c-454b-8615-bbadf07b6639" providerId="ADAL" clId="{A629811E-DFA8-4652-8CE6-C1ED530F3F7A}" dt="2023-02-21T21:39:50.764" v="313" actId="2711"/>
          <ac:spMkLst>
            <pc:docMk/>
            <pc:sldMk cId="732330697" sldId="49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0:00.637" v="323" actId="207"/>
          <ac:spMkLst>
            <pc:docMk/>
            <pc:sldMk cId="732330697" sldId="49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0:03.069" v="324" actId="478"/>
          <ac:spMkLst>
            <pc:docMk/>
            <pc:sldMk cId="732330697" sldId="494"/>
            <ac:spMk id="8" creationId="{A591D11A-9015-4D86-ACD3-DFAD0FA01E00}"/>
          </ac:spMkLst>
        </pc:spChg>
        <pc:picChg chg="mod">
          <ac:chgData name="Димитър Минчев" userId="6da192e4-d32c-454b-8615-bbadf07b6639" providerId="ADAL" clId="{A629811E-DFA8-4652-8CE6-C1ED530F3F7A}" dt="2023-02-21T21:40:06.157" v="325" actId="1076"/>
          <ac:picMkLst>
            <pc:docMk/>
            <pc:sldMk cId="732330697" sldId="494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0:06.157" v="325" actId="1076"/>
          <ac:picMkLst>
            <pc:docMk/>
            <pc:sldMk cId="732330697" sldId="494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39:44.084" v="311" actId="478"/>
          <ac:picMkLst>
            <pc:docMk/>
            <pc:sldMk cId="732330697" sldId="494"/>
            <ac:picMk id="15565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40:38.587" v="341" actId="478"/>
        <pc:sldMkLst>
          <pc:docMk/>
          <pc:sldMk cId="1844285419" sldId="496"/>
        </pc:sldMkLst>
        <pc:spChg chg="mod">
          <ac:chgData name="Димитър Минчев" userId="6da192e4-d32c-454b-8615-bbadf07b6639" providerId="ADAL" clId="{A629811E-DFA8-4652-8CE6-C1ED530F3F7A}" dt="2023-02-21T21:40:24.475" v="329" actId="2711"/>
          <ac:spMkLst>
            <pc:docMk/>
            <pc:sldMk cId="1844285419" sldId="49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0:35.785" v="340" actId="113"/>
          <ac:spMkLst>
            <pc:docMk/>
            <pc:sldMk cId="1844285419" sldId="49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0:38.587" v="341" actId="478"/>
          <ac:spMkLst>
            <pc:docMk/>
            <pc:sldMk cId="1844285419" sldId="496"/>
            <ac:spMk id="9" creationId="{F13FEFEA-EBED-41B9-8B8A-15175AADC00B}"/>
          </ac:spMkLst>
        </pc:spChg>
        <pc:picChg chg="mod">
          <ac:chgData name="Димитър Минчев" userId="6da192e4-d32c-454b-8615-bbadf07b6639" providerId="ADAL" clId="{A629811E-DFA8-4652-8CE6-C1ED530F3F7A}" dt="2023-02-21T21:40:16.570" v="328" actId="1076"/>
          <ac:picMkLst>
            <pc:docMk/>
            <pc:sldMk cId="1844285419" sldId="496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0:15.142" v="327" actId="1076"/>
          <ac:picMkLst>
            <pc:docMk/>
            <pc:sldMk cId="1844285419" sldId="496"/>
            <ac:picMk id="8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40:12.049" v="326" actId="478"/>
          <ac:picMkLst>
            <pc:docMk/>
            <pc:sldMk cId="1844285419" sldId="496"/>
            <ac:picMk id="5325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41:37.512" v="380" actId="20577"/>
        <pc:sldMkLst>
          <pc:docMk/>
          <pc:sldMk cId="514481565" sldId="498"/>
        </pc:sldMkLst>
        <pc:spChg chg="mod">
          <ac:chgData name="Димитър Минчев" userId="6da192e4-d32c-454b-8615-bbadf07b6639" providerId="ADAL" clId="{A629811E-DFA8-4652-8CE6-C1ED530F3F7A}" dt="2023-02-21T21:41:37.512" v="380" actId="20577"/>
          <ac:spMkLst>
            <pc:docMk/>
            <pc:sldMk cId="514481565" sldId="49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1:05.825" v="357" actId="207"/>
          <ac:spMkLst>
            <pc:docMk/>
            <pc:sldMk cId="514481565" sldId="49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1:15.493" v="361" actId="478"/>
          <ac:spMkLst>
            <pc:docMk/>
            <pc:sldMk cId="514481565" sldId="498"/>
            <ac:spMk id="8" creationId="{8F6BE4C1-CBDC-4039-9D1A-77C33D7BFB99}"/>
          </ac:spMkLst>
        </pc:spChg>
        <pc:picChg chg="mod">
          <ac:chgData name="Димитър Минчев" userId="6da192e4-d32c-454b-8615-bbadf07b6639" providerId="ADAL" clId="{A629811E-DFA8-4652-8CE6-C1ED530F3F7A}" dt="2023-02-21T21:41:18.046" v="362" actId="1076"/>
          <ac:picMkLst>
            <pc:docMk/>
            <pc:sldMk cId="514481565" sldId="498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1:19.172" v="363" actId="1076"/>
          <ac:picMkLst>
            <pc:docMk/>
            <pc:sldMk cId="514481565" sldId="498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40:43.126" v="342" actId="478"/>
          <ac:picMkLst>
            <pc:docMk/>
            <pc:sldMk cId="514481565" sldId="498"/>
            <ac:picMk id="15462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29811E-DFA8-4652-8CE6-C1ED530F3F7A}" dt="2023-02-21T21:42:19.513" v="403" actId="20577"/>
        <pc:sldMkLst>
          <pc:docMk/>
          <pc:sldMk cId="1622342751" sldId="499"/>
        </pc:sldMkLst>
        <pc:spChg chg="del">
          <ac:chgData name="Димитър Минчев" userId="6da192e4-d32c-454b-8615-bbadf07b6639" providerId="ADAL" clId="{A629811E-DFA8-4652-8CE6-C1ED530F3F7A}" dt="2023-02-21T21:41:43.381" v="381" actId="478"/>
          <ac:spMkLst>
            <pc:docMk/>
            <pc:sldMk cId="1622342751" sldId="49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2:19.513" v="403" actId="20577"/>
          <ac:spMkLst>
            <pc:docMk/>
            <pc:sldMk cId="1622342751" sldId="499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A629811E-DFA8-4652-8CE6-C1ED530F3F7A}" dt="2023-02-21T21:41:46.209" v="382" actId="478"/>
          <ac:spMkLst>
            <pc:docMk/>
            <pc:sldMk cId="1622342751" sldId="499"/>
            <ac:spMk id="5" creationId="{7CF6DE72-91E6-820D-A92A-28A836A1B543}"/>
          </ac:spMkLst>
        </pc:spChg>
        <pc:spChg chg="mod">
          <ac:chgData name="Димитър Минчев" userId="6da192e4-d32c-454b-8615-bbadf07b6639" providerId="ADAL" clId="{A629811E-DFA8-4652-8CE6-C1ED530F3F7A}" dt="2023-02-21T21:29:53.116" v="7"/>
          <ac:spMkLst>
            <pc:docMk/>
            <pc:sldMk cId="1622342751" sldId="499"/>
            <ac:spMk id="9" creationId="{8518845A-AE72-438F-B5FD-721F1C2F5CF6}"/>
          </ac:spMkLst>
        </pc:spChg>
        <pc:spChg chg="add mod">
          <ac:chgData name="Димитър Минчев" userId="6da192e4-d32c-454b-8615-bbadf07b6639" providerId="ADAL" clId="{A629811E-DFA8-4652-8CE6-C1ED530F3F7A}" dt="2023-02-21T21:41:48.692" v="385" actId="20577"/>
          <ac:spMkLst>
            <pc:docMk/>
            <pc:sldMk cId="1622342751" sldId="499"/>
            <ac:spMk id="10" creationId="{91878B94-B0C3-D9C4-F0FF-DE9AF43403D5}"/>
          </ac:spMkLst>
        </pc:spChg>
        <pc:picChg chg="mod">
          <ac:chgData name="Димитър Минчев" userId="6da192e4-d32c-454b-8615-bbadf07b6639" providerId="ADAL" clId="{A629811E-DFA8-4652-8CE6-C1ED530F3F7A}" dt="2023-02-21T21:41:57.521" v="389" actId="1076"/>
          <ac:picMkLst>
            <pc:docMk/>
            <pc:sldMk cId="1622342751" sldId="499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1:59.775" v="391" actId="1076"/>
          <ac:picMkLst>
            <pc:docMk/>
            <pc:sldMk cId="1622342751" sldId="499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1:53.984" v="387" actId="1076"/>
          <ac:picMkLst>
            <pc:docMk/>
            <pc:sldMk cId="1622342751" sldId="499"/>
            <ac:picMk id="8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41:25.084" v="364" actId="478"/>
          <ac:picMkLst>
            <pc:docMk/>
            <pc:sldMk cId="1622342751" sldId="499"/>
            <ac:picMk id="153602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43:53.711" v="424" actId="404"/>
        <pc:sldMkLst>
          <pc:docMk/>
          <pc:sldMk cId="2234487176" sldId="500"/>
        </pc:sldMkLst>
        <pc:spChg chg="mod">
          <ac:chgData name="Димитър Минчев" userId="6da192e4-d32c-454b-8615-bbadf07b6639" providerId="ADAL" clId="{A629811E-DFA8-4652-8CE6-C1ED530F3F7A}" dt="2023-02-21T21:43:53.711" v="424" actId="404"/>
          <ac:spMkLst>
            <pc:docMk/>
            <pc:sldMk cId="2234487176" sldId="50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3:27.526" v="417" actId="207"/>
          <ac:spMkLst>
            <pc:docMk/>
            <pc:sldMk cId="2234487176" sldId="50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3:51.217" v="423" actId="478"/>
          <ac:spMkLst>
            <pc:docMk/>
            <pc:sldMk cId="2234487176" sldId="500"/>
            <ac:spMk id="12" creationId="{81159459-FEFD-41FF-AD25-EFA14DC38F76}"/>
          </ac:spMkLst>
        </pc:spChg>
        <pc:picChg chg="mod">
          <ac:chgData name="Димитър Минчев" userId="6da192e4-d32c-454b-8615-bbadf07b6639" providerId="ADAL" clId="{A629811E-DFA8-4652-8CE6-C1ED530F3F7A}" dt="2023-02-21T21:43:47.892" v="422" actId="1076"/>
          <ac:picMkLst>
            <pc:docMk/>
            <pc:sldMk cId="2234487176" sldId="500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3:31.616" v="418" actId="1076"/>
          <ac:picMkLst>
            <pc:docMk/>
            <pc:sldMk cId="2234487176" sldId="500"/>
            <ac:picMk id="9" creationId="{00000000-0000-0000-0000-000000000000}"/>
          </ac:picMkLst>
        </pc:picChg>
        <pc:picChg chg="del mod">
          <ac:chgData name="Димитър Минчев" userId="6da192e4-d32c-454b-8615-bbadf07b6639" providerId="ADAL" clId="{A629811E-DFA8-4652-8CE6-C1ED530F3F7A}" dt="2023-02-21T21:42:41.511" v="409" actId="478"/>
          <ac:picMkLst>
            <pc:docMk/>
            <pc:sldMk cId="2234487176" sldId="500"/>
            <ac:picMk id="10" creationId="{00000000-0000-0000-0000-000000000000}"/>
          </ac:picMkLst>
        </pc:picChg>
        <pc:picChg chg="del mod">
          <ac:chgData name="Димитър Минчев" userId="6da192e4-d32c-454b-8615-bbadf07b6639" providerId="ADAL" clId="{A629811E-DFA8-4652-8CE6-C1ED530F3F7A}" dt="2023-02-21T21:43:45.469" v="421" actId="478"/>
          <ac:picMkLst>
            <pc:docMk/>
            <pc:sldMk cId="2234487176" sldId="500"/>
            <ac:picMk id="11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42:25.145" v="404" actId="478"/>
          <ac:picMkLst>
            <pc:docMk/>
            <pc:sldMk cId="2234487176" sldId="500"/>
            <ac:picMk id="15257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44:10.091" v="428" actId="478"/>
        <pc:sldMkLst>
          <pc:docMk/>
          <pc:sldMk cId="2132675025" sldId="501"/>
        </pc:sldMkLst>
        <pc:spChg chg="mod">
          <ac:chgData name="Димитър Минчев" userId="6da192e4-d32c-454b-8615-bbadf07b6639" providerId="ADAL" clId="{A629811E-DFA8-4652-8CE6-C1ED530F3F7A}" dt="2023-02-21T21:44:01.984" v="425" actId="2711"/>
          <ac:spMkLst>
            <pc:docMk/>
            <pc:sldMk cId="2132675025" sldId="50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4:05.221" v="426" actId="207"/>
          <ac:spMkLst>
            <pc:docMk/>
            <pc:sldMk cId="2132675025" sldId="50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4:10.091" v="428" actId="478"/>
          <ac:spMkLst>
            <pc:docMk/>
            <pc:sldMk cId="2132675025" sldId="501"/>
            <ac:spMk id="7" creationId="{0348F6E0-E725-42FA-822E-541C4026D4D3}"/>
          </ac:spMkLst>
        </pc:spChg>
        <pc:picChg chg="mod">
          <ac:chgData name="Димитър Минчев" userId="6da192e4-d32c-454b-8615-bbadf07b6639" providerId="ADAL" clId="{A629811E-DFA8-4652-8CE6-C1ED530F3F7A}" dt="2023-02-21T21:44:07.132" v="427" actId="1076"/>
          <ac:picMkLst>
            <pc:docMk/>
            <pc:sldMk cId="2132675025" sldId="501"/>
            <ac:picMk id="6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29811E-DFA8-4652-8CE6-C1ED530F3F7A}" dt="2023-02-21T21:45:24" v="450" actId="207"/>
        <pc:sldMkLst>
          <pc:docMk/>
          <pc:sldMk cId="2261302604" sldId="502"/>
        </pc:sldMkLst>
        <pc:spChg chg="mod">
          <ac:chgData name="Димитър Минчев" userId="6da192e4-d32c-454b-8615-bbadf07b6639" providerId="ADAL" clId="{A629811E-DFA8-4652-8CE6-C1ED530F3F7A}" dt="2023-02-21T21:44:44.717" v="441" actId="113"/>
          <ac:spMkLst>
            <pc:docMk/>
            <pc:sldMk cId="2261302604" sldId="50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5:24" v="450" actId="207"/>
          <ac:spMkLst>
            <pc:docMk/>
            <pc:sldMk cId="2261302604" sldId="502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5:06.987" v="446" actId="478"/>
          <ac:spMkLst>
            <pc:docMk/>
            <pc:sldMk cId="2261302604" sldId="502"/>
            <ac:spMk id="6" creationId="{03ABD3F0-FDD6-4D72-A9F2-4BA7E611C070}"/>
          </ac:spMkLst>
        </pc:spChg>
        <pc:picChg chg="add del mod">
          <ac:chgData name="Димитър Минчев" userId="6da192e4-d32c-454b-8615-bbadf07b6639" providerId="ADAL" clId="{A629811E-DFA8-4652-8CE6-C1ED530F3F7A}" dt="2023-02-21T21:44:25.241" v="432" actId="478"/>
          <ac:picMkLst>
            <pc:docMk/>
            <pc:sldMk cId="2261302604" sldId="502"/>
            <ac:picMk id="4" creationId="{C1A45A75-957E-9963-48C2-FAB2C1786C2E}"/>
          </ac:picMkLst>
        </pc:picChg>
        <pc:picChg chg="del">
          <ac:chgData name="Димитър Минчев" userId="6da192e4-d32c-454b-8615-bbadf07b6639" providerId="ADAL" clId="{A629811E-DFA8-4652-8CE6-C1ED530F3F7A}" dt="2023-02-21T21:44:13.179" v="429" actId="478"/>
          <ac:picMkLst>
            <pc:docMk/>
            <pc:sldMk cId="2261302604" sldId="502"/>
            <ac:picMk id="15053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45:59.151" v="477" actId="478"/>
        <pc:sldMkLst>
          <pc:docMk/>
          <pc:sldMk cId="3817605144" sldId="503"/>
        </pc:sldMkLst>
        <pc:spChg chg="mod">
          <ac:chgData name="Димитър Минчев" userId="6da192e4-d32c-454b-8615-bbadf07b6639" providerId="ADAL" clId="{A629811E-DFA8-4652-8CE6-C1ED530F3F7A}" dt="2023-02-21T21:45:38.962" v="454" actId="404"/>
          <ac:spMkLst>
            <pc:docMk/>
            <pc:sldMk cId="3817605144" sldId="50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5:54.457" v="475" actId="207"/>
          <ac:spMkLst>
            <pc:docMk/>
            <pc:sldMk cId="3817605144" sldId="50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5:59.151" v="477" actId="478"/>
          <ac:spMkLst>
            <pc:docMk/>
            <pc:sldMk cId="3817605144" sldId="503"/>
            <ac:spMk id="10" creationId="{0EBEA421-C9F3-4AFB-87A2-9905B3D8635C}"/>
          </ac:spMkLst>
        </pc:spChg>
        <pc:picChg chg="mod">
          <ac:chgData name="Димитър Минчев" userId="6da192e4-d32c-454b-8615-bbadf07b6639" providerId="ADAL" clId="{A629811E-DFA8-4652-8CE6-C1ED530F3F7A}" dt="2023-02-21T21:45:56.912" v="476" actId="1076"/>
          <ac:picMkLst>
            <pc:docMk/>
            <pc:sldMk cId="3817605144" sldId="503"/>
            <ac:picMk id="9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45:31.724" v="451" actId="478"/>
          <ac:picMkLst>
            <pc:docMk/>
            <pc:sldMk cId="3817605144" sldId="503"/>
            <ac:picMk id="14950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46:25.069" v="490" actId="478"/>
        <pc:sldMkLst>
          <pc:docMk/>
          <pc:sldMk cId="3105554468" sldId="504"/>
        </pc:sldMkLst>
        <pc:spChg chg="mod">
          <ac:chgData name="Димитър Минчев" userId="6da192e4-d32c-454b-8615-bbadf07b6639" providerId="ADAL" clId="{A629811E-DFA8-4652-8CE6-C1ED530F3F7A}" dt="2023-02-21T21:46:08.626" v="479" actId="2711"/>
          <ac:spMkLst>
            <pc:docMk/>
            <pc:sldMk cId="3105554468" sldId="50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6:19.862" v="488" actId="207"/>
          <ac:spMkLst>
            <pc:docMk/>
            <pc:sldMk cId="3105554468" sldId="50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6:25.069" v="490" actId="478"/>
          <ac:spMkLst>
            <pc:docMk/>
            <pc:sldMk cId="3105554468" sldId="504"/>
            <ac:spMk id="8" creationId="{D35E64A5-0B70-4E06-9BD4-534356A652EF}"/>
          </ac:spMkLst>
        </pc:spChg>
        <pc:picChg chg="mod">
          <ac:chgData name="Димитър Минчев" userId="6da192e4-d32c-454b-8615-bbadf07b6639" providerId="ADAL" clId="{A629811E-DFA8-4652-8CE6-C1ED530F3F7A}" dt="2023-02-21T21:46:23.914" v="489" actId="1076"/>
          <ac:picMkLst>
            <pc:docMk/>
            <pc:sldMk cId="3105554468" sldId="504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6:23.914" v="489" actId="1076"/>
          <ac:picMkLst>
            <pc:docMk/>
            <pc:sldMk cId="3105554468" sldId="504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46:02.920" v="478" actId="478"/>
          <ac:picMkLst>
            <pc:docMk/>
            <pc:sldMk cId="3105554468" sldId="504"/>
            <ac:picMk id="148482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47:25.269" v="532" actId="20577"/>
        <pc:sldMkLst>
          <pc:docMk/>
          <pc:sldMk cId="3763093282" sldId="506"/>
        </pc:sldMkLst>
        <pc:spChg chg="mod">
          <ac:chgData name="Димитър Минчев" userId="6da192e4-d32c-454b-8615-bbadf07b6639" providerId="ADAL" clId="{A629811E-DFA8-4652-8CE6-C1ED530F3F7A}" dt="2023-02-21T21:47:25.269" v="532" actId="20577"/>
          <ac:spMkLst>
            <pc:docMk/>
            <pc:sldMk cId="3763093282" sldId="50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6:56.585" v="501" actId="27636"/>
          <ac:spMkLst>
            <pc:docMk/>
            <pc:sldMk cId="3763093282" sldId="50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6:39.086" v="495" actId="478"/>
          <ac:spMkLst>
            <pc:docMk/>
            <pc:sldMk cId="3763093282" sldId="506"/>
            <ac:spMk id="6" creationId="{F9DE9494-DC15-4441-BAE1-06BDC72C7DE8}"/>
          </ac:spMkLst>
        </pc:spChg>
        <pc:picChg chg="del">
          <ac:chgData name="Димитър Минчев" userId="6da192e4-d32c-454b-8615-bbadf07b6639" providerId="ADAL" clId="{A629811E-DFA8-4652-8CE6-C1ED530F3F7A}" dt="2023-02-21T21:46:28.111" v="491" actId="478"/>
          <ac:picMkLst>
            <pc:docMk/>
            <pc:sldMk cId="3763093282" sldId="506"/>
            <ac:picMk id="14745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29811E-DFA8-4652-8CE6-C1ED530F3F7A}" dt="2023-02-21T21:47:58.239" v="542" actId="478"/>
        <pc:sldMkLst>
          <pc:docMk/>
          <pc:sldMk cId="2863959584" sldId="507"/>
        </pc:sldMkLst>
        <pc:spChg chg="del">
          <ac:chgData name="Димитър Минчев" userId="6da192e4-d32c-454b-8615-bbadf07b6639" providerId="ADAL" clId="{A629811E-DFA8-4652-8CE6-C1ED530F3F7A}" dt="2023-02-21T21:47:32.759" v="533" actId="478"/>
          <ac:spMkLst>
            <pc:docMk/>
            <pc:sldMk cId="2863959584" sldId="50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7:52.518" v="540" actId="207"/>
          <ac:spMkLst>
            <pc:docMk/>
            <pc:sldMk cId="2863959584" sldId="507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A629811E-DFA8-4652-8CE6-C1ED530F3F7A}" dt="2023-02-21T21:47:35.024" v="534" actId="478"/>
          <ac:spMkLst>
            <pc:docMk/>
            <pc:sldMk cId="2863959584" sldId="507"/>
            <ac:spMk id="5" creationId="{4F0BB080-F40B-B0F6-7DEA-6AE008D0386B}"/>
          </ac:spMkLst>
        </pc:spChg>
        <pc:spChg chg="del mod">
          <ac:chgData name="Димитър Минчев" userId="6da192e4-d32c-454b-8615-bbadf07b6639" providerId="ADAL" clId="{A629811E-DFA8-4652-8CE6-C1ED530F3F7A}" dt="2023-02-21T21:47:58.239" v="542" actId="478"/>
          <ac:spMkLst>
            <pc:docMk/>
            <pc:sldMk cId="2863959584" sldId="507"/>
            <ac:spMk id="8" creationId="{0B0651D8-67FD-4FF2-AAF2-2655FEF1B6F7}"/>
          </ac:spMkLst>
        </pc:spChg>
        <pc:spChg chg="add mod">
          <ac:chgData name="Димитър Минчев" userId="6da192e4-d32c-454b-8615-bbadf07b6639" providerId="ADAL" clId="{A629811E-DFA8-4652-8CE6-C1ED530F3F7A}" dt="2023-02-21T21:47:37.985" v="537" actId="20577"/>
          <ac:spMkLst>
            <pc:docMk/>
            <pc:sldMk cId="2863959584" sldId="507"/>
            <ac:spMk id="9" creationId="{A2F92A67-23DA-385A-940B-F024EA8D5C61}"/>
          </ac:spMkLst>
        </pc:spChg>
        <pc:picChg chg="mod">
          <ac:chgData name="Димитър Минчев" userId="6da192e4-d32c-454b-8615-bbadf07b6639" providerId="ADAL" clId="{A629811E-DFA8-4652-8CE6-C1ED530F3F7A}" dt="2023-02-21T21:47:56.394" v="541" actId="1076"/>
          <ac:picMkLst>
            <pc:docMk/>
            <pc:sldMk cId="2863959584" sldId="507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7:56.394" v="541" actId="1076"/>
          <ac:picMkLst>
            <pc:docMk/>
            <pc:sldMk cId="2863959584" sldId="507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47:02.578" v="502" actId="478"/>
          <ac:picMkLst>
            <pc:docMk/>
            <pc:sldMk cId="2863959584" sldId="507"/>
            <ac:picMk id="146434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29811E-DFA8-4652-8CE6-C1ED530F3F7A}" dt="2023-02-21T21:48:29.961" v="563" actId="478"/>
        <pc:sldMkLst>
          <pc:docMk/>
          <pc:sldMk cId="2327346779" sldId="508"/>
        </pc:sldMkLst>
        <pc:spChg chg="del">
          <ac:chgData name="Димитър Минчев" userId="6da192e4-d32c-454b-8615-bbadf07b6639" providerId="ADAL" clId="{A629811E-DFA8-4652-8CE6-C1ED530F3F7A}" dt="2023-02-21T21:48:01.445" v="543" actId="478"/>
          <ac:spMkLst>
            <pc:docMk/>
            <pc:sldMk cId="2327346779" sldId="50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8:23.127" v="560" actId="113"/>
          <ac:spMkLst>
            <pc:docMk/>
            <pc:sldMk cId="2327346779" sldId="50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8:29.961" v="563" actId="478"/>
          <ac:spMkLst>
            <pc:docMk/>
            <pc:sldMk cId="2327346779" sldId="508"/>
            <ac:spMk id="7" creationId="{C57618A9-95D1-4BE3-867B-CDCE6300B36F}"/>
          </ac:spMkLst>
        </pc:spChg>
        <pc:spChg chg="add del mod">
          <ac:chgData name="Димитър Минчев" userId="6da192e4-d32c-454b-8615-bbadf07b6639" providerId="ADAL" clId="{A629811E-DFA8-4652-8CE6-C1ED530F3F7A}" dt="2023-02-21T21:48:03.083" v="544" actId="478"/>
          <ac:spMkLst>
            <pc:docMk/>
            <pc:sldMk cId="2327346779" sldId="508"/>
            <ac:spMk id="8" creationId="{DCD44BD1-AFA2-BE06-209C-C62700968838}"/>
          </ac:spMkLst>
        </pc:spChg>
        <pc:spChg chg="add mod">
          <ac:chgData name="Димитър Минчев" userId="6da192e4-d32c-454b-8615-bbadf07b6639" providerId="ADAL" clId="{A629811E-DFA8-4652-8CE6-C1ED530F3F7A}" dt="2023-02-21T21:48:05.745" v="547" actId="20577"/>
          <ac:spMkLst>
            <pc:docMk/>
            <pc:sldMk cId="2327346779" sldId="508"/>
            <ac:spMk id="9" creationId="{F27D3B00-5779-02A3-2FD0-BF8E24CE3113}"/>
          </ac:spMkLst>
        </pc:spChg>
        <pc:picChg chg="mod">
          <ac:chgData name="Димитър Минчев" userId="6da192e4-d32c-454b-8615-bbadf07b6639" providerId="ADAL" clId="{A629811E-DFA8-4652-8CE6-C1ED530F3F7A}" dt="2023-02-21T21:48:28.374" v="562" actId="1076"/>
          <ac:picMkLst>
            <pc:docMk/>
            <pc:sldMk cId="2327346779" sldId="508"/>
            <ac:picMk id="5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8:26.727" v="561" actId="1076"/>
          <ac:picMkLst>
            <pc:docMk/>
            <pc:sldMk cId="2327346779" sldId="508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49:36.262" v="599" actId="404"/>
        <pc:sldMkLst>
          <pc:docMk/>
          <pc:sldMk cId="2067868631" sldId="509"/>
        </pc:sldMkLst>
        <pc:spChg chg="mod">
          <ac:chgData name="Димитър Минчев" userId="6da192e4-d32c-454b-8615-bbadf07b6639" providerId="ADAL" clId="{A629811E-DFA8-4652-8CE6-C1ED530F3F7A}" dt="2023-02-21T21:49:36.262" v="599" actId="404"/>
          <ac:spMkLst>
            <pc:docMk/>
            <pc:sldMk cId="2067868631" sldId="50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9:16.486" v="594" actId="113"/>
          <ac:spMkLst>
            <pc:docMk/>
            <pc:sldMk cId="2067868631" sldId="50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8:49.262" v="568" actId="478"/>
          <ac:spMkLst>
            <pc:docMk/>
            <pc:sldMk cId="2067868631" sldId="50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49:32.892" v="598" actId="478"/>
          <ac:spMkLst>
            <pc:docMk/>
            <pc:sldMk cId="2067868631" sldId="509"/>
            <ac:spMk id="10" creationId="{BC72CA9E-4DED-4EA2-BA60-75AFE98F40F5}"/>
          </ac:spMkLst>
        </pc:spChg>
        <pc:picChg chg="mod">
          <ac:chgData name="Димитър Минчев" userId="6da192e4-d32c-454b-8615-bbadf07b6639" providerId="ADAL" clId="{A629811E-DFA8-4652-8CE6-C1ED530F3F7A}" dt="2023-02-21T21:49:26.213" v="596" actId="1076"/>
          <ac:picMkLst>
            <pc:docMk/>
            <pc:sldMk cId="2067868631" sldId="509"/>
            <ac:picMk id="6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9:30.436" v="597" actId="1076"/>
          <ac:picMkLst>
            <pc:docMk/>
            <pc:sldMk cId="2067868631" sldId="509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49:24.303" v="595" actId="1076"/>
          <ac:picMkLst>
            <pc:docMk/>
            <pc:sldMk cId="2067868631" sldId="509"/>
            <ac:picMk id="9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50:09.812" v="609" actId="404"/>
        <pc:sldMkLst>
          <pc:docMk/>
          <pc:sldMk cId="4211379120" sldId="510"/>
        </pc:sldMkLst>
        <pc:spChg chg="mod">
          <ac:chgData name="Димитър Минчев" userId="6da192e4-d32c-454b-8615-bbadf07b6639" providerId="ADAL" clId="{A629811E-DFA8-4652-8CE6-C1ED530F3F7A}" dt="2023-02-21T21:50:09.812" v="609" actId="404"/>
          <ac:spMkLst>
            <pc:docMk/>
            <pc:sldMk cId="4211379120" sldId="51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0:04.865" v="607" actId="207"/>
          <ac:spMkLst>
            <pc:docMk/>
            <pc:sldMk cId="4211379120" sldId="510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49:56.651" v="605" actId="6549"/>
          <ac:spMkLst>
            <pc:docMk/>
            <pc:sldMk cId="4211379120" sldId="510"/>
            <ac:spMk id="6" creationId="{71A2F57D-5DE9-46C9-8956-E8180E9AE054}"/>
          </ac:spMkLst>
        </pc:spChg>
        <pc:picChg chg="del">
          <ac:chgData name="Димитър Минчев" userId="6da192e4-d32c-454b-8615-bbadf07b6639" providerId="ADAL" clId="{A629811E-DFA8-4652-8CE6-C1ED530F3F7A}" dt="2023-02-21T21:49:40.721" v="600" actId="478"/>
          <ac:picMkLst>
            <pc:docMk/>
            <pc:sldMk cId="4211379120" sldId="510"/>
            <ac:picMk id="144386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A629811E-DFA8-4652-8CE6-C1ED530F3F7A}" dt="2023-02-21T21:51:13.729" v="625" actId="14100"/>
        <pc:sldMkLst>
          <pc:docMk/>
          <pc:sldMk cId="4271285600" sldId="511"/>
        </pc:sldMkLst>
        <pc:spChg chg="mod">
          <ac:chgData name="Димитър Минчев" userId="6da192e4-d32c-454b-8615-bbadf07b6639" providerId="ADAL" clId="{A629811E-DFA8-4652-8CE6-C1ED530F3F7A}" dt="2023-02-21T21:50:21.819" v="610" actId="2711"/>
          <ac:spMkLst>
            <pc:docMk/>
            <pc:sldMk cId="4271285600" sldId="51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1:13.729" v="625" actId="14100"/>
          <ac:spMkLst>
            <pc:docMk/>
            <pc:sldMk cId="4271285600" sldId="51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0:45.990" v="615" actId="207"/>
          <ac:spMkLst>
            <pc:docMk/>
            <pc:sldMk cId="4271285600" sldId="511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0:45.990" v="615" actId="207"/>
          <ac:spMkLst>
            <pc:docMk/>
            <pc:sldMk cId="4271285600" sldId="511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0:57.735" v="620" actId="1076"/>
          <ac:spMkLst>
            <pc:docMk/>
            <pc:sldMk cId="4271285600" sldId="511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51:05.076" v="623" actId="478"/>
          <ac:spMkLst>
            <pc:docMk/>
            <pc:sldMk cId="4271285600" sldId="511"/>
            <ac:spMk id="10" creationId="{6986613B-FFD8-4F9B-92F0-DCD51655B28F}"/>
          </ac:spMkLst>
        </pc:spChg>
        <pc:picChg chg="mod">
          <ac:chgData name="Димитър Минчев" userId="6da192e4-d32c-454b-8615-bbadf07b6639" providerId="ADAL" clId="{A629811E-DFA8-4652-8CE6-C1ED530F3F7A}" dt="2023-02-21T21:51:01.622" v="622" actId="1076"/>
          <ac:picMkLst>
            <pc:docMk/>
            <pc:sldMk cId="4271285600" sldId="511"/>
            <ac:picMk id="11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51:00.294" v="621" actId="1076"/>
          <ac:picMkLst>
            <pc:docMk/>
            <pc:sldMk cId="4271285600" sldId="511"/>
            <ac:picMk id="12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52:33.363" v="648" actId="478"/>
        <pc:sldMkLst>
          <pc:docMk/>
          <pc:sldMk cId="1402563350" sldId="512"/>
        </pc:sldMkLst>
        <pc:spChg chg="mod">
          <ac:chgData name="Димитър Минчев" userId="6da192e4-d32c-454b-8615-bbadf07b6639" providerId="ADAL" clId="{A629811E-DFA8-4652-8CE6-C1ED530F3F7A}" dt="2023-02-21T21:51:34.954" v="629" actId="1076"/>
          <ac:spMkLst>
            <pc:docMk/>
            <pc:sldMk cId="1402563350" sldId="51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1:49.269" v="633" actId="20577"/>
          <ac:spMkLst>
            <pc:docMk/>
            <pc:sldMk cId="1402563350" sldId="51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2:23.285" v="641" actId="1076"/>
          <ac:spMkLst>
            <pc:docMk/>
            <pc:sldMk cId="1402563350" sldId="512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2:25.298" v="642" actId="1076"/>
          <ac:spMkLst>
            <pc:docMk/>
            <pc:sldMk cId="1402563350" sldId="512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2:16.599" v="639" actId="1076"/>
          <ac:spMkLst>
            <pc:docMk/>
            <pc:sldMk cId="1402563350" sldId="512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2:13.542" v="638" actId="1076"/>
          <ac:spMkLst>
            <pc:docMk/>
            <pc:sldMk cId="1402563350" sldId="512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52:33.363" v="648" actId="478"/>
          <ac:spMkLst>
            <pc:docMk/>
            <pc:sldMk cId="1402563350" sldId="512"/>
            <ac:spMk id="14" creationId="{0BA3107C-A61A-48D4-A3CD-1F57F3CBF7F8}"/>
          </ac:spMkLst>
        </pc:spChg>
        <pc:picChg chg="mod">
          <ac:chgData name="Димитър Минчев" userId="6da192e4-d32c-454b-8615-bbadf07b6639" providerId="ADAL" clId="{A629811E-DFA8-4652-8CE6-C1ED530F3F7A}" dt="2023-02-21T21:52:31.692" v="647" actId="1076"/>
          <ac:picMkLst>
            <pc:docMk/>
            <pc:sldMk cId="1402563350" sldId="512"/>
            <ac:picMk id="10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52:30.605" v="646" actId="1076"/>
          <ac:picMkLst>
            <pc:docMk/>
            <pc:sldMk cId="1402563350" sldId="512"/>
            <ac:picMk id="11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52:26.673" v="643" actId="1076"/>
          <ac:picMkLst>
            <pc:docMk/>
            <pc:sldMk cId="1402563350" sldId="512"/>
            <ac:picMk id="12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52:28.107" v="644" actId="1076"/>
          <ac:picMkLst>
            <pc:docMk/>
            <pc:sldMk cId="1402563350" sldId="512"/>
            <ac:picMk id="13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53:51.414" v="679" actId="1076"/>
        <pc:sldMkLst>
          <pc:docMk/>
          <pc:sldMk cId="1134057555" sldId="513"/>
        </pc:sldMkLst>
        <pc:spChg chg="mod">
          <ac:chgData name="Димитър Минчев" userId="6da192e4-d32c-454b-8615-bbadf07b6639" providerId="ADAL" clId="{A629811E-DFA8-4652-8CE6-C1ED530F3F7A}" dt="2023-02-21T21:53:51.414" v="679" actId="1076"/>
          <ac:spMkLst>
            <pc:docMk/>
            <pc:sldMk cId="1134057555" sldId="51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3:51.414" v="679" actId="1076"/>
          <ac:spMkLst>
            <pc:docMk/>
            <pc:sldMk cId="1134057555" sldId="51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3:51.414" v="679" actId="1076"/>
          <ac:spMkLst>
            <pc:docMk/>
            <pc:sldMk cId="1134057555" sldId="513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3:51.414" v="679" actId="1076"/>
          <ac:spMkLst>
            <pc:docMk/>
            <pc:sldMk cId="1134057555" sldId="513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53:48.116" v="678" actId="478"/>
          <ac:spMkLst>
            <pc:docMk/>
            <pc:sldMk cId="1134057555" sldId="513"/>
            <ac:spMk id="10" creationId="{A47C5188-EF2B-44D4-9829-8C8CC6BDC61E}"/>
          </ac:spMkLst>
        </pc:spChg>
        <pc:picChg chg="mod">
          <ac:chgData name="Димитър Минчев" userId="6da192e4-d32c-454b-8615-bbadf07b6639" providerId="ADAL" clId="{A629811E-DFA8-4652-8CE6-C1ED530F3F7A}" dt="2023-02-21T21:53:51.414" v="679" actId="1076"/>
          <ac:picMkLst>
            <pc:docMk/>
            <pc:sldMk cId="1134057555" sldId="513"/>
            <ac:picMk id="8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53:51.414" v="679" actId="1076"/>
          <ac:picMkLst>
            <pc:docMk/>
            <pc:sldMk cId="1134057555" sldId="513"/>
            <ac:picMk id="9" creationId="{00000000-0000-0000-0000-000000000000}"/>
          </ac:picMkLst>
        </pc:picChg>
        <pc:picChg chg="del">
          <ac:chgData name="Димитър Минчев" userId="6da192e4-d32c-454b-8615-bbadf07b6639" providerId="ADAL" clId="{A629811E-DFA8-4652-8CE6-C1ED530F3F7A}" dt="2023-02-21T21:52:44.482" v="652" actId="478"/>
          <ac:picMkLst>
            <pc:docMk/>
            <pc:sldMk cId="1134057555" sldId="513"/>
            <ac:picMk id="14029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54:51.717" v="699" actId="478"/>
        <pc:sldMkLst>
          <pc:docMk/>
          <pc:sldMk cId="1590429741" sldId="517"/>
        </pc:sldMkLst>
        <pc:spChg chg="mod">
          <ac:chgData name="Димитър Минчев" userId="6da192e4-d32c-454b-8615-bbadf07b6639" providerId="ADAL" clId="{A629811E-DFA8-4652-8CE6-C1ED530F3F7A}" dt="2023-02-21T21:54:14.741" v="686" actId="14100"/>
          <ac:spMkLst>
            <pc:docMk/>
            <pc:sldMk cId="1590429741" sldId="51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4:39.262" v="695" actId="207"/>
          <ac:spMkLst>
            <pc:docMk/>
            <pc:sldMk cId="1590429741" sldId="51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54:51.717" v="699" actId="478"/>
          <ac:spMkLst>
            <pc:docMk/>
            <pc:sldMk cId="1590429741" sldId="517"/>
            <ac:spMk id="7" creationId="{3DBFB890-819E-42F8-98C4-9A7816185794}"/>
          </ac:spMkLst>
        </pc:spChg>
        <pc:picChg chg="mod">
          <ac:chgData name="Димитър Минчев" userId="6da192e4-d32c-454b-8615-bbadf07b6639" providerId="ADAL" clId="{A629811E-DFA8-4652-8CE6-C1ED530F3F7A}" dt="2023-02-21T21:54:48.128" v="697" actId="1076"/>
          <ac:picMkLst>
            <pc:docMk/>
            <pc:sldMk cId="1590429741" sldId="517"/>
            <ac:picMk id="5" creationId="{00000000-0000-0000-0000-000000000000}"/>
          </ac:picMkLst>
        </pc:picChg>
        <pc:picChg chg="mod">
          <ac:chgData name="Димитър Минчев" userId="6da192e4-d32c-454b-8615-bbadf07b6639" providerId="ADAL" clId="{A629811E-DFA8-4652-8CE6-C1ED530F3F7A}" dt="2023-02-21T21:54:50.222" v="698" actId="1076"/>
          <ac:picMkLst>
            <pc:docMk/>
            <pc:sldMk cId="1590429741" sldId="517"/>
            <ac:picMk id="6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29811E-DFA8-4652-8CE6-C1ED530F3F7A}" dt="2023-02-21T21:56:00.982" v="717" actId="1076"/>
        <pc:sldMkLst>
          <pc:docMk/>
          <pc:sldMk cId="2723406325" sldId="518"/>
        </pc:sldMkLst>
        <pc:spChg chg="mod">
          <ac:chgData name="Димитър Минчев" userId="6da192e4-d32c-454b-8615-bbadf07b6639" providerId="ADAL" clId="{A629811E-DFA8-4652-8CE6-C1ED530F3F7A}" dt="2023-02-21T21:56:00.982" v="717" actId="1076"/>
          <ac:spMkLst>
            <pc:docMk/>
            <pc:sldMk cId="2723406325" sldId="51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5:48.421" v="712" actId="1076"/>
          <ac:spMkLst>
            <pc:docMk/>
            <pc:sldMk cId="2723406325" sldId="518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A629811E-DFA8-4652-8CE6-C1ED530F3F7A}" dt="2023-02-21T21:55:53.782" v="714" actId="478"/>
          <ac:spMkLst>
            <pc:docMk/>
            <pc:sldMk cId="2723406325" sldId="518"/>
            <ac:spMk id="7" creationId="{127C212B-F27E-4682-97EC-AED974BE9FBC}"/>
          </ac:spMkLst>
        </pc:spChg>
        <pc:spChg chg="mod">
          <ac:chgData name="Димитър Минчев" userId="6da192e4-d32c-454b-8615-bbadf07b6639" providerId="ADAL" clId="{A629811E-DFA8-4652-8CE6-C1ED530F3F7A}" dt="2023-02-21T21:55:48.421" v="712" actId="1076"/>
          <ac:spMkLst>
            <pc:docMk/>
            <pc:sldMk cId="2723406325" sldId="518"/>
            <ac:spMk id="8" creationId="{00000000-0000-0000-0000-000000000000}"/>
          </ac:spMkLst>
        </pc:spChg>
        <pc:picChg chg="mod">
          <ac:chgData name="Димитър Минчев" userId="6da192e4-d32c-454b-8615-bbadf07b6639" providerId="ADAL" clId="{A629811E-DFA8-4652-8CE6-C1ED530F3F7A}" dt="2023-02-21T21:55:48.421" v="712" actId="1076"/>
          <ac:picMkLst>
            <pc:docMk/>
            <pc:sldMk cId="2723406325" sldId="518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29811E-DFA8-4652-8CE6-C1ED530F3F7A}" dt="2023-02-21T21:56:32.266" v="727" actId="1076"/>
        <pc:sldMkLst>
          <pc:docMk/>
          <pc:sldMk cId="3358030007" sldId="524"/>
        </pc:sldMkLst>
        <pc:spChg chg="mod">
          <ac:chgData name="Димитър Минчев" userId="6da192e4-d32c-454b-8615-bbadf07b6639" providerId="ADAL" clId="{A629811E-DFA8-4652-8CE6-C1ED530F3F7A}" dt="2023-02-21T21:56:17.790" v="722" actId="2711"/>
          <ac:spMkLst>
            <pc:docMk/>
            <pc:sldMk cId="3358030007" sldId="524"/>
            <ac:spMk id="4" creationId="{00000000-0000-0000-0000-000000000000}"/>
          </ac:spMkLst>
        </pc:spChg>
        <pc:spChg chg="mod">
          <ac:chgData name="Димитър Минчев" userId="6da192e4-d32c-454b-8615-bbadf07b6639" providerId="ADAL" clId="{A629811E-DFA8-4652-8CE6-C1ED530F3F7A}" dt="2023-02-21T21:56:32.266" v="727" actId="1076"/>
          <ac:spMkLst>
            <pc:docMk/>
            <pc:sldMk cId="3358030007" sldId="524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A629811E-DFA8-4652-8CE6-C1ED530F3F7A}" dt="2023-02-21T21:56:08.474" v="719" actId="478"/>
          <ac:spMkLst>
            <pc:docMk/>
            <pc:sldMk cId="3358030007" sldId="524"/>
            <ac:spMk id="8" creationId="{6184FA3E-BA3E-4238-81F7-B021687A1826}"/>
          </ac:spMkLst>
        </pc:spChg>
        <pc:picChg chg="del">
          <ac:chgData name="Димитър Минчев" userId="6da192e4-d32c-454b-8615-bbadf07b6639" providerId="ADAL" clId="{A629811E-DFA8-4652-8CE6-C1ED530F3F7A}" dt="2023-02-21T21:56:06.847" v="718" actId="478"/>
          <ac:picMkLst>
            <pc:docMk/>
            <pc:sldMk cId="3358030007" sldId="524"/>
            <ac:picMk id="7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A629811E-DFA8-4652-8CE6-C1ED530F3F7A}" dt="2023-02-21T21:29:42.848" v="6"/>
        <pc:sldMkLst>
          <pc:docMk/>
          <pc:sldMk cId="2385751420" sldId="571"/>
        </pc:sldMkLst>
        <pc:spChg chg="mod">
          <ac:chgData name="Димитър Минчев" userId="6da192e4-d32c-454b-8615-bbadf07b6639" providerId="ADAL" clId="{A629811E-DFA8-4652-8CE6-C1ED530F3F7A}" dt="2023-02-21T21:29:42.848" v="6"/>
          <ac:spMkLst>
            <pc:docMk/>
            <pc:sldMk cId="2385751420" sldId="571"/>
            <ac:spMk id="8" creationId="{00000000-0000-0000-0000-000000000000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790C5E-71FB-48E9-9953-1764228AB2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13393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AAA06E7-5DC3-4752-9714-AE4FFC2ED6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07993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4.12.2025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msdn.microsoft.com/en-us/library/36b93480.aspx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Именуване на идентификатори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Именуване на променливи, методи, параметри, свойства, константи, класове, интерфейси и др.</a:t>
            </a: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Общи съвети за именуване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Именуване на класове, типове и приложения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Именуване на методи и техните параметри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Именуване на променливи и константи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Други съвети за именуване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24857"/>
            <a:ext cx="10917365" cy="35040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Винаги ползвайте английски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Английският е единственият език, използван от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/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всички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софтуерни разработчици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Избягвайте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съкращенията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scrpCnt</a:t>
            </a:r>
            <a:r>
              <a:rPr lang="en-US" dirty="0">
                <a:latin typeface="Comfortaa" pitchFamily="2" charset="0"/>
              </a:rPr>
              <a:t> vs.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scriptsCount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Избягвайте трудни за произнасяне имена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dtbgRegExPtrn</a:t>
            </a:r>
            <a:r>
              <a:rPr lang="en-US" dirty="0">
                <a:latin typeface="Comfortaa" pitchFamily="2" charset="0"/>
              </a:rPr>
              <a:t> vs.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dateTimeBulgarianRegExPattern</a:t>
            </a:r>
            <a:endParaRPr lang="en-US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Общи съвети за именуване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31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Винаги предпочитайте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смислени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имена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Имена, които биха дали отговор на въпросите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Какво прави този клас</a:t>
            </a:r>
            <a:r>
              <a:rPr lang="en-US" dirty="0">
                <a:latin typeface="Comfortaa" pitchFamily="2" charset="0"/>
              </a:rPr>
              <a:t>? </a:t>
            </a:r>
            <a:r>
              <a:rPr lang="bg-BG" dirty="0">
                <a:latin typeface="Comfortaa" pitchFamily="2" charset="0"/>
              </a:rPr>
              <a:t>Каква е целта на тази променлива</a:t>
            </a:r>
            <a:r>
              <a:rPr lang="en-US" dirty="0">
                <a:latin typeface="Comfortaa" pitchFamily="2" charset="0"/>
              </a:rPr>
              <a:t>? </a:t>
            </a:r>
            <a:r>
              <a:rPr lang="bg-BG" dirty="0">
                <a:latin typeface="Comfortaa" pitchFamily="2" charset="0"/>
              </a:rPr>
              <a:t>За какво се използва тази променлива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bg-BG" dirty="0">
                <a:latin typeface="Comfortaa" pitchFamily="2" charset="0"/>
              </a:rPr>
              <a:t>клас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>
              <a:lnSpc>
                <a:spcPct val="100000"/>
              </a:lnSpc>
            </a:pPr>
            <a:r>
              <a:rPr lang="en-US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FactorialCalculator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studentsCount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Math.PI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configFileName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CreateReport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 </a:t>
            </a:r>
          </a:p>
          <a:p>
            <a:pPr lvl="2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k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k2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k3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junk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f33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KJJ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button1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variable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temp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tmp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temp_var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something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someValue</a:t>
            </a:r>
            <a:endParaRPr lang="en-US" b="1" noProof="1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Използвайте смислени имена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51599" y="3609408"/>
            <a:ext cx="1044755" cy="783771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40970" y="5041063"/>
            <a:ext cx="866014" cy="64968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1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Дали дадено име е смислено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 не зависи от неговия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контекст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(неговия ограждащ тип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Примери за смислени имена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Generate()</a:t>
            </a:r>
            <a:r>
              <a:rPr lang="en-US" b="1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LabyrinthGenerator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Find(string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fileName)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FileFinder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Deposit(decimal amount)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Account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Примери за безсмислени имена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Generate()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Program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Find(string name)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Program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47" y="438164"/>
            <a:ext cx="10217858" cy="111078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Имената трябва да са смислени в контекста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89842" y="3429000"/>
            <a:ext cx="1044755" cy="783771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89842" y="5156861"/>
            <a:ext cx="1052671" cy="78970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24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6740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Неопитни разработчици често използват </a:t>
            </a:r>
            <a:r>
              <a:rPr lang="en-US" dirty="0">
                <a:latin typeface="Comfortaa" pitchFamily="2" charset="0"/>
              </a:rPr>
              <a:t>"</a:t>
            </a:r>
            <a:r>
              <a:rPr lang="bg-BG" dirty="0">
                <a:latin typeface="Comfortaa" pitchFamily="2" charset="0"/>
              </a:rPr>
              <a:t>уж</a:t>
            </a:r>
            <a:r>
              <a:rPr lang="en-US" dirty="0">
                <a:latin typeface="Comfortaa" pitchFamily="2" charset="0"/>
              </a:rPr>
              <a:t>" </a:t>
            </a:r>
            <a:r>
              <a:rPr lang="bg-BG" dirty="0">
                <a:latin typeface="Comfortaa" pitchFamily="2" charset="0"/>
              </a:rPr>
              <a:t>смислени имена, които всъщност нямат смисъл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Topic6Exercise12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LoopsExercise12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Problem7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OOPLecture_LastExercise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Topic6Exercise12</a:t>
            </a:r>
            <a:r>
              <a:rPr lang="en-US" dirty="0">
                <a:solidFill>
                  <a:srgbClr val="FB816D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показва, че това е решението на задача</a:t>
            </a:r>
            <a:r>
              <a:rPr lang="en-US" dirty="0">
                <a:latin typeface="Comfortaa" pitchFamily="2" charset="0"/>
              </a:rPr>
              <a:t> 12, </a:t>
            </a:r>
            <a:r>
              <a:rPr lang="bg-BG" dirty="0">
                <a:latin typeface="Comfortaa" pitchFamily="2" charset="0"/>
              </a:rPr>
              <a:t>но за какво е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Сума на числа или игра </a:t>
            </a:r>
            <a:r>
              <a:rPr lang="bg-BG" dirty="0" err="1">
                <a:latin typeface="Comfortaa" pitchFamily="2" charset="0"/>
              </a:rPr>
              <a:t>Тетрис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По-добри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MaximalNumbersSubsequence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Уж смислени имена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05622" y="4989617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4224" y="3098965"/>
            <a:ext cx="975496" cy="975496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808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bg-BG" dirty="0">
                <a:latin typeface="Comfortaa" pitchFamily="2" charset="0"/>
              </a:rPr>
              <a:t>Именуване на типове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класове, структури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изброими типове и т.н.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bg-BG" dirty="0">
                <a:latin typeface="Comfortaa" pitchFamily="2" charset="0"/>
              </a:rPr>
              <a:t>Използвайте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PascalCase</a:t>
            </a:r>
            <a:r>
              <a:rPr lang="bg-BG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alibri" panose="020F0502020204030204" pitchFamily="34" charset="0"/>
              </a:rPr>
              <a:t> </a:t>
            </a:r>
            <a:r>
              <a:rPr lang="bg-BG" dirty="0">
                <a:latin typeface="Comfortaa" pitchFamily="2" charset="0"/>
              </a:rPr>
              <a:t>нотацията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>
              <a:lnSpc>
                <a:spcPct val="100000"/>
              </a:lnSpc>
              <a:spcAft>
                <a:spcPts val="400"/>
              </a:spcAft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RecursiveFactorialCalculator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TreeSet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</a:t>
            </a:r>
            <a:br>
              <a:rPr lang="en-US" dirty="0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XmlDocument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IEnumerable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Color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TreeNode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InvalidTransactionException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MainForm</a:t>
            </a: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 </a:t>
            </a:r>
          </a:p>
          <a:p>
            <a:pPr lvl="2">
              <a:lnSpc>
                <a:spcPct val="100000"/>
              </a:lnSpc>
              <a:spcAft>
                <a:spcPts val="400"/>
              </a:spcAft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recursiveFactorialCalculator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recursive_factorial_calculator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RECURSIVE_FACTORIAL_CALCULATOR</a:t>
            </a:r>
            <a:endParaRPr lang="en-US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класове и типове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27029" y="3493324"/>
            <a:ext cx="1218881" cy="9144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17793" y="5166755"/>
            <a:ext cx="1228117" cy="921328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43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следните формати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[</a:t>
            </a:r>
            <a:r>
              <a:rPr lang="bg-BG" dirty="0">
                <a:latin typeface="Comfortaa" pitchFamily="2" charset="0"/>
              </a:rPr>
              <a:t>Прилагателно</a:t>
            </a:r>
            <a:r>
              <a:rPr lang="en-US" dirty="0">
                <a:latin typeface="Comfortaa" pitchFamily="2" charset="0"/>
              </a:rPr>
              <a:t>] + 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Student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FileSystem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BinaryTreeNode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</a:t>
            </a:r>
            <a:br>
              <a:rPr lang="en-US" b="1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Constants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MathUtils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CheckBox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Calendar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 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Move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,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FindUsers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,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Fast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ExtremlyFast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/>
            </a:r>
            <a:b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Optimize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,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Check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FastFindInDatabase</a:t>
            </a:r>
            <a:endParaRPr lang="en-US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524" y="448201"/>
            <a:ext cx="9715597" cy="1110780"/>
          </a:xfrm>
        </p:spPr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Именуване на класове и структури</a:t>
            </a:r>
            <a:endParaRPr lang="en-US" sz="3800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50661" y="3506243"/>
            <a:ext cx="990600" cy="743144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50662" y="5239987"/>
            <a:ext cx="1064459" cy="798552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1CB2D48F-D5BE-4C5B-944D-DF372536C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33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Допустими са следните формати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en-US" dirty="0">
                <a:latin typeface="Comfortaa" pitchFamily="2" charset="0"/>
              </a:rPr>
              <a:t>'</a:t>
            </a:r>
            <a:r>
              <a:rPr lang="en-US" b="1" dirty="0">
                <a:latin typeface="Comfortaa" pitchFamily="2" charset="0"/>
                <a:cs typeface="Consolas" pitchFamily="49" charset="0"/>
              </a:rPr>
              <a:t>I</a:t>
            </a:r>
            <a:r>
              <a:rPr lang="en-US" dirty="0">
                <a:latin typeface="Comfortaa" pitchFamily="2" charset="0"/>
              </a:rPr>
              <a:t>' + [</a:t>
            </a:r>
            <a:r>
              <a:rPr lang="bg-BG" dirty="0">
                <a:latin typeface="Comfortaa" pitchFamily="2" charset="0"/>
              </a:rPr>
              <a:t>Глагол</a:t>
            </a:r>
            <a:r>
              <a:rPr lang="en-US" dirty="0">
                <a:latin typeface="Comfortaa" pitchFamily="2" charset="0"/>
              </a:rPr>
              <a:t>] + '</a:t>
            </a:r>
            <a:r>
              <a:rPr lang="en-US" b="1" dirty="0">
                <a:latin typeface="Comfortaa" pitchFamily="2" charset="0"/>
                <a:cs typeface="Consolas" pitchFamily="49" charset="0"/>
              </a:rPr>
              <a:t>able</a:t>
            </a:r>
            <a:r>
              <a:rPr lang="en-US" dirty="0">
                <a:latin typeface="Comfortaa" pitchFamily="2" charset="0"/>
              </a:rPr>
              <a:t>'</a:t>
            </a:r>
          </a:p>
          <a:p>
            <a:pPr lvl="1"/>
            <a:r>
              <a:rPr lang="en-US" dirty="0">
                <a:latin typeface="Comfortaa" pitchFamily="2" charset="0"/>
              </a:rPr>
              <a:t>'</a:t>
            </a:r>
            <a:r>
              <a:rPr lang="en-US" b="1" dirty="0">
                <a:latin typeface="Comfortaa" pitchFamily="2" charset="0"/>
                <a:cs typeface="Consolas" pitchFamily="49" charset="0"/>
              </a:rPr>
              <a:t>I</a:t>
            </a:r>
            <a:r>
              <a:rPr lang="en-US" dirty="0">
                <a:latin typeface="Comfortaa" pitchFamily="2" charset="0"/>
              </a:rPr>
              <a:t>' + 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], '</a:t>
            </a:r>
            <a:r>
              <a:rPr lang="en-US" b="1" dirty="0">
                <a:latin typeface="Comfortaa" pitchFamily="2" charset="0"/>
                <a:cs typeface="Consolas" pitchFamily="49" charset="0"/>
              </a:rPr>
              <a:t>I</a:t>
            </a:r>
            <a:r>
              <a:rPr lang="en-US" dirty="0">
                <a:latin typeface="Comfortaa" pitchFamily="2" charset="0"/>
              </a:rPr>
              <a:t>' + [</a:t>
            </a:r>
            <a:r>
              <a:rPr lang="bg-BG" dirty="0">
                <a:latin typeface="Comfortaa" pitchFamily="2" charset="0"/>
              </a:rPr>
              <a:t>Прилагателно</a:t>
            </a:r>
            <a:r>
              <a:rPr lang="en-US" dirty="0">
                <a:latin typeface="Comfortaa" pitchFamily="2" charset="0"/>
              </a:rPr>
              <a:t>] + 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</a:t>
            </a:r>
          </a:p>
          <a:p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IEnumerable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IFormattable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IDataReader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</a:t>
            </a:r>
            <a:br>
              <a:rPr lang="en-US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IList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IHttpModule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ICommandExecutor</a:t>
            </a:r>
          </a:p>
          <a:p>
            <a:r>
              <a:rPr lang="bg-BG" dirty="0">
                <a:latin typeface="Comfortaa" pitchFamily="2" charset="0"/>
              </a:rPr>
              <a:t>Лоши примери 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List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iFindUsers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IFast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IMemoryOptimize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</a:t>
            </a:r>
            <a:br>
              <a:rPr lang="en-US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Optimizer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FastFindInDatabase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CheckBox</a:t>
            </a:r>
            <a:endParaRPr lang="en-US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интерфейси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54222" y="3782683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39363" y="5486400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8D9589E9-7EB9-4B5D-97EE-E1B52B212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30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Допустими са няколко формата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[</a:t>
            </a:r>
            <a:r>
              <a:rPr lang="bg-BG" dirty="0">
                <a:latin typeface="Comfortaa" pitchFamily="2" charset="0"/>
              </a:rPr>
              <a:t>Глагол</a:t>
            </a:r>
            <a:r>
              <a:rPr lang="en-US" dirty="0">
                <a:latin typeface="Comfortaa" pitchFamily="2" charset="0"/>
              </a:rPr>
              <a:t>]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[</a:t>
            </a:r>
            <a:r>
              <a:rPr lang="bg-BG" dirty="0">
                <a:latin typeface="Comfortaa" pitchFamily="2" charset="0"/>
              </a:rPr>
              <a:t>Прилагателно</a:t>
            </a:r>
            <a:r>
              <a:rPr lang="en-US" dirty="0">
                <a:latin typeface="Comfortaa" pitchFamily="2" charset="0"/>
              </a:rPr>
              <a:t>]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еднакъв стил за всички членове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enum Day { Monday, Tuesday, Wednesday, … }</a:t>
            </a:r>
            <a:r>
              <a:rPr lang="en-US" sz="2800" noProof="1">
                <a:solidFill>
                  <a:srgbClr val="00B0F0"/>
                </a:solidFill>
                <a:latin typeface="Comfortaa" pitchFamily="2" charset="0"/>
              </a:rPr>
              <a:t>,</a:t>
            </a:r>
            <a:br>
              <a:rPr lang="en-US" sz="2800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enum AppState { Running, Finished, … }</a:t>
            </a:r>
            <a:r>
              <a:rPr lang="en-US" sz="2800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br>
              <a:rPr lang="en-US" sz="2800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enum WindowState { Normal, Maximized, … }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 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enum Color {red, green, blue, white}</a:t>
            </a:r>
            <a:r>
              <a:rPr lang="en-US" sz="2800" noProof="1">
                <a:solidFill>
                  <a:srgbClr val="00B0F0"/>
                </a:solidFill>
                <a:latin typeface="Comfortaa" pitchFamily="2" charset="0"/>
              </a:rPr>
              <a:t>,</a:t>
            </a:r>
            <a:br>
              <a:rPr lang="en-US" sz="2800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enum PAGE_FORMAT {A4, A5, A3, LEGAL, …}</a:t>
            </a:r>
            <a:endParaRPr lang="en-US" sz="28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изброими типове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13868" y="3429000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64654" y="5257800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7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Атрибути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Добавете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окончанието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sz="28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'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Attribute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'</a:t>
            </a:r>
            <a:r>
              <a:rPr lang="en-US" sz="2800" b="1" dirty="0">
                <a:latin typeface="Comfortaa" pitchFamily="2" charset="0"/>
                <a:cs typeface="Consolas" pitchFamily="49" charset="0"/>
              </a:rPr>
              <a:t>‚</a:t>
            </a:r>
            <a:endParaRPr lang="bg-BG" sz="2800" b="1" dirty="0">
              <a:latin typeface="Comfortaa" pitchFamily="2" charset="0"/>
              <a:cs typeface="Consolas" pitchFamily="49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WebServiceAttribute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 пример 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WebService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bg-BG" dirty="0">
                <a:latin typeface="Comfortaa" pitchFamily="2" charset="0"/>
              </a:rPr>
              <a:t>Колекции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Добавете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окончанието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'Collection</a:t>
            </a:r>
            <a:r>
              <a:rPr lang="en-US" b="1" dirty="0">
                <a:latin typeface="Comfortaa" pitchFamily="2" charset="0"/>
              </a:rPr>
              <a:t>'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StringsCollection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ListOfStrings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8684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Именуване на специални класове </a:t>
            </a:r>
            <a:r>
              <a:rPr lang="en-US" sz="4000" dirty="0">
                <a:latin typeface="Comfortaa" pitchFamily="2" charset="0"/>
              </a:rPr>
              <a:t>[1/2]</a:t>
            </a:r>
          </a:p>
        </p:txBody>
      </p:sp>
    </p:spTree>
    <p:extLst>
      <p:ext uri="{BB962C8B-B14F-4D97-AF65-F5344CB8AC3E}">
        <p14:creationId xmlns:p14="http://schemas.microsoft.com/office/powerpoint/2010/main" val="2125360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Изключения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Добавете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окончанието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'Exception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'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информативно име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FileNotFoundException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FileNotFoundError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Делегати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Добавете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окончанието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'Delegate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'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/>
            </a:r>
            <a:br>
              <a:rPr lang="bg-BG" dirty="0">
                <a:latin typeface="Comfortaa" pitchFamily="2" charset="0"/>
              </a:rPr>
            </a:b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'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EventHandler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'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DownloadFinishedDelegate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WakeUpNotification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E6F09D-7AAF-5E10-BFE2-E27B3FE6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8684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Именуване на специални класове </a:t>
            </a:r>
            <a:r>
              <a:rPr lang="en-US" sz="4000" dirty="0">
                <a:latin typeface="Comfortaa" pitchFamily="2" charset="0"/>
              </a:rPr>
              <a:t>[2/2]</a:t>
            </a:r>
          </a:p>
        </p:txBody>
      </p:sp>
    </p:spTree>
    <p:extLst>
      <p:ext uri="{BB962C8B-B14F-4D97-AF65-F5344CB8AC3E}">
        <p14:creationId xmlns:p14="http://schemas.microsoft.com/office/powerpoint/2010/main" val="970450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Колко дълго трябва да е името на клас, структура и </a:t>
            </a:r>
            <a:r>
              <a:rPr lang="bg-BG" dirty="0" err="1">
                <a:latin typeface="Comfortaa" pitchFamily="2" charset="0"/>
              </a:rPr>
              <a:t>т.н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Името да е толкова дълго, колкото е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необходимо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съкращавайте имената, ако това ще ги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направи неясни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FileNotFoundException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CustomerSupportNotificationService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 </a:t>
            </a:r>
            <a:br>
              <a:rPr lang="en-US" dirty="0"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FNFException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CustSuppNotifSrvc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Дължина на имената на класовете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64662" y="3951514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15448" y="5342414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277307A0-62B5-4543-A376-5335FE77D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59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Общи съвети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PascalCase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Допустими са следните формати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Company.Product.Component.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…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Product.Component.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Microsoft.WinControls.GridView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Microsoft_WinControlsGridView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Classes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Именуване на пространства от имена</a:t>
            </a:r>
            <a:endParaRPr lang="en-US" sz="3600" dirty="0">
              <a:latin typeface="Comfortaa" pitchFamily="2" charset="0"/>
            </a:endParaRP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17978" y="4544869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550" y="5692778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138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Имената на папките с проекти трябва да следват името на пространството от имена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</a:t>
            </a:r>
          </a:p>
          <a:p>
            <a:pPr lvl="2">
              <a:lnSpc>
                <a:spcPct val="100000"/>
              </a:lnSpc>
            </a:pP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Collections</a:t>
            </a:r>
          </a:p>
          <a:p>
            <a:pPr lvl="3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Generic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System.Collections.Generic…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9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system_collections_generic</a:t>
            </a:r>
            <a:r>
              <a:rPr lang="en-US" sz="2900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sz="29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generic.src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папки с проекти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70365" y="3429000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21151" y="5357277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390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Файловете със програмен код трябва да имат имена, съответстващи на тяхното съдържание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Файлът, съдържащ клас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Student</a:t>
            </a:r>
            <a:r>
              <a:rPr lang="bg-BG" noProof="1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  <a:cs typeface="Consolas" pitchFamily="49" charset="0"/>
              </a:rPr>
              <a:t>,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трябва да се казва</a:t>
            </a:r>
            <a:r>
              <a:rPr lang="en-US" dirty="0">
                <a:latin typeface="Comfortaa" pitchFamily="2" charset="0"/>
              </a:rPr>
              <a:t/>
            </a:r>
            <a:br>
              <a:rPr lang="en-US" dirty="0"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Student.cs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StudentDAO.cs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Constants.cs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CryptographyAlgorithms.cs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9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Program.cs</a:t>
            </a:r>
            <a:r>
              <a:rPr lang="en-US" sz="2900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sz="29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SourceCode.cs</a:t>
            </a:r>
            <a:r>
              <a:rPr lang="en-US" sz="2900" b="1" dirty="0">
                <a:solidFill>
                  <a:srgbClr val="00B0F0"/>
                </a:solidFill>
                <a:latin typeface="Comfortaa" pitchFamily="2" charset="0"/>
              </a:rPr>
              <a:t> , </a:t>
            </a:r>
            <a:r>
              <a:rPr lang="en-US" sz="29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Page1.aspx</a:t>
            </a:r>
            <a:r>
              <a:rPr lang="en-US" sz="2900" b="1" dirty="0">
                <a:solidFill>
                  <a:srgbClr val="00B0F0"/>
                </a:solidFill>
                <a:latin typeface="Comfortaa" pitchFamily="2" charset="0"/>
              </a:rPr>
              <a:t>,</a:t>
            </a:r>
            <a:br>
              <a:rPr lang="en-US" sz="2900" b="1" dirty="0">
                <a:solidFill>
                  <a:srgbClr val="00B0F0"/>
                </a:solidFill>
                <a:latin typeface="Comfortaa" pitchFamily="2" charset="0"/>
              </a:rPr>
            </a:br>
            <a:r>
              <a:rPr lang="en-US" sz="29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WebApplication1.aspx</a:t>
            </a:r>
            <a:r>
              <a:rPr lang="en-US" sz="2900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sz="29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_d2.cs</a:t>
            </a:r>
            <a:r>
              <a:rPr lang="en-US" sz="2900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sz="29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Form1.xaml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файлове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92876" y="3698945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43662" y="5397335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E95476CC-9EDF-4E0E-B0A2-6EC14C9F1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70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Имената на </a:t>
            </a:r>
            <a:r>
              <a:rPr lang="en-US" dirty="0">
                <a:latin typeface="Comfortaa" pitchFamily="2" charset="0"/>
              </a:rPr>
              <a:t>.NET </a:t>
            </a:r>
            <a:r>
              <a:rPr lang="bg-BG" dirty="0" err="1">
                <a:latin typeface="Comfortaa" pitchFamily="2" charset="0"/>
              </a:rPr>
              <a:t>асемблитата</a:t>
            </a:r>
            <a:r>
              <a:rPr lang="bg-BG" dirty="0">
                <a:latin typeface="Comfortaa" pitchFamily="2" charset="0"/>
              </a:rPr>
              <a:t> трябва да следват основното пространство за имена с йерархията на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своя клас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Oracle.DataAccess.dll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Interop.CAPICOM.dll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Microsoft.WinControls.GridView.dll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OracleDataAccess.dll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Microsoft_WinControlsGrid_View.dll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</a:t>
            </a:r>
            <a:r>
              <a:rPr lang="en-US" dirty="0">
                <a:latin typeface="Comfortaa" pitchFamily="2" charset="0"/>
              </a:rPr>
              <a:t> .NET </a:t>
            </a:r>
            <a:r>
              <a:rPr lang="bg-BG" dirty="0" err="1">
                <a:latin typeface="Comfortaa" pitchFamily="2" charset="0"/>
              </a:rPr>
              <a:t>асемблита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9639" y="3524620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50425" y="5334000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330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Приложенията трябва да се именуват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смислено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 </a:t>
            </a:r>
            <a:r>
              <a:rPr lang="bg-BG" dirty="0">
                <a:latin typeface="Comfortaa" pitchFamily="2" charset="0"/>
              </a:rPr>
              <a:t>или</a:t>
            </a:r>
            <a:br>
              <a:rPr lang="bg-BG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[</a:t>
            </a:r>
            <a:r>
              <a:rPr lang="bg-BG" dirty="0">
                <a:latin typeface="Comfortaa" pitchFamily="2" charset="0"/>
              </a:rPr>
              <a:t>Прилагателно</a:t>
            </a:r>
            <a:r>
              <a:rPr lang="en-US" dirty="0">
                <a:latin typeface="Comfortaa" pitchFamily="2" charset="0"/>
              </a:rPr>
              <a:t>] + 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PascalCase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BlogEngine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NewsAggregatorService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ConsoleApplication4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WebSite2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zadacha_14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online_shop_temp2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приложения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45249" y="3527896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93382" y="5365668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285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Общи съвети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смислени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имена за методите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Имената трябва да отговарят на въпроса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/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Какво прави този метод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</a:rPr>
              <a:t>?</a:t>
            </a:r>
          </a:p>
          <a:p>
            <a:pPr lvl="1"/>
            <a:r>
              <a:rPr lang="bg-BG" dirty="0">
                <a:latin typeface="Comfortaa" pitchFamily="2" charset="0"/>
              </a:rPr>
              <a:t>Ако не можете да намерите добро име на метода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помислете има ли ясна цел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 </a:t>
            </a:r>
            <a:endParaRPr lang="bg-BG" dirty="0">
              <a:latin typeface="Comfortaa" pitchFamily="2" charset="0"/>
            </a:endParaRP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FindStudent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LoadReport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Sine</a:t>
            </a:r>
          </a:p>
          <a:p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 </a:t>
            </a:r>
            <a:endParaRPr lang="bg-BG" dirty="0">
              <a:latin typeface="Comfortaa" pitchFamily="2" charset="0"/>
            </a:endParaRP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Method1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DoSomething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HandleStuff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SampleMethod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DirtyHack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методи </a:t>
            </a:r>
            <a:r>
              <a:rPr lang="en-US" dirty="0">
                <a:latin typeface="Comfortaa" pitchFamily="2" charset="0"/>
              </a:rPr>
              <a:t>[1/2]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6290" y="4049669"/>
            <a:ext cx="711015" cy="533401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6289" y="5291446"/>
            <a:ext cx="711015" cy="533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481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bg-BG" noProof="1">
                <a:latin typeface="Comfortaa" pitchFamily="2" charset="0"/>
              </a:rPr>
              <a:t>Използвайте</a:t>
            </a:r>
            <a:r>
              <a:rPr lang="en-US" noProof="1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PascalCase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9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LoadSettings</a:t>
            </a:r>
          </a:p>
          <a:p>
            <a:pPr>
              <a:lnSpc>
                <a:spcPct val="90000"/>
              </a:lnSpc>
            </a:pPr>
            <a:r>
              <a:rPr lang="bg-BG" dirty="0">
                <a:latin typeface="Comfortaa" pitchFamily="2" charset="0"/>
              </a:rPr>
              <a:t>Използвайте следните формати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omfortaa" pitchFamily="2" charset="0"/>
              </a:rPr>
              <a:t>[</a:t>
            </a:r>
            <a:r>
              <a:rPr lang="bg-BG" dirty="0">
                <a:latin typeface="Comfortaa" pitchFamily="2" charset="0"/>
              </a:rPr>
              <a:t>Глагол</a:t>
            </a:r>
            <a:r>
              <a:rPr lang="en-US" dirty="0">
                <a:latin typeface="Comfortaa" pitchFamily="2" charset="0"/>
              </a:rPr>
              <a:t>], [</a:t>
            </a:r>
            <a:r>
              <a:rPr lang="bg-BG" dirty="0">
                <a:latin typeface="Comfortaa" pitchFamily="2" charset="0"/>
              </a:rPr>
              <a:t>Глагол</a:t>
            </a:r>
            <a:r>
              <a:rPr lang="en-US" dirty="0">
                <a:latin typeface="Comfortaa" pitchFamily="2" charset="0"/>
              </a:rPr>
              <a:t>] + 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],</a:t>
            </a:r>
            <a:br>
              <a:rPr lang="en-US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[</a:t>
            </a:r>
            <a:r>
              <a:rPr lang="bg-BG" dirty="0">
                <a:latin typeface="Comfortaa" pitchFamily="2" charset="0"/>
              </a:rPr>
              <a:t>Глагол</a:t>
            </a:r>
            <a:r>
              <a:rPr lang="en-US" dirty="0">
                <a:latin typeface="Comfortaa" pitchFamily="2" charset="0"/>
              </a:rPr>
              <a:t>] + [</a:t>
            </a:r>
            <a:r>
              <a:rPr lang="bg-BG" dirty="0">
                <a:latin typeface="Comfortaa" pitchFamily="2" charset="0"/>
              </a:rPr>
              <a:t>Прилагателно</a:t>
            </a:r>
            <a:r>
              <a:rPr lang="en-US" dirty="0">
                <a:latin typeface="Comfortaa" pitchFamily="2" charset="0"/>
              </a:rPr>
              <a:t>] + 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Show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LoadSettingsFile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br>
              <a:rPr lang="en-US" dirty="0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FindNodeByPattern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ToString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PrintList</a:t>
            </a:r>
          </a:p>
          <a:p>
            <a:pPr>
              <a:lnSpc>
                <a:spcPct val="9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Student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Generator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br>
              <a:rPr lang="en-US" dirty="0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counter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White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Approximation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mathUtils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59782" y="1688481"/>
            <a:ext cx="1015735" cy="762001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52216" y="5050473"/>
            <a:ext cx="830866" cy="623312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4469" y="3837339"/>
            <a:ext cx="946362" cy="709957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518845A-AE72-438F-B5FD-721F1C2F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878B94-B0C3-D9C4-F0FF-DE9AF434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методи </a:t>
            </a:r>
            <a:r>
              <a:rPr lang="en-US" dirty="0">
                <a:latin typeface="Comfortaa" pitchFamily="2" charset="0"/>
              </a:rPr>
              <a:t>[2/2]</a:t>
            </a:r>
          </a:p>
        </p:txBody>
      </p:sp>
    </p:spTree>
    <p:extLst>
      <p:ext uri="{BB962C8B-B14F-4D97-AF65-F5344CB8AC3E}">
        <p14:creationId xmlns:p14="http://schemas.microsoft.com/office/powerpoint/2010/main" val="1622342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Методите, които връщат стойност, трябва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да я описват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ConvertMetersToInches</a:t>
            </a:r>
            <a:r>
              <a:rPr lang="en-US" dirty="0">
                <a:latin typeface="Comfortaa" pitchFamily="2" charset="0"/>
              </a:rPr>
              <a:t>,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а 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MetersInches</a:t>
            </a:r>
            <a:r>
              <a:rPr lang="en-US" dirty="0">
                <a:solidFill>
                  <a:srgbClr val="FB816D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Convert</a:t>
            </a:r>
            <a:r>
              <a:rPr lang="en-US" dirty="0">
                <a:solidFill>
                  <a:srgbClr val="FB816D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ConvertUnit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Meters2Inches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допустимо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CalculateSine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добре, но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Sine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  <a:cs typeface="Consolas" pitchFamily="49" charset="0"/>
              </a:rPr>
              <a:t/>
            </a:r>
            <a:b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  <a:cs typeface="Consolas" pitchFamily="49" charset="0"/>
              </a:rPr>
            </a:br>
            <a:r>
              <a:rPr lang="bg-BG" dirty="0">
                <a:latin typeface="Comfortaa" pitchFamily="2" charset="0"/>
              </a:rPr>
              <a:t>също е допустимо</a:t>
            </a:r>
            <a:endParaRPr lang="en-US" dirty="0">
              <a:latin typeface="Comfortaa" pitchFamily="2" charset="0"/>
            </a:endParaRPr>
          </a:p>
          <a:p>
            <a:pPr marL="304747" lvl="1" indent="-304747">
              <a:buClr>
                <a:srgbClr val="F2B254"/>
              </a:buClr>
              <a:buSzPct val="100000"/>
            </a:pPr>
            <a:r>
              <a:rPr lang="bg-BG" sz="2800" dirty="0">
                <a:latin typeface="Comfortaa" pitchFamily="2" charset="0"/>
              </a:rPr>
              <a:t>Убедете се, че мерната единица е очевидна</a:t>
            </a:r>
            <a:endParaRPr lang="en-US" sz="2800" dirty="0">
              <a:latin typeface="Comfortaa" pitchFamily="2" charset="0"/>
            </a:endParaRP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MeasureFontInPixels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за предпочитане пред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MeasureFont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Методи, които връщат стойност</a:t>
            </a:r>
            <a:endParaRPr lang="en-US" sz="4000" dirty="0">
              <a:latin typeface="Comfortaa" pitchFamily="2" charset="0"/>
            </a:endParaRPr>
          </a:p>
        </p:txBody>
      </p:sp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14117" y="3328060"/>
            <a:ext cx="711015" cy="533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04204" y="4114786"/>
            <a:ext cx="1049596" cy="787404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487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Методите трябва да имат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една-единствена цел</a:t>
            </a:r>
            <a:r>
              <a:rPr lang="en-US" dirty="0">
                <a:latin typeface="Comfortaa" pitchFamily="2" charset="0"/>
              </a:rPr>
              <a:t>!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Иначе не могат да се именуват правилно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Какво име ще дадете на метод, който прави годишен отчет на приходите, сваля обновления на софтуера от интернет и сканира системата за вируси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CreateAnnualIncomesReportDownloadUpdates</a:t>
            </a:r>
            <a:r>
              <a:rPr lang="bg-BG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/>
            </a:r>
            <a:br>
              <a:rPr lang="bg-BG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AndScanForViruses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звучи добре, а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Методи с няколко цели</a:t>
            </a:r>
            <a:r>
              <a:rPr lang="en-US" dirty="0">
                <a:latin typeface="Comfortaa" pitchFamily="2" charset="0"/>
              </a:rPr>
              <a:t> (weak cohesion)</a:t>
            </a:r>
            <a:r>
              <a:rPr lang="bg-BG" dirty="0">
                <a:latin typeface="Comfortaa" pitchFamily="2" charset="0"/>
              </a:rPr>
              <a:t> трудно се именуват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Вместо това трябва да се преработят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Единствена цел на методите</a:t>
            </a:r>
          </a:p>
        </p:txBody>
      </p:sp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3042" y="4001294"/>
            <a:ext cx="711015" cy="533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5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solidFill>
                  <a:schemeClr val="bg2">
                    <a:lumMod val="10000"/>
                  </a:schemeClr>
                </a:solidFill>
                <a:latin typeface="Comfortaa" pitchFamily="2" charset="0"/>
              </a:rPr>
              <a:t>Спазвайте </a:t>
            </a:r>
            <a:r>
              <a:rPr lang="bg-BG" sz="3200" dirty="0" err="1">
                <a:solidFill>
                  <a:schemeClr val="bg2">
                    <a:lumMod val="10000"/>
                  </a:schemeClr>
                </a:solidFill>
                <a:latin typeface="Comfortaa" pitchFamily="2" charset="0"/>
              </a:rPr>
              <a:t>еднотипност</a:t>
            </a:r>
            <a:r>
              <a:rPr lang="bg-BG" sz="3200" dirty="0">
                <a:solidFill>
                  <a:schemeClr val="bg2">
                    <a:lumMod val="10000"/>
                  </a:schemeClr>
                </a:solidFill>
                <a:latin typeface="Comfortaa" pitchFamily="2" charset="0"/>
              </a:rPr>
              <a:t> в именуването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solidFill>
                  <a:schemeClr val="bg2">
                    <a:lumMod val="10000"/>
                  </a:schemeClr>
                </a:solidFill>
                <a:latin typeface="Comfortaa" pitchFamily="2" charset="0"/>
              </a:rPr>
              <a:t>в целия проект</a:t>
            </a:r>
            <a:endParaRPr lang="en-US" sz="3200" dirty="0">
              <a:solidFill>
                <a:schemeClr val="bg2">
                  <a:lumMod val="10000"/>
                </a:schemeClr>
              </a:solidFill>
              <a:latin typeface="Comfortaa" pitchFamily="2" charset="0"/>
            </a:endParaRPr>
          </a:p>
          <a:p>
            <a:pPr lvl="1"/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LoadFile</a:t>
            </a:r>
            <a:r>
              <a:rPr lang="en-US" sz="3000" dirty="0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LoadImageFromFile</a:t>
            </a:r>
            <a:r>
              <a:rPr lang="en-US" sz="3000" dirty="0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LoadSettings</a:t>
            </a:r>
            <a:r>
              <a:rPr lang="en-US" sz="3000" dirty="0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LoadFont</a:t>
            </a:r>
            <a:r>
              <a:rPr lang="en-US" sz="3000" dirty="0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LoadLibrary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но не и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ReadTextFile</a:t>
            </a:r>
          </a:p>
          <a:p>
            <a:r>
              <a:rPr lang="bg-BG" sz="3200" dirty="0">
                <a:latin typeface="Comfortaa" pitchFamily="2" charset="0"/>
              </a:rPr>
              <a:t>Използвайте еднотипно противоположностите</a:t>
            </a:r>
            <a:r>
              <a:rPr lang="en-US" sz="3200" dirty="0">
                <a:latin typeface="Comfortaa" pitchFamily="2" charset="0"/>
              </a:rPr>
              <a:t>:</a:t>
            </a:r>
          </a:p>
          <a:p>
            <a:pPr lvl="1"/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LoadLibrary</a:t>
            </a:r>
            <a:r>
              <a:rPr lang="en-US" sz="3000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en-US" sz="3000" dirty="0">
                <a:latin typeface="Comfortaa" pitchFamily="2" charset="0"/>
              </a:rPr>
              <a:t>vs.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UnloadLibrary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но не и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FreeHandle</a:t>
            </a:r>
          </a:p>
          <a:p>
            <a:pPr lvl="1"/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OpenFile</a:t>
            </a:r>
            <a:r>
              <a:rPr lang="en-US" sz="3000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en-US" sz="3000" dirty="0">
                <a:latin typeface="Comfortaa" pitchFamily="2" charset="0"/>
              </a:rPr>
              <a:t>vs.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CloseFile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но не и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DeallocateResource</a:t>
            </a:r>
          </a:p>
          <a:p>
            <a:pPr lvl="1"/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GetName</a:t>
            </a:r>
            <a:r>
              <a:rPr lang="en-US" sz="3000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en-US" sz="3000" dirty="0">
                <a:latin typeface="Comfortaa" pitchFamily="2" charset="0"/>
              </a:rPr>
              <a:t>vs.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SetName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но не и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AssignName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8165"/>
            <a:ext cx="10858995" cy="1110780"/>
          </a:xfrm>
        </p:spPr>
        <p:txBody>
          <a:bodyPr>
            <a:normAutofit/>
          </a:bodyPr>
          <a:lstStyle/>
          <a:p>
            <a:r>
              <a:rPr lang="bg-BG" sz="2800" b="1" dirty="0" err="1">
                <a:latin typeface="Comfortaa" pitchFamily="2" charset="0"/>
              </a:rPr>
              <a:t>Консистентност</a:t>
            </a:r>
            <a:r>
              <a:rPr lang="bg-BG" sz="2800" b="1" dirty="0">
                <a:latin typeface="Comfortaa" pitchFamily="2" charset="0"/>
              </a:rPr>
              <a:t> при именуването на методите</a:t>
            </a:r>
            <a:endParaRPr lang="en-US" sz="28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302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sz="3500" dirty="0">
                <a:latin typeface="Comfortaa" pitchFamily="2" charset="0"/>
              </a:rPr>
              <a:t>Колко трябва да е дълго името на метода</a:t>
            </a:r>
            <a:r>
              <a:rPr lang="en-US" sz="3500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Името да е толкова дълго, колкото е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необходимо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Не съкращавайте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вашата среда за разработка</a:t>
            </a:r>
            <a:r>
              <a:rPr lang="en-US" dirty="0">
                <a:latin typeface="Comfortaa" pitchFamily="2" charset="0"/>
              </a:rPr>
              <a:t/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има свойство за автоматично допълване</a:t>
            </a:r>
            <a:endParaRPr lang="en-US" dirty="0">
              <a:latin typeface="Comfortaa" pitchFamily="2" charset="0"/>
            </a:endParaRPr>
          </a:p>
          <a:p>
            <a:r>
              <a:rPr lang="bg-BG" sz="3500" dirty="0">
                <a:latin typeface="Comfortaa" pitchFamily="2" charset="0"/>
              </a:rPr>
              <a:t>Добри примери</a:t>
            </a:r>
            <a:r>
              <a:rPr lang="en-US" sz="3500" dirty="0">
                <a:latin typeface="Comfortaa" pitchFamily="2" charset="0"/>
              </a:rPr>
              <a:t>: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LoadCustomerSupportNotificationService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CreateMonthlyAndAnnualIncomesReport</a:t>
            </a:r>
          </a:p>
          <a:p>
            <a:r>
              <a:rPr lang="bg-BG" sz="3500" dirty="0">
                <a:latin typeface="Comfortaa" pitchFamily="2" charset="0"/>
              </a:rPr>
              <a:t>Лоши примери</a:t>
            </a:r>
            <a:r>
              <a:rPr lang="en-US" sz="3500" dirty="0">
                <a:latin typeface="Comfortaa" pitchFamily="2" charset="0"/>
              </a:rPr>
              <a:t>: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LoadCustSuppSrvc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CreateMonthIncReport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Дължина на имената на методите</a:t>
            </a:r>
            <a:endParaRPr lang="en-US" sz="4000" dirty="0">
              <a:latin typeface="Comfortaa" pitchFamily="2" charset="0"/>
            </a:endParaRP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9800" y="4026022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80586" y="5352802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7605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Имена на параметрите на методите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Предпочитан формат</a:t>
            </a:r>
            <a:r>
              <a:rPr lang="en-US" dirty="0">
                <a:latin typeface="Comfortaa" pitchFamily="2" charset="0"/>
              </a:rPr>
              <a:t>: 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/>
            </a:r>
            <a:br>
              <a:rPr lang="bg-BG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[</a:t>
            </a:r>
            <a:r>
              <a:rPr lang="bg-BG" dirty="0">
                <a:latin typeface="Comfortaa" pitchFamily="2" charset="0"/>
              </a:rPr>
              <a:t>Прилагателно</a:t>
            </a:r>
            <a:r>
              <a:rPr lang="en-US" dirty="0">
                <a:latin typeface="Comfortaa" pitchFamily="2" charset="0"/>
              </a:rPr>
              <a:t>] + [</a:t>
            </a:r>
            <a:r>
              <a:rPr lang="bg-BG" dirty="0">
                <a:latin typeface="Comfortaa" pitchFamily="2" charset="0"/>
              </a:rPr>
              <a:t>Съществително</a:t>
            </a:r>
            <a:r>
              <a:rPr lang="en-US" dirty="0">
                <a:latin typeface="Comfortaa" pitchFamily="2" charset="0"/>
              </a:rPr>
              <a:t>]</a:t>
            </a:r>
          </a:p>
          <a:p>
            <a:pPr lvl="1"/>
            <a:r>
              <a:rPr lang="bg-BG" dirty="0">
                <a:latin typeface="Comfortaa" pitchFamily="2" charset="0"/>
              </a:rPr>
              <a:t>Да са в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camelCase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dirty="0">
                <a:latin typeface="Comfortaa" pitchFamily="2" charset="0"/>
              </a:rPr>
              <a:t>нотация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Да са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смислени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Мерната единица да е очевидна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firstName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report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speedKmH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br>
              <a:rPr lang="en-US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usersList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fontSizeInPixels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font</a:t>
            </a:r>
          </a:p>
          <a:p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p1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p2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populate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LastName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bg-BG" noProof="1">
                <a:solidFill>
                  <a:srgbClr val="00B0F0"/>
                </a:solidFill>
                <a:latin typeface="Comfortaa" pitchFamily="2" charset="0"/>
              </a:rPr>
              <a:t/>
            </a:r>
            <a:br>
              <a:rPr lang="bg-BG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last_name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convertImage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Именуване на параметрите на методите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6946" y="3905286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47732" y="5149600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554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7362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Имена на променливи</a:t>
            </a:r>
            <a:endParaRPr lang="en-US" sz="3200" dirty="0">
              <a:latin typeface="Comfortaa" pitchFamily="2" charset="0"/>
            </a:endParaRPr>
          </a:p>
          <a:p>
            <a:pPr lvl="1"/>
            <a:r>
              <a:rPr lang="bg-BG" sz="2800" dirty="0">
                <a:latin typeface="Comfortaa" pitchFamily="2" charset="0"/>
              </a:rPr>
              <a:t>Да са в </a:t>
            </a:r>
            <a:r>
              <a:rPr lang="en-US" sz="28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camelCase</a:t>
            </a:r>
            <a:r>
              <a:rPr lang="bg-BG" sz="2800" dirty="0">
                <a:latin typeface="Comfortaa" pitchFamily="2" charset="0"/>
              </a:rPr>
              <a:t> нотация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 lvl="1"/>
            <a:r>
              <a:rPr lang="bg-BG" sz="2800" dirty="0">
                <a:latin typeface="Comfortaa" pitchFamily="2" charset="0"/>
              </a:rPr>
              <a:t>Предпочитан формат</a:t>
            </a:r>
            <a:r>
              <a:rPr lang="en-US" sz="2800" dirty="0">
                <a:latin typeface="Comfortaa" pitchFamily="2" charset="0"/>
              </a:rPr>
              <a:t>: [</a:t>
            </a:r>
            <a:r>
              <a:rPr lang="bg-BG" sz="2800" dirty="0">
                <a:latin typeface="Comfortaa" pitchFamily="2" charset="0"/>
              </a:rPr>
              <a:t>Съществително</a:t>
            </a:r>
            <a:r>
              <a:rPr lang="en-US" sz="2800" dirty="0">
                <a:latin typeface="Comfortaa" pitchFamily="2" charset="0"/>
              </a:rPr>
              <a:t>] </a:t>
            </a:r>
            <a:r>
              <a:rPr lang="bg-BG" sz="2800" dirty="0">
                <a:latin typeface="Comfortaa" pitchFamily="2" charset="0"/>
              </a:rPr>
              <a:t>или</a:t>
            </a:r>
            <a:br>
              <a:rPr lang="bg-BG" sz="2800" dirty="0">
                <a:latin typeface="Comfortaa" pitchFamily="2" charset="0"/>
              </a:rPr>
            </a:br>
            <a:r>
              <a:rPr lang="en-US" sz="2800" dirty="0">
                <a:latin typeface="Comfortaa" pitchFamily="2" charset="0"/>
              </a:rPr>
              <a:t>[</a:t>
            </a:r>
            <a:r>
              <a:rPr lang="bg-BG" sz="2800" dirty="0">
                <a:latin typeface="Comfortaa" pitchFamily="2" charset="0"/>
              </a:rPr>
              <a:t>Прилагателно</a:t>
            </a:r>
            <a:r>
              <a:rPr lang="en-US" sz="2800" dirty="0">
                <a:latin typeface="Comfortaa" pitchFamily="2" charset="0"/>
              </a:rPr>
              <a:t>] + [</a:t>
            </a:r>
            <a:r>
              <a:rPr lang="bg-BG" sz="2800" dirty="0">
                <a:latin typeface="Comfortaa" pitchFamily="2" charset="0"/>
              </a:rPr>
              <a:t>Съществително</a:t>
            </a:r>
            <a:r>
              <a:rPr lang="en-US" sz="2800" dirty="0">
                <a:latin typeface="Comfortaa" pitchFamily="2" charset="0"/>
              </a:rPr>
              <a:t>]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Да обясняват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целта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на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променливата</a:t>
            </a:r>
            <a:endParaRPr lang="en-US" sz="2800" dirty="0">
              <a:latin typeface="Comfortaa" pitchFamily="2" charset="0"/>
            </a:endParaRPr>
          </a:p>
          <a:p>
            <a:pPr lvl="2"/>
            <a:r>
              <a:rPr lang="bg-BG" dirty="0">
                <a:latin typeface="Comfortaa" pitchFamily="2" charset="0"/>
              </a:rPr>
              <a:t>Ако не можете да намерите добро име на променливата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помислете има ли една-единствена цел</a:t>
            </a:r>
            <a:endParaRPr lang="en-US" dirty="0">
              <a:latin typeface="Comfortaa" pitchFamily="2" charset="0"/>
            </a:endParaRPr>
          </a:p>
          <a:p>
            <a:pPr lvl="2"/>
            <a:r>
              <a:rPr lang="bg-BG" dirty="0">
                <a:latin typeface="Comfortaa" pitchFamily="2" charset="0"/>
              </a:rPr>
              <a:t>Изключения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променливи с много малък обхват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напр.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управляващата променлива на триредов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цикъл </a:t>
            </a:r>
            <a:r>
              <a:rPr lang="en-US" dirty="0">
                <a:latin typeface="Comfortaa" pitchFamily="2" charset="0"/>
              </a:rPr>
              <a:t>for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Имената да са образувани еднотипно в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целия проект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променливи </a:t>
            </a:r>
            <a:r>
              <a:rPr lang="en-US" dirty="0">
                <a:latin typeface="Comfortaa" pitchFamily="2" charset="0"/>
              </a:rPr>
              <a:t>[1/3]</a:t>
            </a:r>
          </a:p>
        </p:txBody>
      </p:sp>
    </p:spTree>
    <p:extLst>
      <p:ext uri="{BB962C8B-B14F-4D97-AF65-F5344CB8AC3E}">
        <p14:creationId xmlns:p14="http://schemas.microsoft.com/office/powerpoint/2010/main" val="3763093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25842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firstName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report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config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usersList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fontSize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maxSpeed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font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startIndex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endIndex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charsCount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configSettingsXml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dbConnection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createUserSqlCommand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foo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bar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p1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p2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populate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LastName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last_name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LAST_NAME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convertImage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moveMargin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MAXSpeed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_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firtName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__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temp</a:t>
            </a:r>
            <a:r>
              <a:rPr lang="en-US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firstNameMiddleNameAndLastName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29431" y="2127662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02786" y="4794662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2F92A67-23DA-385A-940B-F024EA8D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променливи </a:t>
            </a:r>
            <a:r>
              <a:rPr lang="en-US" dirty="0">
                <a:latin typeface="Comfortaa" pitchFamily="2" charset="0"/>
              </a:rPr>
              <a:t>[2/3]</a:t>
            </a:r>
          </a:p>
        </p:txBody>
      </p:sp>
    </p:spTree>
    <p:extLst>
      <p:ext uri="{BB962C8B-B14F-4D97-AF65-F5344CB8AC3E}">
        <p14:creationId xmlns:p14="http://schemas.microsoft.com/office/powerpoint/2010/main" val="2863959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Името трябва да се отнася до проблема, който разрешаваме, а не до средствата, с които го правим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Съществителни от бизнес сферата на приложението са за предпочитане пред техническите термини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accounts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customers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customerAddress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br>
              <a:rPr lang="en-US" b="1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accountHolder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paymentPlan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vipPlayer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paymentsPriorityQueue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playersArray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accountsLinkedList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customersHashtable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pic>
        <p:nvPicPr>
          <p:cNvPr id="5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95820" y="3645353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97392" y="5146964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27D3B00-5779-02A3-2FD0-BF8E24CE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променливи </a:t>
            </a:r>
            <a:r>
              <a:rPr lang="en-US" dirty="0">
                <a:latin typeface="Comfortaa" pitchFamily="2" charset="0"/>
              </a:rPr>
              <a:t>[3/3]</a:t>
            </a:r>
          </a:p>
        </p:txBody>
      </p:sp>
    </p:spTree>
    <p:extLst>
      <p:ext uri="{BB962C8B-B14F-4D97-AF65-F5344CB8AC3E}">
        <p14:creationId xmlns:p14="http://schemas.microsoft.com/office/powerpoint/2010/main" val="2327346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Давайте на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булевите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променливи имена, които внушават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вярно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грешно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положителни имена за булевите променливи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if (!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notFound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) { … }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hasPendingPayment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customerFound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br>
              <a:rPr lang="en-US" b="1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validAddress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positiveBalance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isPrime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notFound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findCustomerById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player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br>
              <a:rPr lang="en-US" b="1" noProof="1">
                <a:solidFill>
                  <a:srgbClr val="00B0F0"/>
                </a:solidFill>
                <a:latin typeface="Comfortaa" pitchFamily="2" charset="0"/>
              </a:rPr>
            </a:b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programStop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run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list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isUnsuccessfull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Именуване на булеви променливи</a:t>
            </a:r>
            <a:endParaRPr lang="en-US" sz="4000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27703" y="4316148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20042" y="5509586"/>
            <a:ext cx="831056" cy="623455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20042" y="3355878"/>
            <a:ext cx="831056" cy="623455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868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Именуване 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броячи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Нека да е еднотипно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напр.</a:t>
            </a:r>
            <a:r>
              <a:rPr lang="en-US" dirty="0">
                <a:latin typeface="Comfortaa" pitchFamily="2" charset="0"/>
              </a:rPr>
              <a:t> [</a:t>
            </a:r>
            <a:r>
              <a:rPr lang="bg-BG" dirty="0" err="1">
                <a:latin typeface="Comfortaa" pitchFamily="2" charset="0"/>
              </a:rPr>
              <a:t>Същ.и</a:t>
            </a:r>
            <a:r>
              <a:rPr lang="bg-BG" dirty="0">
                <a:latin typeface="Comfortaa" pitchFamily="2" charset="0"/>
              </a:rPr>
              <a:t>.</a:t>
            </a:r>
            <a:r>
              <a:rPr lang="en-US" dirty="0">
                <a:latin typeface="Comfortaa" pitchFamily="2" charset="0"/>
              </a:rPr>
              <a:t>] + '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Count</a:t>
            </a:r>
            <a:r>
              <a:rPr lang="en-US" dirty="0">
                <a:latin typeface="Comfortaa" pitchFamily="2" charset="0"/>
              </a:rPr>
              <a:t>'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ticketsCount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customersCount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Променливи за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състояние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Нека да е еднотипно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напр.</a:t>
            </a:r>
            <a:r>
              <a:rPr lang="en-US" dirty="0">
                <a:latin typeface="Comfortaa" pitchFamily="2" charset="0"/>
              </a:rPr>
              <a:t> [</a:t>
            </a:r>
            <a:r>
              <a:rPr lang="bg-BG" dirty="0" err="1">
                <a:latin typeface="Comfortaa" pitchFamily="2" charset="0"/>
              </a:rPr>
              <a:t>Същ.и</a:t>
            </a:r>
            <a:r>
              <a:rPr lang="bg-BG" dirty="0">
                <a:latin typeface="Comfortaa" pitchFamily="2" charset="0"/>
              </a:rPr>
              <a:t>.</a:t>
            </a:r>
            <a:r>
              <a:rPr lang="en-US" dirty="0">
                <a:latin typeface="Comfortaa" pitchFamily="2" charset="0"/>
              </a:rPr>
              <a:t>] + '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State</a:t>
            </a:r>
            <a:r>
              <a:rPr lang="en-US" dirty="0">
                <a:latin typeface="Comfortaa" pitchFamily="2" charset="0"/>
              </a:rPr>
              <a:t>'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Примери: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blogParseState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threadState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Променливи 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малък обхват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малко време на живот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Напр. управляващи променливи в цикли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Може да се използват кратки имена, </a:t>
            </a:r>
            <a:r>
              <a:rPr lang="bg-BG" dirty="0" err="1">
                <a:latin typeface="Comfortaa" pitchFamily="2" charset="0"/>
              </a:rPr>
              <a:t>напр</a:t>
            </a:r>
            <a:r>
              <a:rPr lang="en-US" dirty="0">
                <a:latin typeface="Comfortaa" pitchFamily="2" charset="0"/>
              </a:rPr>
              <a:t>.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index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i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Именуване на специални променливи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1A2F57D-5DE9-46C9-8956-E8180E9AE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3791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75123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Наистина ли мислите, че </a:t>
            </a:r>
            <a:r>
              <a:rPr lang="en-US" sz="2400" i="1" dirty="0">
                <a:latin typeface="Comfortaa" pitchFamily="2" charset="0"/>
              </a:rPr>
              <a:t>„</a:t>
            </a:r>
            <a:r>
              <a:rPr lang="bg-BG" sz="2400" i="1" dirty="0">
                <a:latin typeface="Comfortaa" pitchFamily="2" charset="0"/>
              </a:rPr>
              <a:t>временни</a:t>
            </a:r>
            <a:r>
              <a:rPr lang="en-US" sz="2400" i="1" dirty="0">
                <a:latin typeface="Comfortaa" pitchFamily="2" charset="0"/>
              </a:rPr>
              <a:t>"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променливи съществуват</a:t>
            </a:r>
            <a:r>
              <a:rPr lang="en-US" sz="2400" dirty="0">
                <a:latin typeface="Comfortaa" pitchFamily="2" charset="0"/>
              </a:rPr>
              <a:t>?</a:t>
            </a:r>
          </a:p>
          <a:p>
            <a:pPr lvl="1"/>
            <a:r>
              <a:rPr lang="bg-BG" dirty="0">
                <a:latin typeface="Comfortaa" pitchFamily="2" charset="0"/>
              </a:rPr>
              <a:t>Всички променливи в програмата са временни, защото се използват само по време на изпълнение на програмата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r>
              <a:rPr lang="bg-BG" sz="2400" dirty="0">
                <a:latin typeface="Comfortaa" pitchFamily="2" charset="0"/>
              </a:rPr>
              <a:t>Временните променливи винаги може да се именуват по-добре от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temp</a:t>
            </a:r>
            <a:r>
              <a:rPr lang="en-US" sz="2400" dirty="0">
                <a:solidFill>
                  <a:srgbClr val="FB816D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или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tmp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Временни променливи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2658" y="4781140"/>
            <a:ext cx="4773956" cy="158197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Swap a[i] and a[j]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 temp = a[i];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a[i] = a[j];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a[j] = temp;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727961" y="4740975"/>
            <a:ext cx="4773956" cy="158197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Swap a[i] and a[j]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 oldValue = a[i];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a[i] = a[j];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a[j] = oldValue;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59592" y="5244234"/>
            <a:ext cx="915517" cy="77835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1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63199" y="5079865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94909" y="5239854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285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03" y="1305459"/>
            <a:ext cx="11201320" cy="49429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Колко трябва да е дълго името на променлива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Зависи от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нейните обхват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време на живот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По-</a:t>
            </a:r>
            <a:r>
              <a:rPr lang="en-US" sz="2000" dirty="0">
                <a:latin typeface="Comfortaa" pitchFamily="2" charset="0"/>
              </a:rPr>
              <a:t>„</a:t>
            </a:r>
            <a:r>
              <a:rPr lang="bg-BG" sz="2000" dirty="0">
                <a:latin typeface="Comfortaa" pitchFamily="2" charset="0"/>
              </a:rPr>
              <a:t>известните</a:t>
            </a:r>
            <a:r>
              <a:rPr lang="en-US" sz="2000" dirty="0">
                <a:latin typeface="Comfortaa" pitchFamily="2" charset="0"/>
              </a:rPr>
              <a:t>" </a:t>
            </a:r>
            <a:r>
              <a:rPr lang="bg-BG" sz="2000" dirty="0">
                <a:latin typeface="Comfortaa" pitchFamily="2" charset="0"/>
              </a:rPr>
              <a:t>променливи да са с по-дълги и описателни имена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Допустими примери за имена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marL="377887" lvl="1" indent="0">
              <a:lnSpc>
                <a:spcPct val="100000"/>
              </a:lnSpc>
              <a:buNone/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Недопустими примери за имена 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817" y="193249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Дължина на имената на променливите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61817" y="3129764"/>
            <a:ext cx="5992839" cy="12943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</a:t>
            </a:r>
            <a:r>
              <a:rPr lang="bg-BG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bg-BG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0; i</a:t>
            </a:r>
            <a:r>
              <a:rPr lang="bg-BG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bg-BG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users.Length; i++)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if (i % 2 == 0)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sum += users[i].Weight;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83121" y="3121364"/>
            <a:ext cx="4469236" cy="13111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Student </a:t>
            </a:r>
            <a:b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private string lastName;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060709" y="5107362"/>
            <a:ext cx="4469236" cy="13111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Student </a:t>
            </a:r>
            <a:b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private int i;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61817" y="5075573"/>
            <a:ext cx="5992839" cy="13111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LinkedList </a:t>
            </a:r>
            <a:b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int flag { get; set; 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38800" y="5458941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9159" y="5458941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38800" y="3461544"/>
            <a:ext cx="840804" cy="630768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5838" y="3490272"/>
            <a:ext cx="840804" cy="630768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5633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031" y="1542247"/>
            <a:ext cx="10637938" cy="345967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Използвайте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PascalCase</a:t>
            </a:r>
            <a:endParaRPr lang="en-US" sz="30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600" dirty="0">
                <a:latin typeface="Comfortaa" pitchFamily="2" charset="0"/>
              </a:rPr>
              <a:t>Използвайте смислени имена, които описват </a:t>
            </a:r>
            <a:br>
              <a:rPr lang="bg-BG" sz="2600" dirty="0">
                <a:latin typeface="Comfortaa" pitchFamily="2" charset="0"/>
              </a:rPr>
            </a:br>
            <a:r>
              <a:rPr lang="bg-BG" sz="2600" dirty="0">
                <a:latin typeface="Comfortaa" pitchFamily="2" charset="0"/>
              </a:rPr>
              <a:t>стойността на константите</a:t>
            </a:r>
            <a:endParaRPr lang="en-US" sz="26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Добри примери</a:t>
            </a:r>
            <a:r>
              <a:rPr lang="en-US" sz="3000" dirty="0">
                <a:latin typeface="Comfortaa" pitchFamily="2" charset="0"/>
              </a:rPr>
              <a:t>:</a:t>
            </a:r>
            <a:endParaRPr lang="bg-BG" sz="3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30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0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3600"/>
              </a:spcBef>
            </a:pPr>
            <a:r>
              <a:rPr lang="bg-BG" sz="3000" dirty="0">
                <a:latin typeface="Comfortaa" pitchFamily="2" charset="0"/>
              </a:rPr>
              <a:t>Лоши примери</a:t>
            </a:r>
            <a:r>
              <a:rPr lang="en-US" sz="3000" dirty="0">
                <a:latin typeface="Comfortaa" pitchFamily="2" charset="0"/>
              </a:rPr>
              <a:t>:</a:t>
            </a:r>
            <a:endParaRPr lang="en-US" sz="30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28" y="216684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Именуване на константи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97584" y="3181167"/>
            <a:ext cx="10122733" cy="10064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const int ReadBufferSize = 8192;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const int DefaultFontSizeInPixels = 16;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readonly PageSize DefaultPageSize = PageSize.A4;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97584" y="4858972"/>
            <a:ext cx="10122733" cy="161582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const int Max = 512; // Max what? Apples or Oranges?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const int Buf256 = 256; // What about BUF256 = 1024?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const string Greater = "&amp;gt;"; // GreaterThanHtmlEntity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const int FontSize = 16; // 16pt or 16px?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const PageSize PAGE_SIZE = PageSize.A4; // PascalCase convention</a:t>
            </a: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38329" y="3380284"/>
            <a:ext cx="1015734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85679" y="5309720"/>
            <a:ext cx="914162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057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7114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Никога не слагайте подвеждащи имена</a:t>
            </a:r>
            <a:r>
              <a:rPr lang="en-US" sz="3600" dirty="0">
                <a:latin typeface="Comfortaa" pitchFamily="2" charset="0"/>
              </a:rPr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262" y="1690688"/>
            <a:ext cx="10090538" cy="452604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Подвеждащото име е дори по-зле и от съвсем неясно име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Представете си метод, който пресмята сумата на всички елементи от масив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noProof="1">
                <a:latin typeface="Comfortaa" pitchFamily="2" charset="0"/>
              </a:rPr>
              <a:t>Добри имена</a:t>
            </a:r>
            <a:r>
              <a:rPr lang="en-US" noProof="1">
                <a:latin typeface="Comfortaa" pitchFamily="2" charset="0"/>
              </a:rPr>
              <a:t>: </a:t>
            </a:r>
          </a:p>
          <a:p>
            <a:pPr lvl="2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Sum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CalculateSum</a:t>
            </a:r>
          </a:p>
          <a:p>
            <a:pPr lvl="1"/>
            <a:r>
              <a:rPr lang="bg-BG" dirty="0">
                <a:latin typeface="Comfortaa" pitchFamily="2" charset="0"/>
              </a:rPr>
              <a:t>Лоши имена</a:t>
            </a:r>
            <a:r>
              <a:rPr lang="en-US" dirty="0">
                <a:latin typeface="Comfortaa" pitchFamily="2" charset="0"/>
              </a:rPr>
              <a:t>: </a:t>
            </a:r>
          </a:p>
          <a:p>
            <a:pPr lvl="2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CalculateAverage</a:t>
            </a:r>
            <a:r>
              <a:rPr lang="en-US" b="1" noProof="1">
                <a:solidFill>
                  <a:srgbClr val="FB816D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Max</a:t>
            </a:r>
            <a:r>
              <a:rPr lang="en-US" dirty="0">
                <a:solidFill>
                  <a:srgbClr val="FB816D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CheckForNegativeNumber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noProof="1">
                <a:latin typeface="Comfortaa" pitchFamily="2" charset="0"/>
              </a:rPr>
              <a:t>Внимавайте с </a:t>
            </a:r>
            <a:r>
              <a:rPr lang="en-US" noProof="1">
                <a:latin typeface="Comfortaa" pitchFamily="2" charset="0"/>
              </a:rPr>
              <a:t>"copy/paste"</a:t>
            </a:r>
            <a:r>
              <a:rPr lang="bg-BG" noProof="1">
                <a:latin typeface="Comfortaa" pitchFamily="2" charset="0"/>
              </a:rPr>
              <a:t> програмирането!</a:t>
            </a:r>
            <a:endParaRPr lang="en-US" noProof="1">
              <a:latin typeface="Comfortaa" pitchFamily="2" charset="0"/>
            </a:endParaRPr>
          </a:p>
        </p:txBody>
      </p:sp>
      <p:pic>
        <p:nvPicPr>
          <p:cNvPr id="5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50831" y="3693748"/>
            <a:ext cx="990600" cy="743145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44921" y="4675436"/>
            <a:ext cx="927213" cy="695591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429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241" y="216137"/>
            <a:ext cx="10442247" cy="75709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Кое не е наред в този код</a:t>
            </a:r>
            <a:r>
              <a:rPr lang="en-US" sz="4000" dirty="0">
                <a:latin typeface="Comfortaa" pitchFamily="2" charset="0"/>
              </a:rPr>
              <a:t>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60241" y="1092670"/>
            <a:ext cx="11071516" cy="517064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FileStream fs = new FileStream(FILE_NAME, FileMode.CreateNew);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Create the writer for data.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BinaryWriter w = new BinaryWriter(fs);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Write data to Test.data.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 = 0; i &lt; 11; i++)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w.Write( (int) i);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w.Close();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fs.Close();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Create the reader for data.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fs = new FileStream(FILE_NAME, FileMode.Open, FileAccess.Read);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BinaryReader r = new BinaryReader(fs);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Read data from Test.data.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 = 0; i &lt; 11; i++)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Console.WriteLine(r.ReadInt32());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r.Close();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fs.Close();</a:t>
            </a:r>
          </a:p>
        </p:txBody>
      </p:sp>
      <p:sp>
        <p:nvSpPr>
          <p:cNvPr id="8" name="Rectangle 7"/>
          <p:cNvSpPr/>
          <p:nvPr/>
        </p:nvSpPr>
        <p:spPr>
          <a:xfrm>
            <a:off x="2867889" y="6352147"/>
            <a:ext cx="8758051" cy="369332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  <a:alpha val="50000"/>
              </a:schemeClr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en-US" b="1" i="1" dirty="0">
                <a:latin typeface="Comfortaa" pitchFamily="2" charset="0"/>
              </a:rPr>
              <a:t>Source: </a:t>
            </a:r>
            <a:r>
              <a:rPr lang="en-US" b="1" i="1" dirty="0">
                <a:latin typeface="Comfortaa" pitchFamily="2" charset="0"/>
                <a:hlinkClick r:id="rId2"/>
              </a:rPr>
              <a:t>http://msdn.microsoft.com/en-us/library/36b93480.aspx</a:t>
            </a:r>
            <a:r>
              <a:rPr lang="en-US" b="1" i="1" dirty="0">
                <a:latin typeface="Comfortaa" pitchFamily="2" charset="0"/>
              </a:rPr>
              <a:t> </a:t>
            </a:r>
          </a:p>
        </p:txBody>
      </p:sp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2133" y="2980268"/>
            <a:ext cx="1629238" cy="139545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27C212B-F27E-4682-97EC-AED974BE9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406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57704"/>
            <a:ext cx="10424539" cy="4252151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3600" dirty="0">
                <a:latin typeface="Comfortaa" pitchFamily="2" charset="0"/>
              </a:rPr>
              <a:t>Практики при именуване</a:t>
            </a:r>
            <a:endParaRPr lang="en-US" sz="3200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3200" dirty="0">
                <a:latin typeface="Comfortaa" pitchFamily="2" charset="0"/>
              </a:rPr>
              <a:t>Общи съвети</a:t>
            </a:r>
            <a:endParaRPr lang="en-US" sz="3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Смислени имена </a:t>
            </a:r>
            <a:r>
              <a:rPr lang="en-US" sz="2800" dirty="0">
                <a:latin typeface="Comfortaa" pitchFamily="2" charset="0"/>
              </a:rPr>
              <a:t>(</a:t>
            </a:r>
            <a:r>
              <a:rPr lang="bg-BG" sz="2800" dirty="0">
                <a:latin typeface="Comfortaa" pitchFamily="2" charset="0"/>
              </a:rPr>
              <a:t>според контекста</a:t>
            </a:r>
            <a:r>
              <a:rPr lang="en-US" sz="2800" dirty="0"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Една-единствена цел</a:t>
            </a: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 err="1">
                <a:latin typeface="Comfortaa" pitchFamily="2" charset="0"/>
              </a:rPr>
              <a:t>Еднотипност</a:t>
            </a:r>
            <a:r>
              <a:rPr lang="bg-BG" sz="2800" dirty="0">
                <a:latin typeface="Comfortaa" pitchFamily="2" charset="0"/>
              </a:rPr>
              <a:t> на имената в цялото приложение</a:t>
            </a: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Избягвайте грешни и подвеждащи имена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03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1625</Words>
  <Application>Microsoft Office PowerPoint</Application>
  <PresentationFormat>Widescreen</PresentationFormat>
  <Paragraphs>333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Comfortaa</vt:lpstr>
      <vt:lpstr>Consolas</vt:lpstr>
      <vt:lpstr>Office Theme</vt:lpstr>
      <vt:lpstr>Именуване на идентификатори</vt:lpstr>
      <vt:lpstr>Съдържание</vt:lpstr>
      <vt:lpstr>Общи съвети за именуване</vt:lpstr>
      <vt:lpstr>Използвайте смислени имена</vt:lpstr>
      <vt:lpstr>Имената трябва да са смислени в контекста</vt:lpstr>
      <vt:lpstr>Уж смислени имена</vt:lpstr>
      <vt:lpstr>Именуване на класове и типове</vt:lpstr>
      <vt:lpstr>Именуване на класове и структури</vt:lpstr>
      <vt:lpstr>Именуване на интерфейси</vt:lpstr>
      <vt:lpstr>Именуване на изброими типове</vt:lpstr>
      <vt:lpstr>Именуване на специални класове [1/2]</vt:lpstr>
      <vt:lpstr>Именуване на специални класове [2/2]</vt:lpstr>
      <vt:lpstr>Дължина на имената на класовете</vt:lpstr>
      <vt:lpstr>Именуване на пространства от имена</vt:lpstr>
      <vt:lpstr>Именуване на папки с проекти</vt:lpstr>
      <vt:lpstr>Именуване на файлове</vt:lpstr>
      <vt:lpstr>Именуване на .NET асемблита</vt:lpstr>
      <vt:lpstr>Именуване на приложения</vt:lpstr>
      <vt:lpstr>Именуване на методи [1/2]</vt:lpstr>
      <vt:lpstr>Именуване на методи [2/2]</vt:lpstr>
      <vt:lpstr>Методи, които връщат стойност</vt:lpstr>
      <vt:lpstr>Единствена цел на методите</vt:lpstr>
      <vt:lpstr>Консистентност при именуването на методите</vt:lpstr>
      <vt:lpstr>Дължина на имената на методите</vt:lpstr>
      <vt:lpstr>Именуване на параметрите на методите</vt:lpstr>
      <vt:lpstr>Именуване на променливи [1/3]</vt:lpstr>
      <vt:lpstr>Именуване на променливи [2/3]</vt:lpstr>
      <vt:lpstr>Именуване на променливи [3/3]</vt:lpstr>
      <vt:lpstr>Именуване на булеви променливи</vt:lpstr>
      <vt:lpstr>Именуване на специални променливи</vt:lpstr>
      <vt:lpstr>Временни променливи</vt:lpstr>
      <vt:lpstr>Дължина на имената на променливите</vt:lpstr>
      <vt:lpstr>Именуване на константи</vt:lpstr>
      <vt:lpstr>Никога не слагайте подвеждащи имена!</vt:lpstr>
      <vt:lpstr>Кое не е наред в този код?</vt:lpstr>
      <vt:lpstr>Обобщение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11</cp:revision>
  <dcterms:created xsi:type="dcterms:W3CDTF">2022-08-09T09:25:46Z</dcterms:created>
  <dcterms:modified xsi:type="dcterms:W3CDTF">2025-12-04T10:14:16Z</dcterms:modified>
</cp:coreProperties>
</file>