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8" r:id="rId2"/>
    <p:sldId id="571" r:id="rId3"/>
    <p:sldId id="596" r:id="rId4"/>
    <p:sldId id="597" r:id="rId5"/>
    <p:sldId id="598" r:id="rId6"/>
    <p:sldId id="599" r:id="rId7"/>
    <p:sldId id="600" r:id="rId8"/>
    <p:sldId id="602" r:id="rId9"/>
    <p:sldId id="604" r:id="rId10"/>
    <p:sldId id="605" r:id="rId11"/>
    <p:sldId id="606" r:id="rId12"/>
    <p:sldId id="537" r:id="rId13"/>
    <p:sldId id="538" r:id="rId14"/>
    <p:sldId id="539" r:id="rId15"/>
    <p:sldId id="540" r:id="rId16"/>
    <p:sldId id="541" r:id="rId17"/>
    <p:sldId id="542" r:id="rId18"/>
    <p:sldId id="595" r:id="rId19"/>
    <p:sldId id="59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96"/>
            <p14:sldId id="597"/>
            <p14:sldId id="598"/>
            <p14:sldId id="599"/>
            <p14:sldId id="600"/>
            <p14:sldId id="602"/>
            <p14:sldId id="604"/>
            <p14:sldId id="605"/>
            <p14:sldId id="606"/>
            <p14:sldId id="537"/>
            <p14:sldId id="538"/>
            <p14:sldId id="539"/>
            <p14:sldId id="540"/>
            <p14:sldId id="541"/>
            <p14:sldId id="542"/>
            <p14:sldId id="595"/>
            <p14:sldId id="590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514BB-F3C6-4E05-A626-F6216FDDEA97}" v="12" dt="2023-02-21T21:23:10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EEB514BB-F3C6-4E05-A626-F6216FDDEA97}"/>
    <pc:docChg chg="custSel addSld modSld">
      <pc:chgData name="Димитър Минчев" userId="6da192e4-d32c-454b-8615-bbadf07b6639" providerId="ADAL" clId="{EEB514BB-F3C6-4E05-A626-F6216FDDEA97}" dt="2023-02-21T21:23:50.317" v="224" actId="14100"/>
      <pc:docMkLst>
        <pc:docMk/>
      </pc:docMkLst>
      <pc:sldChg chg="modSp mod">
        <pc:chgData name="Димитър Минчев" userId="6da192e4-d32c-454b-8615-bbadf07b6639" providerId="ADAL" clId="{EEB514BB-F3C6-4E05-A626-F6216FDDEA97}" dt="2023-02-21T21:12:23.019" v="16"/>
        <pc:sldMkLst>
          <pc:docMk/>
          <pc:sldMk cId="2386959723" sldId="258"/>
        </pc:sldMkLst>
        <pc:spChg chg="mod">
          <ac:chgData name="Димитър Минчев" userId="6da192e4-d32c-454b-8615-bbadf07b6639" providerId="ADAL" clId="{EEB514BB-F3C6-4E05-A626-F6216FDDEA97}" dt="2023-02-21T21:11:26.182" v="4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EEB514BB-F3C6-4E05-A626-F6216FDDEA97}" dt="2023-02-21T21:12:23.019" v="16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EEB514BB-F3C6-4E05-A626-F6216FDDEA97}" dt="2023-02-21T21:21:16.506" v="182" actId="1076"/>
        <pc:sldMkLst>
          <pc:docMk/>
          <pc:sldMk cId="3657146799" sldId="537"/>
        </pc:sldMkLst>
        <pc:spChg chg="mod">
          <ac:chgData name="Димитър Минчев" userId="6da192e4-d32c-454b-8615-bbadf07b6639" providerId="ADAL" clId="{EEB514BB-F3C6-4E05-A626-F6216FDDEA97}" dt="2023-02-21T21:21:16.506" v="182" actId="1076"/>
          <ac:spMkLst>
            <pc:docMk/>
            <pc:sldMk cId="3657146799" sldId="53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1:16.506" v="182" actId="1076"/>
          <ac:spMkLst>
            <pc:docMk/>
            <pc:sldMk cId="3657146799" sldId="53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1:16.506" v="182" actId="1076"/>
          <ac:spMkLst>
            <pc:docMk/>
            <pc:sldMk cId="3657146799" sldId="537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9:15.788" v="156" actId="478"/>
          <ac:spMkLst>
            <pc:docMk/>
            <pc:sldMk cId="3657146799" sldId="537"/>
            <ac:spMk id="8" creationId="{3988E5D1-E006-48D2-B298-DC465006BB40}"/>
          </ac:spMkLst>
        </pc:spChg>
        <pc:picChg chg="mod">
          <ac:chgData name="Димитър Минчев" userId="6da192e4-d32c-454b-8615-bbadf07b6639" providerId="ADAL" clId="{EEB514BB-F3C6-4E05-A626-F6216FDDEA97}" dt="2023-02-21T21:21:16.506" v="182" actId="1076"/>
          <ac:picMkLst>
            <pc:docMk/>
            <pc:sldMk cId="3657146799" sldId="537"/>
            <ac:picMk id="102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9:24.129" v="159" actId="478"/>
        <pc:sldMkLst>
          <pc:docMk/>
          <pc:sldMk cId="594857695" sldId="538"/>
        </pc:sldMkLst>
        <pc:spChg chg="mod">
          <ac:chgData name="Димитър Минчев" userId="6da192e4-d32c-454b-8615-bbadf07b6639" providerId="ADAL" clId="{EEB514BB-F3C6-4E05-A626-F6216FDDEA97}" dt="2023-02-21T21:19:21.703" v="157" actId="2711"/>
          <ac:spMkLst>
            <pc:docMk/>
            <pc:sldMk cId="594857695" sldId="5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9:21.719" v="158" actId="27636"/>
          <ac:spMkLst>
            <pc:docMk/>
            <pc:sldMk cId="594857695" sldId="53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9:24.129" v="159" actId="478"/>
          <ac:spMkLst>
            <pc:docMk/>
            <pc:sldMk cId="594857695" sldId="538"/>
            <ac:spMk id="5" creationId="{00610BA5-7C41-4908-AD44-6D1BB7BF1AE3}"/>
          </ac:spMkLst>
        </pc:spChg>
      </pc:sldChg>
      <pc:sldChg chg="delSp modSp add mod">
        <pc:chgData name="Димитър Минчев" userId="6da192e4-d32c-454b-8615-bbadf07b6639" providerId="ADAL" clId="{EEB514BB-F3C6-4E05-A626-F6216FDDEA97}" dt="2023-02-21T21:20:10.733" v="171" actId="478"/>
        <pc:sldMkLst>
          <pc:docMk/>
          <pc:sldMk cId="3390315198" sldId="539"/>
        </pc:sldMkLst>
        <pc:spChg chg="mod">
          <ac:chgData name="Димитър Минчев" userId="6da192e4-d32c-454b-8615-bbadf07b6639" providerId="ADAL" clId="{EEB514BB-F3C6-4E05-A626-F6216FDDEA97}" dt="2023-02-21T21:19:30.827" v="161" actId="2711"/>
          <ac:spMkLst>
            <pc:docMk/>
            <pc:sldMk cId="3390315198" sldId="5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0:08.385" v="170" actId="27636"/>
          <ac:spMkLst>
            <pc:docMk/>
            <pc:sldMk cId="3390315198" sldId="53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0:10.733" v="171" actId="478"/>
          <ac:spMkLst>
            <pc:docMk/>
            <pc:sldMk cId="3390315198" sldId="539"/>
            <ac:spMk id="6" creationId="{15513964-432B-4B98-B818-5062A7107E46}"/>
          </ac:spMkLst>
        </pc:spChg>
        <pc:picChg chg="del">
          <ac:chgData name="Димитър Минчев" userId="6da192e4-d32c-454b-8615-bbadf07b6639" providerId="ADAL" clId="{EEB514BB-F3C6-4E05-A626-F6216FDDEA97}" dt="2023-02-21T21:19:26.844" v="160" actId="478"/>
          <ac:picMkLst>
            <pc:docMk/>
            <pc:sldMk cId="3390315198" sldId="539"/>
            <ac:picMk id="20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21:37.002" v="186" actId="478"/>
        <pc:sldMkLst>
          <pc:docMk/>
          <pc:sldMk cId="1147089241" sldId="540"/>
        </pc:sldMkLst>
        <pc:spChg chg="mod">
          <ac:chgData name="Димитър Минчев" userId="6da192e4-d32c-454b-8615-bbadf07b6639" providerId="ADAL" clId="{EEB514BB-F3C6-4E05-A626-F6216FDDEA97}" dt="2023-02-21T21:21:31.600" v="184" actId="2711"/>
          <ac:spMkLst>
            <pc:docMk/>
            <pc:sldMk cId="1147089241" sldId="5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1:31.618" v="185" actId="27636"/>
          <ac:spMkLst>
            <pc:docMk/>
            <pc:sldMk cId="1147089241" sldId="5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1:37.002" v="186" actId="478"/>
          <ac:spMkLst>
            <pc:docMk/>
            <pc:sldMk cId="1147089241" sldId="540"/>
            <ac:spMk id="5" creationId="{BB3455C2-B990-4371-BB32-C7730032BE6D}"/>
          </ac:spMkLst>
        </pc:spChg>
      </pc:sldChg>
      <pc:sldChg chg="delSp modSp add mod">
        <pc:chgData name="Димитър Минчев" userId="6da192e4-d32c-454b-8615-bbadf07b6639" providerId="ADAL" clId="{EEB514BB-F3C6-4E05-A626-F6216FDDEA97}" dt="2023-02-21T21:21:59.130" v="191" actId="478"/>
        <pc:sldMkLst>
          <pc:docMk/>
          <pc:sldMk cId="2929911485" sldId="541"/>
        </pc:sldMkLst>
        <pc:spChg chg="mod">
          <ac:chgData name="Димитър Минчев" userId="6da192e4-d32c-454b-8615-bbadf07b6639" providerId="ADAL" clId="{EEB514BB-F3C6-4E05-A626-F6216FDDEA97}" dt="2023-02-21T21:21:44.482" v="188" actId="2711"/>
          <ac:spMkLst>
            <pc:docMk/>
            <pc:sldMk cId="2929911485" sldId="5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1:53.590" v="190" actId="207"/>
          <ac:spMkLst>
            <pc:docMk/>
            <pc:sldMk cId="2929911485" sldId="54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1:59.130" v="191" actId="478"/>
          <ac:spMkLst>
            <pc:docMk/>
            <pc:sldMk cId="2929911485" sldId="541"/>
            <ac:spMk id="6" creationId="{405FE391-45F2-457A-9E88-A8275D08D1FC}"/>
          </ac:spMkLst>
        </pc:spChg>
        <pc:picChg chg="del">
          <ac:chgData name="Димитър Минчев" userId="6da192e4-d32c-454b-8615-bbadf07b6639" providerId="ADAL" clId="{EEB514BB-F3C6-4E05-A626-F6216FDDEA97}" dt="2023-02-21T21:21:40.712" v="187" actId="478"/>
          <ac:picMkLst>
            <pc:docMk/>
            <pc:sldMk cId="2929911485" sldId="541"/>
            <ac:picMk id="20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22:09.871" v="196" actId="478"/>
        <pc:sldMkLst>
          <pc:docMk/>
          <pc:sldMk cId="412110998" sldId="542"/>
        </pc:sldMkLst>
        <pc:spChg chg="mod">
          <ac:chgData name="Димитър Минчев" userId="6da192e4-d32c-454b-8615-bbadf07b6639" providerId="ADAL" clId="{EEB514BB-F3C6-4E05-A626-F6216FDDEA97}" dt="2023-02-21T21:22:07.451" v="194" actId="2711"/>
          <ac:spMkLst>
            <pc:docMk/>
            <pc:sldMk cId="412110998" sldId="5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2:07.504" v="195" actId="27636"/>
          <ac:spMkLst>
            <pc:docMk/>
            <pc:sldMk cId="412110998" sldId="54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2:09.871" v="196" actId="478"/>
          <ac:spMkLst>
            <pc:docMk/>
            <pc:sldMk cId="412110998" sldId="542"/>
            <ac:spMk id="6" creationId="{E91BAB99-E403-4357-B0F3-99A7D67A460F}"/>
          </ac:spMkLst>
        </pc:spChg>
        <pc:picChg chg="del">
          <ac:chgData name="Димитър Минчев" userId="6da192e4-d32c-454b-8615-bbadf07b6639" providerId="ADAL" clId="{EEB514BB-F3C6-4E05-A626-F6216FDDEA97}" dt="2023-02-21T21:22:01.827" v="192" actId="478"/>
          <ac:picMkLst>
            <pc:docMk/>
            <pc:sldMk cId="412110998" sldId="542"/>
            <ac:picMk id="3074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EEB514BB-F3C6-4E05-A626-F6216FDDEA97}" dt="2023-02-21T21:11:52.543" v="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EEB514BB-F3C6-4E05-A626-F6216FDDEA97}" dt="2023-02-21T21:11:52.543" v="5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EEB514BB-F3C6-4E05-A626-F6216FDDEA97}" dt="2023-02-21T21:23:50.317" v="224" actId="14100"/>
        <pc:sldMkLst>
          <pc:docMk/>
          <pc:sldMk cId="515880383" sldId="590"/>
        </pc:sldMkLst>
        <pc:spChg chg="mod">
          <ac:chgData name="Димитър Минчев" userId="6da192e4-d32c-454b-8615-bbadf07b6639" providerId="ADAL" clId="{EEB514BB-F3C6-4E05-A626-F6216FDDEA97}" dt="2023-02-21T21:23:15.166" v="212" actId="2711"/>
          <ac:spMkLst>
            <pc:docMk/>
            <pc:sldMk cId="515880383" sldId="59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3:50.317" v="224" actId="14100"/>
          <ac:spMkLst>
            <pc:docMk/>
            <pc:sldMk cId="515880383" sldId="59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3:11.857" v="211" actId="478"/>
          <ac:spMkLst>
            <pc:docMk/>
            <pc:sldMk cId="515880383" sldId="590"/>
            <ac:spMk id="7" creationId="{7CB07E1C-A3E4-461C-8B65-1FC02686EFE2}"/>
          </ac:spMkLst>
        </pc:spChg>
        <pc:picChg chg="del">
          <ac:chgData name="Димитър Минчев" userId="6da192e4-d32c-454b-8615-bbadf07b6639" providerId="ADAL" clId="{EEB514BB-F3C6-4E05-A626-F6216FDDEA97}" dt="2023-02-21T21:23:10.785" v="210" actId="478"/>
          <ac:picMkLst>
            <pc:docMk/>
            <pc:sldMk cId="515880383" sldId="590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23:02.232" v="209" actId="1076"/>
        <pc:sldMkLst>
          <pc:docMk/>
          <pc:sldMk cId="958654097" sldId="595"/>
        </pc:sldMkLst>
        <pc:spChg chg="mod">
          <ac:chgData name="Димитър Минчев" userId="6da192e4-d32c-454b-8615-bbadf07b6639" providerId="ADAL" clId="{EEB514BB-F3C6-4E05-A626-F6216FDDEA97}" dt="2023-02-21T21:23:02.232" v="209" actId="1076"/>
          <ac:spMkLst>
            <pc:docMk/>
            <pc:sldMk cId="958654097" sldId="59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23:02.232" v="209" actId="1076"/>
          <ac:spMkLst>
            <pc:docMk/>
            <pc:sldMk cId="958654097" sldId="595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22:58.414" v="208" actId="478"/>
          <ac:spMkLst>
            <pc:docMk/>
            <pc:sldMk cId="958654097" sldId="595"/>
            <ac:spMk id="6" creationId="{E363F0ED-7213-43E2-AD4E-A3203DE849DA}"/>
          </ac:spMkLst>
        </pc:spChg>
        <pc:picChg chg="mod">
          <ac:chgData name="Димитър Минчев" userId="6da192e4-d32c-454b-8615-bbadf07b6639" providerId="ADAL" clId="{EEB514BB-F3C6-4E05-A626-F6216FDDEA97}" dt="2023-02-21T21:23:02.232" v="209" actId="1076"/>
          <ac:picMkLst>
            <pc:docMk/>
            <pc:sldMk cId="958654097" sldId="595"/>
            <ac:picMk id="2560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3:11.215" v="32" actId="20577"/>
        <pc:sldMkLst>
          <pc:docMk/>
          <pc:sldMk cId="4149633959" sldId="596"/>
        </pc:sldMkLst>
        <pc:spChg chg="mod">
          <ac:chgData name="Димитър Минчев" userId="6da192e4-d32c-454b-8615-bbadf07b6639" providerId="ADAL" clId="{EEB514BB-F3C6-4E05-A626-F6216FDDEA97}" dt="2023-02-21T21:13:11.215" v="32" actId="20577"/>
          <ac:spMkLst>
            <pc:docMk/>
            <pc:sldMk cId="4149633959" sldId="59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2:59.275" v="24" actId="1076"/>
          <ac:spMkLst>
            <pc:docMk/>
            <pc:sldMk cId="4149633959" sldId="596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2:59.275" v="24" actId="1076"/>
          <ac:spMkLst>
            <pc:docMk/>
            <pc:sldMk cId="4149633959" sldId="596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3:01.361" v="25" actId="478"/>
          <ac:spMkLst>
            <pc:docMk/>
            <pc:sldMk cId="4149633959" sldId="596"/>
            <ac:spMk id="8" creationId="{2EB55108-C32A-438C-86CF-395711A99090}"/>
          </ac:spMkLst>
        </pc:spChg>
        <pc:picChg chg="del">
          <ac:chgData name="Димитър Минчев" userId="6da192e4-d32c-454b-8615-bbadf07b6639" providerId="ADAL" clId="{EEB514BB-F3C6-4E05-A626-F6216FDDEA97}" dt="2023-02-21T21:12:30.052" v="17" actId="478"/>
          <ac:picMkLst>
            <pc:docMk/>
            <pc:sldMk cId="4149633959" sldId="596"/>
            <ac:picMk id="17510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EEB514BB-F3C6-4E05-A626-F6216FDDEA97}" dt="2023-02-21T21:13:55.836" v="45" actId="1076"/>
        <pc:sldMkLst>
          <pc:docMk/>
          <pc:sldMk cId="867848524" sldId="597"/>
        </pc:sldMkLst>
        <pc:spChg chg="del">
          <ac:chgData name="Димитър Минчев" userId="6da192e4-d32c-454b-8615-bbadf07b6639" providerId="ADAL" clId="{EEB514BB-F3C6-4E05-A626-F6216FDDEA97}" dt="2023-02-21T21:13:16.986" v="33" actId="478"/>
          <ac:spMkLst>
            <pc:docMk/>
            <pc:sldMk cId="867848524" sldId="597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EEB514BB-F3C6-4E05-A626-F6216FDDEA97}" dt="2023-02-21T21:13:18.225" v="34" actId="478"/>
          <ac:spMkLst>
            <pc:docMk/>
            <pc:sldMk cId="867848524" sldId="597"/>
            <ac:spMk id="4" creationId="{059AB2B7-154E-7601-923D-9F5ED2B2933D}"/>
          </ac:spMkLst>
        </pc:spChg>
        <pc:spChg chg="mod">
          <ac:chgData name="Димитър Минчев" userId="6da192e4-d32c-454b-8615-bbadf07b6639" providerId="ADAL" clId="{EEB514BB-F3C6-4E05-A626-F6216FDDEA97}" dt="2023-02-21T21:13:55.836" v="45" actId="1076"/>
          <ac:spMkLst>
            <pc:docMk/>
            <pc:sldMk cId="867848524" sldId="597"/>
            <ac:spMk id="5" creationId="{00000000-0000-0000-0000-000000000000}"/>
          </ac:spMkLst>
        </pc:spChg>
        <pc:spChg chg="add mod">
          <ac:chgData name="Димитър Минчев" userId="6da192e4-d32c-454b-8615-bbadf07b6639" providerId="ADAL" clId="{EEB514BB-F3C6-4E05-A626-F6216FDDEA97}" dt="2023-02-21T21:13:21.438" v="36" actId="20577"/>
          <ac:spMkLst>
            <pc:docMk/>
            <pc:sldMk cId="867848524" sldId="597"/>
            <ac:spMk id="6" creationId="{AD672603-FEE6-2334-CFC1-D554A2A074D3}"/>
          </ac:spMkLst>
        </pc:spChg>
        <pc:spChg chg="mod">
          <ac:chgData name="Димитър Минчев" userId="6da192e4-d32c-454b-8615-bbadf07b6639" providerId="ADAL" clId="{EEB514BB-F3C6-4E05-A626-F6216FDDEA97}" dt="2023-02-21T21:13:34.280" v="40" actId="1076"/>
          <ac:spMkLst>
            <pc:docMk/>
            <pc:sldMk cId="867848524" sldId="597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3:47.529" v="44" actId="478"/>
          <ac:spMkLst>
            <pc:docMk/>
            <pc:sldMk cId="867848524" sldId="597"/>
            <ac:spMk id="8" creationId="{3EBC1220-AB46-4E63-952F-5336A11B0201}"/>
          </ac:spMkLst>
        </pc:spChg>
        <pc:picChg chg="del">
          <ac:chgData name="Димитър Минчев" userId="6da192e4-d32c-454b-8615-bbadf07b6639" providerId="ADAL" clId="{EEB514BB-F3C6-4E05-A626-F6216FDDEA97}" dt="2023-02-21T21:13:04.902" v="26" actId="478"/>
          <ac:picMkLst>
            <pc:docMk/>
            <pc:sldMk cId="867848524" sldId="597"/>
            <ac:picMk id="17408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4:23.978" v="53" actId="113"/>
        <pc:sldMkLst>
          <pc:docMk/>
          <pc:sldMk cId="2254299187" sldId="598"/>
        </pc:sldMkLst>
        <pc:spChg chg="mod">
          <ac:chgData name="Димитър Минчев" userId="6da192e4-d32c-454b-8615-bbadf07b6639" providerId="ADAL" clId="{EEB514BB-F3C6-4E05-A626-F6216FDDEA97}" dt="2023-02-21T21:14:16.404" v="51" actId="2711"/>
          <ac:spMkLst>
            <pc:docMk/>
            <pc:sldMk cId="2254299187" sldId="59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4:23.978" v="53" actId="113"/>
          <ac:spMkLst>
            <pc:docMk/>
            <pc:sldMk cId="2254299187" sldId="59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4:07.852" v="48" actId="478"/>
          <ac:spMkLst>
            <pc:docMk/>
            <pc:sldMk cId="2254299187" sldId="598"/>
            <ac:spMk id="7" creationId="{06E1B47B-9C34-4EB1-B03C-A67E5A9AF11E}"/>
          </ac:spMkLst>
        </pc:spChg>
        <pc:picChg chg="del">
          <ac:chgData name="Димитър Минчев" userId="6da192e4-d32c-454b-8615-bbadf07b6639" providerId="ADAL" clId="{EEB514BB-F3C6-4E05-A626-F6216FDDEA97}" dt="2023-02-21T21:14:06.187" v="46" actId="478"/>
          <ac:picMkLst>
            <pc:docMk/>
            <pc:sldMk cId="2254299187" sldId="598"/>
            <ac:picMk id="173058" creationId="{00000000-0000-0000-0000-000000000000}"/>
          </ac:picMkLst>
        </pc:picChg>
        <pc:picChg chg="del">
          <ac:chgData name="Димитър Минчев" userId="6da192e4-d32c-454b-8615-bbadf07b6639" providerId="ADAL" clId="{EEB514BB-F3C6-4E05-A626-F6216FDDEA97}" dt="2023-02-21T21:14:06.733" v="47" actId="478"/>
          <ac:picMkLst>
            <pc:docMk/>
            <pc:sldMk cId="2254299187" sldId="598"/>
            <ac:picMk id="17306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4:59.354" v="70" actId="20577"/>
        <pc:sldMkLst>
          <pc:docMk/>
          <pc:sldMk cId="2226519684" sldId="599"/>
        </pc:sldMkLst>
        <pc:spChg chg="mod">
          <ac:chgData name="Димитър Минчев" userId="6da192e4-d32c-454b-8615-bbadf07b6639" providerId="ADAL" clId="{EEB514BB-F3C6-4E05-A626-F6216FDDEA97}" dt="2023-02-21T21:14:59.354" v="70" actId="20577"/>
          <ac:spMkLst>
            <pc:docMk/>
            <pc:sldMk cId="2226519684" sldId="59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4:45.477" v="60" actId="1076"/>
          <ac:spMkLst>
            <pc:docMk/>
            <pc:sldMk cId="2226519684" sldId="59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2:04.722" v="6"/>
          <ac:spMkLst>
            <pc:docMk/>
            <pc:sldMk cId="2226519684" sldId="599"/>
            <ac:spMk id="7" creationId="{4FFBAB29-5F4E-4974-AF87-A1E07FF873C2}"/>
          </ac:spMkLst>
        </pc:spChg>
        <pc:picChg chg="del">
          <ac:chgData name="Димитър Минчев" userId="6da192e4-d32c-454b-8615-bbadf07b6639" providerId="ADAL" clId="{EEB514BB-F3C6-4E05-A626-F6216FDDEA97}" dt="2023-02-21T21:14:30.035" v="54" actId="478"/>
          <ac:picMkLst>
            <pc:docMk/>
            <pc:sldMk cId="2226519684" sldId="599"/>
            <ac:picMk id="172034" creationId="{00000000-0000-0000-0000-000000000000}"/>
          </ac:picMkLst>
        </pc:picChg>
        <pc:picChg chg="del">
          <ac:chgData name="Димитър Минчев" userId="6da192e4-d32c-454b-8615-bbadf07b6639" providerId="ADAL" clId="{EEB514BB-F3C6-4E05-A626-F6216FDDEA97}" dt="2023-02-21T21:14:30.602" v="55" actId="478"/>
          <ac:picMkLst>
            <pc:docMk/>
            <pc:sldMk cId="2226519684" sldId="599"/>
            <ac:picMk id="17203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EEB514BB-F3C6-4E05-A626-F6216FDDEA97}" dt="2023-02-21T21:15:39.338" v="83" actId="478"/>
        <pc:sldMkLst>
          <pc:docMk/>
          <pc:sldMk cId="4141974192" sldId="600"/>
        </pc:sldMkLst>
        <pc:spChg chg="del">
          <ac:chgData name="Димитър Минчев" userId="6da192e4-d32c-454b-8615-bbadf07b6639" providerId="ADAL" clId="{EEB514BB-F3C6-4E05-A626-F6216FDDEA97}" dt="2023-02-21T21:15:08.515" v="71" actId="478"/>
          <ac:spMkLst>
            <pc:docMk/>
            <pc:sldMk cId="4141974192" sldId="60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5:36.443" v="82" actId="113"/>
          <ac:spMkLst>
            <pc:docMk/>
            <pc:sldMk cId="4141974192" sldId="600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EEB514BB-F3C6-4E05-A626-F6216FDDEA97}" dt="2023-02-21T21:15:09.384" v="72" actId="478"/>
          <ac:spMkLst>
            <pc:docMk/>
            <pc:sldMk cId="4141974192" sldId="600"/>
            <ac:spMk id="5" creationId="{CC54BAAE-C4B6-3806-F709-5FBE6D164884}"/>
          </ac:spMkLst>
        </pc:spChg>
        <pc:spChg chg="del mod">
          <ac:chgData name="Димитър Минчев" userId="6da192e4-d32c-454b-8615-bbadf07b6639" providerId="ADAL" clId="{EEB514BB-F3C6-4E05-A626-F6216FDDEA97}" dt="2023-02-21T21:15:39.338" v="83" actId="478"/>
          <ac:spMkLst>
            <pc:docMk/>
            <pc:sldMk cId="4141974192" sldId="600"/>
            <ac:spMk id="6" creationId="{2BFBFA9A-7DBC-43DA-A2E9-974B0426697C}"/>
          </ac:spMkLst>
        </pc:spChg>
        <pc:spChg chg="add mod">
          <ac:chgData name="Димитър Минчев" userId="6da192e4-d32c-454b-8615-bbadf07b6639" providerId="ADAL" clId="{EEB514BB-F3C6-4E05-A626-F6216FDDEA97}" dt="2023-02-21T21:15:12.839" v="75" actId="20577"/>
          <ac:spMkLst>
            <pc:docMk/>
            <pc:sldMk cId="4141974192" sldId="600"/>
            <ac:spMk id="7" creationId="{6BEE65BB-A6B7-4EED-417B-2A38C95204EB}"/>
          </ac:spMkLst>
        </pc:spChg>
        <pc:picChg chg="del">
          <ac:chgData name="Димитър Минчев" userId="6da192e4-d32c-454b-8615-bbadf07b6639" providerId="ADAL" clId="{EEB514BB-F3C6-4E05-A626-F6216FDDEA97}" dt="2023-02-21T21:15:19.259" v="76" actId="478"/>
          <ac:picMkLst>
            <pc:docMk/>
            <pc:sldMk cId="4141974192" sldId="600"/>
            <ac:picMk id="307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6:31.734" v="99" actId="1076"/>
        <pc:sldMkLst>
          <pc:docMk/>
          <pc:sldMk cId="1134897746" sldId="602"/>
        </pc:sldMkLst>
        <pc:spChg chg="mod">
          <ac:chgData name="Димитър Минчев" userId="6da192e4-d32c-454b-8615-bbadf07b6639" providerId="ADAL" clId="{EEB514BB-F3C6-4E05-A626-F6216FDDEA97}" dt="2023-02-21T21:15:55.338" v="89" actId="2711"/>
          <ac:spMkLst>
            <pc:docMk/>
            <pc:sldMk cId="1134897746" sldId="60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6:31.734" v="99" actId="1076"/>
          <ac:spMkLst>
            <pc:docMk/>
            <pc:sldMk cId="1134897746" sldId="60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5:44.482" v="85" actId="478"/>
          <ac:spMkLst>
            <pc:docMk/>
            <pc:sldMk cId="1134897746" sldId="602"/>
            <ac:spMk id="7" creationId="{0B5ABF99-E329-43C2-B12F-4ECA84F47E58}"/>
          </ac:spMkLst>
        </pc:spChg>
        <pc:picChg chg="del">
          <ac:chgData name="Димитър Минчев" userId="6da192e4-d32c-454b-8615-bbadf07b6639" providerId="ADAL" clId="{EEB514BB-F3C6-4E05-A626-F6216FDDEA97}" dt="2023-02-21T21:15:42.202" v="84" actId="478"/>
          <ac:picMkLst>
            <pc:docMk/>
            <pc:sldMk cId="1134897746" sldId="60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7:25.465" v="124" actId="1076"/>
        <pc:sldMkLst>
          <pc:docMk/>
          <pc:sldMk cId="1620542810" sldId="604"/>
        </pc:sldMkLst>
        <pc:spChg chg="mod">
          <ac:chgData name="Димитър Минчев" userId="6da192e4-d32c-454b-8615-bbadf07b6639" providerId="ADAL" clId="{EEB514BB-F3C6-4E05-A626-F6216FDDEA97}" dt="2023-02-21T21:17:25.465" v="124" actId="1076"/>
          <ac:spMkLst>
            <pc:docMk/>
            <pc:sldMk cId="1620542810" sldId="60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7:05.057" v="110" actId="207"/>
          <ac:spMkLst>
            <pc:docMk/>
            <pc:sldMk cId="1620542810" sldId="60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7:07.088" v="111" actId="478"/>
          <ac:spMkLst>
            <pc:docMk/>
            <pc:sldMk cId="1620542810" sldId="604"/>
            <ac:spMk id="5" creationId="{8F1C4CCC-9374-4AD5-9763-1770F012E6B2}"/>
          </ac:spMkLst>
        </pc:spChg>
      </pc:sldChg>
      <pc:sldChg chg="addSp delSp modSp add mod">
        <pc:chgData name="Димитър Минчев" userId="6da192e4-d32c-454b-8615-bbadf07b6639" providerId="ADAL" clId="{EEB514BB-F3C6-4E05-A626-F6216FDDEA97}" dt="2023-02-21T21:17:45.294" v="132" actId="2711"/>
        <pc:sldMkLst>
          <pc:docMk/>
          <pc:sldMk cId="3008879577" sldId="605"/>
        </pc:sldMkLst>
        <pc:spChg chg="del">
          <ac:chgData name="Димитър Минчев" userId="6da192e4-d32c-454b-8615-bbadf07b6639" providerId="ADAL" clId="{EEB514BB-F3C6-4E05-A626-F6216FDDEA97}" dt="2023-02-21T21:17:31.233" v="125" actId="478"/>
          <ac:spMkLst>
            <pc:docMk/>
            <pc:sldMk cId="3008879577" sldId="60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7:45.294" v="132" actId="2711"/>
          <ac:spMkLst>
            <pc:docMk/>
            <pc:sldMk cId="3008879577" sldId="605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EEB514BB-F3C6-4E05-A626-F6216FDDEA97}" dt="2023-02-21T21:17:32.947" v="126" actId="478"/>
          <ac:spMkLst>
            <pc:docMk/>
            <pc:sldMk cId="3008879577" sldId="605"/>
            <ac:spMk id="5" creationId="{E2BC0F8C-D116-6879-76AC-E849D601E6E4}"/>
          </ac:spMkLst>
        </pc:spChg>
        <pc:spChg chg="del mod">
          <ac:chgData name="Димитър Минчев" userId="6da192e4-d32c-454b-8615-bbadf07b6639" providerId="ADAL" clId="{EEB514BB-F3C6-4E05-A626-F6216FDDEA97}" dt="2023-02-21T21:17:41.730" v="131" actId="478"/>
          <ac:spMkLst>
            <pc:docMk/>
            <pc:sldMk cId="3008879577" sldId="605"/>
            <ac:spMk id="6" creationId="{1CCC5D8B-1016-4A0C-8DAA-01EA50C076E7}"/>
          </ac:spMkLst>
        </pc:spChg>
        <pc:spChg chg="add mod">
          <ac:chgData name="Димитър Минчев" userId="6da192e4-d32c-454b-8615-bbadf07b6639" providerId="ADAL" clId="{EEB514BB-F3C6-4E05-A626-F6216FDDEA97}" dt="2023-02-21T21:17:37.624" v="130" actId="20577"/>
          <ac:spMkLst>
            <pc:docMk/>
            <pc:sldMk cId="3008879577" sldId="605"/>
            <ac:spMk id="7" creationId="{93C5DF54-F6AE-823B-1ECB-81782E9F0271}"/>
          </ac:spMkLst>
        </pc:spChg>
        <pc:picChg chg="del">
          <ac:chgData name="Димитър Минчев" userId="6da192e4-d32c-454b-8615-bbadf07b6639" providerId="ADAL" clId="{EEB514BB-F3C6-4E05-A626-F6216FDDEA97}" dt="2023-02-21T21:17:34.364" v="127" actId="478"/>
          <ac:picMkLst>
            <pc:docMk/>
            <pc:sldMk cId="3008879577" sldId="605"/>
            <ac:picMk id="16896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EEB514BB-F3C6-4E05-A626-F6216FDDEA97}" dt="2023-02-21T21:18:11.305" v="140" actId="478"/>
        <pc:sldMkLst>
          <pc:docMk/>
          <pc:sldMk cId="42752165" sldId="606"/>
        </pc:sldMkLst>
        <pc:spChg chg="mod">
          <ac:chgData name="Димитър Минчев" userId="6da192e4-d32c-454b-8615-bbadf07b6639" providerId="ADAL" clId="{EEB514BB-F3C6-4E05-A626-F6216FDDEA97}" dt="2023-02-21T21:18:02.191" v="137" actId="2711"/>
          <ac:spMkLst>
            <pc:docMk/>
            <pc:sldMk cId="42752165" sldId="60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EEB514BB-F3C6-4E05-A626-F6216FDDEA97}" dt="2023-02-21T21:18:09.879" v="139" actId="1076"/>
          <ac:spMkLst>
            <pc:docMk/>
            <pc:sldMk cId="42752165" sldId="60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EEB514BB-F3C6-4E05-A626-F6216FDDEA97}" dt="2023-02-21T21:18:11.305" v="140" actId="478"/>
          <ac:spMkLst>
            <pc:docMk/>
            <pc:sldMk cId="42752165" sldId="606"/>
            <ac:spMk id="7" creationId="{C94249EC-76CB-421D-9A8D-8BB294502169}"/>
          </ac:spMkLst>
        </pc:spChg>
        <pc:picChg chg="del">
          <ac:chgData name="Димитър Минчев" userId="6da192e4-d32c-454b-8615-bbadf07b6639" providerId="ADAL" clId="{EEB514BB-F3C6-4E05-A626-F6216FDDEA97}" dt="2023-02-21T21:17:49.348" v="133" actId="478"/>
          <ac:picMkLst>
            <pc:docMk/>
            <pc:sldMk cId="42752165" sldId="606"/>
            <ac:picMk id="8194" creationId="{00000000-0000-0000-0000-000000000000}"/>
          </ac:picMkLst>
        </pc:picChg>
        <pc:picChg chg="del">
          <ac:chgData name="Димитър Минчев" userId="6da192e4-d32c-454b-8615-bbadf07b6639" providerId="ADAL" clId="{EEB514BB-F3C6-4E05-A626-F6216FDDEA97}" dt="2023-02-21T21:17:49.874" v="134" actId="478"/>
          <ac:picMkLst>
            <pc:docMk/>
            <pc:sldMk cId="42752165" sldId="606"/>
            <ac:picMk id="8196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28.11.2025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ms229042.asp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Comfortaa" pitchFamily="2" charset="0"/>
              </a:rPr>
              <a:t>Качество на софтуера и </a:t>
            </a:r>
            <a:br>
              <a:rPr lang="ru-RU" sz="4800" dirty="0">
                <a:latin typeface="Comfortaa" pitchFamily="2" charset="0"/>
              </a:rPr>
            </a:br>
            <a:r>
              <a:rPr lang="ru-RU" sz="4800" dirty="0">
                <a:latin typeface="Comfortaa" pitchFamily="2" charset="0"/>
              </a:rPr>
              <a:t>преработка на кода</a:t>
            </a:r>
            <a:endParaRPr lang="bg-BG" sz="48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Защо качеството на кода е важно?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Външно и вътрешно качество на кода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Що е това качествен код?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Конвенции в кода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Какво е преработка на кода?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Принципи, които да следваме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Процес на преработка и съвети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63866" y="1386238"/>
            <a:ext cx="10515600" cy="435133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прави този код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Коректен ли е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192" y="204809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Защо качеството е важно</a:t>
            </a:r>
            <a:r>
              <a:rPr lang="en-US" dirty="0">
                <a:latin typeface="Comfortaa" pitchFamily="2" charset="0"/>
              </a:rPr>
              <a:t>? 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63866" y="2019088"/>
            <a:ext cx="10868369" cy="44935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value=010, i=5, w;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switch(value){case 10:w=5;Console.WriteLine(w);break;case 9:i=0;break;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case 8:Console.WriteLine("8 ");break;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default:Console.WriteLine("def ");{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	        Console.WriteLine("hoho ");	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for (int k = 0; k &lt; i; k++, Console.WriteLine(k - 'f'));break;} { Console.WriteLine("loop!");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963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61965" y="1225301"/>
            <a:ext cx="10876791" cy="698502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Сега програмният код е форматиран, но все още е неясен 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1961" y="1740631"/>
            <a:ext cx="10766795" cy="48332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 value = 010, i = 5, w;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switch (value)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10: w = 5; Console.WriteLine(w);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9: i = 0;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8: Console.WriteLine("8 ");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default: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Console.WriteLine("def 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Console.WriteLine("hoho 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for (int k = 0; k &lt; i; k++,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Console.WriteLine(k - 'f')) 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break;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Console.WriteLine("loop!");</a:t>
            </a:r>
          </a:p>
          <a:p>
            <a:pPr eaLnBrk="0" hangingPunct="0">
              <a:lnSpc>
                <a:spcPct val="8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672603-FEE6-2334-CFC1-D554A2A0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192" y="204809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Защо качеството е важно</a:t>
            </a:r>
            <a:r>
              <a:rPr lang="en-US" dirty="0">
                <a:latin typeface="Comfortaa" pitchFamily="2" charset="0"/>
              </a:rPr>
              <a:t>? [2/2]</a:t>
            </a:r>
          </a:p>
        </p:txBody>
      </p:sp>
    </p:spTree>
    <p:extLst>
      <p:ext uri="{BB962C8B-B14F-4D97-AF65-F5344CB8AC3E}">
        <p14:creationId xmlns:p14="http://schemas.microsoft.com/office/powerpoint/2010/main" val="86784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762"/>
            <a:ext cx="11445817" cy="46687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Външно качество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програмата се държи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коректно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връща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очаквания резултат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софтуерът 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бърз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неговия интерфейс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 за ползване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програмният код е достатъчно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сигурен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Вътрешно качество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кодът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 </a:t>
            </a:r>
            <a:r>
              <a:rPr lang="bg-BG" dirty="0">
                <a:latin typeface="Comfortaa" pitchFamily="2" charset="0"/>
              </a:rPr>
              <a:t>за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четене </a:t>
            </a:r>
            <a:r>
              <a:rPr lang="bg-BG" dirty="0">
                <a:latin typeface="Comfortaa" pitchFamily="2" charset="0"/>
              </a:rPr>
              <a:t>и разбиране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кодът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добре структуриран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Дали кодът 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промяна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Качество на софтуера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29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9081"/>
            <a:ext cx="10674927" cy="45737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Висококачественият програмен код е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Лесен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четене </a:t>
            </a:r>
            <a:r>
              <a:rPr lang="bg-BG" dirty="0">
                <a:latin typeface="Comfortaa" pitchFamily="2" charset="0"/>
              </a:rPr>
              <a:t>и разбиране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Лесен за промяна 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поддръжка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Има винаги коректно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поведение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тестван</a:t>
            </a:r>
            <a:r>
              <a:rPr lang="bg-BG" dirty="0">
                <a:latin typeface="Comfortaa" pitchFamily="2" charset="0"/>
              </a:rPr>
              <a:t> 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 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проектиран</a:t>
            </a:r>
            <a:r>
              <a:rPr lang="bg-BG" dirty="0">
                <a:latin typeface="Comfortaa" pitchFamily="2" charset="0"/>
              </a:rPr>
              <a:t> и изграден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 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документиран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Самоописващ се (</a:t>
            </a:r>
            <a:r>
              <a:rPr lang="en-US" dirty="0">
                <a:latin typeface="Comfortaa" pitchFamily="2" charset="0"/>
              </a:rPr>
              <a:t>Self-documenting) </a:t>
            </a:r>
            <a:r>
              <a:rPr lang="bg-BG" dirty="0">
                <a:latin typeface="Comfortaa" pitchFamily="2" charset="0"/>
              </a:rPr>
              <a:t>код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 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форматиран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9935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Какво е висококачествен програмен код</a:t>
            </a:r>
            <a:r>
              <a:rPr lang="en-US" sz="3200" dirty="0">
                <a:latin typeface="Comfortaa" pitchFamily="2" charset="0"/>
              </a:rPr>
              <a:t>? [1/2]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FFBAB29-5F4E-4974-AF87-A1E07FF87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1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395" y="1762076"/>
            <a:ext cx="10537355" cy="46915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Висококачественият програмен код има</a:t>
            </a:r>
            <a:r>
              <a:rPr lang="en-US" sz="36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Силна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специализация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strong cohesion)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всички нива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модули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класове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методи и </a:t>
            </a:r>
            <a:r>
              <a:rPr lang="bg-BG" dirty="0" err="1">
                <a:latin typeface="Comfortaa" pitchFamily="2" charset="0"/>
              </a:rPr>
              <a:t>т.н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Един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елемент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отговаря за една-единствена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задача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Слаба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зависимост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loose coupling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между модули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класове и </a:t>
            </a:r>
            <a:r>
              <a:rPr lang="bg-BG" dirty="0" err="1">
                <a:latin typeface="Comfortaa" pitchFamily="2" charset="0"/>
              </a:rPr>
              <a:t>т.н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Елементите са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независими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един от друг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форматиране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Подходящи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имена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класове, методи, величини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Самоописващ се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стил на кодиране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EE65BB-A6B7-4EED-417B-2A38C952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9935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Какво е висококачествен програмен код</a:t>
            </a:r>
            <a:r>
              <a:rPr lang="en-US" sz="3200" dirty="0">
                <a:latin typeface="Comfortaa" pitchFamily="2" charset="0"/>
              </a:rPr>
              <a:t>? [2/2]</a:t>
            </a:r>
          </a:p>
        </p:txBody>
      </p:sp>
    </p:spTree>
    <p:extLst>
      <p:ext uri="{BB962C8B-B14F-4D97-AF65-F5344CB8AC3E}">
        <p14:creationId xmlns:p14="http://schemas.microsoft.com/office/powerpoint/2010/main" val="4141974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2551"/>
            <a:ext cx="10515600" cy="48282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Конвенциите в кода са формализирани напътствия за стила на писане на програмен код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Конвенции за форматиране на кода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Конвенции за именуване 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Най-добри практики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Официални препоръки на </a:t>
            </a:r>
            <a:r>
              <a:rPr lang="en-US" dirty="0">
                <a:latin typeface="Comfortaa" pitchFamily="2" charset="0"/>
              </a:rPr>
              <a:t>Microsoft</a:t>
            </a:r>
            <a:r>
              <a:rPr lang="bg-BG" dirty="0">
                <a:latin typeface="Comfortaa" pitchFamily="2" charset="0"/>
              </a:rPr>
              <a:t> за код на </a:t>
            </a:r>
            <a:r>
              <a:rPr lang="en-US" dirty="0">
                <a:latin typeface="Comfortaa" pitchFamily="2" charset="0"/>
              </a:rPr>
              <a:t>C#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Design Guidelines for Developing Class Libraries: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  <a:hlinkClick r:id="rId2"/>
              </a:rPr>
              <a:t>http://msdn.microsoft.com/en-us/library/ms229042.aspx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Конвенции в кода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9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7246"/>
            <a:ext cx="10176165" cy="4102163"/>
          </a:xfrm>
        </p:spPr>
        <p:txBody>
          <a:bodyPr>
            <a:normAutofit fontScale="85000" lnSpcReduction="20000"/>
          </a:bodyPr>
          <a:lstStyle/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Справянето със сложността в кода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има важна роля в конструирането на софтуера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3000" dirty="0">
                <a:latin typeface="Comfortaa" pitchFamily="2" charset="0"/>
              </a:rPr>
              <a:t>Минимизиране на степента на сложност, с която нечий ум ще трябва да се справя в даден момент</a:t>
            </a:r>
            <a:endParaRPr lang="en-US" sz="30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Предизвикателства пред архитектурата и дизайна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3000" dirty="0">
                <a:latin typeface="Comfortaa" pitchFamily="2" charset="0"/>
              </a:rPr>
              <a:t>Проектиране на модули и класове, така че да се намали сложността</a:t>
            </a:r>
            <a:endParaRPr lang="en-US" sz="30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Предизвикателства при изграждането на кода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3000" dirty="0">
                <a:latin typeface="Comfortaa" pitchFamily="2" charset="0"/>
              </a:rPr>
              <a:t>Прилагане на добри практики при конструирането на софтуера</a:t>
            </a:r>
            <a:r>
              <a:rPr lang="en-US" sz="3000" dirty="0">
                <a:latin typeface="Comfortaa" pitchFamily="2" charset="0"/>
              </a:rPr>
              <a:t>: </a:t>
            </a:r>
            <a:r>
              <a:rPr lang="bg-BG" sz="3000" dirty="0">
                <a:latin typeface="Comfortaa" pitchFamily="2" charset="0"/>
              </a:rPr>
              <a:t>класове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методи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променливи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именуване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изрази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обработка на грешки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форматиране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коментари</a:t>
            </a:r>
            <a:r>
              <a:rPr lang="en-US" sz="3000" dirty="0">
                <a:latin typeface="Comfortaa" pitchFamily="2" charset="0"/>
              </a:rPr>
              <a:t>, </a:t>
            </a:r>
            <a:r>
              <a:rPr lang="bg-BG" sz="3000" dirty="0">
                <a:latin typeface="Comfortaa" pitchFamily="2" charset="0"/>
              </a:rPr>
              <a:t>компонентни тестове и т.н.</a:t>
            </a:r>
            <a:endParaRPr lang="en-US" sz="3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94813"/>
            <a:ext cx="11031187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 да се справим със сложността в кода</a:t>
            </a:r>
            <a:r>
              <a:rPr lang="en-US" sz="3200" dirty="0">
                <a:latin typeface="Comfortaa" pitchFamily="2" charset="0"/>
              </a:rPr>
              <a:t> [1/2]</a:t>
            </a:r>
          </a:p>
        </p:txBody>
      </p:sp>
    </p:spTree>
    <p:extLst>
      <p:ext uri="{BB962C8B-B14F-4D97-AF65-F5344CB8AC3E}">
        <p14:creationId xmlns:p14="http://schemas.microsoft.com/office/powerpoint/2010/main" val="162054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Ключово важно за това, да си ефективен програмист, 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Максимизиране на частта от програмата, която можеш, без притеснение, да игнорираш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Докато работиш по коя да е част от кода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Повечето практики, обсъждани тук, предлагат различни начини за постигане на тази важна цел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C5DF54-F6AE-823B-1ECB-81782E9F0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394813"/>
            <a:ext cx="11031187" cy="132556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Как да се справим със сложността в кода</a:t>
            </a:r>
            <a:r>
              <a:rPr lang="en-US" sz="32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008879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710" y="2086882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Коректно поведение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Спазващо изискванията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Стабилна работа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без увисвания и </a:t>
            </a:r>
            <a:r>
              <a:rPr lang="bg-BG" dirty="0" err="1">
                <a:latin typeface="Comfortaa" pitchFamily="2" charset="0"/>
              </a:rPr>
              <a:t>крашове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Без бъгове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работи според очакванията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Правилен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отговор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при неправилна употреба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Четлив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лесен за разчитане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Разбираем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 err="1">
                <a:latin typeface="Comfortaa" pitchFamily="2" charset="0"/>
              </a:rPr>
              <a:t>себеописателен</a:t>
            </a:r>
            <a:endParaRPr lang="en-US" dirty="0">
              <a:latin typeface="Comfortaa" pitchFamily="2" charset="0"/>
            </a:endParaRPr>
          </a:p>
          <a:p>
            <a:r>
              <a:rPr lang="bg-BG" dirty="0" err="1">
                <a:latin typeface="Comfortaa" pitchFamily="2" charset="0"/>
              </a:rPr>
              <a:t>Ремонтопригоден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лесен за промяна, когато се наложи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740" y="592544"/>
            <a:ext cx="10289570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Основни характеристики на висококачествения код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543" y="4641318"/>
            <a:ext cx="10512128" cy="19198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Постепенен процес, превръщащ лошо написания код в качествен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Базира се на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шаблони за преработка</a:t>
            </a:r>
            <a:r>
              <a:rPr lang="en-US" dirty="0">
                <a:latin typeface="Comfortaa" pitchFamily="2" charset="0"/>
              </a:rPr>
              <a:t>" </a:t>
            </a:r>
            <a:r>
              <a:rPr lang="en-US" dirty="0">
                <a:latin typeface="Comfortaa" pitchFamily="2" charset="0"/>
                <a:sym typeface="Wingdings" panose="05000000000000000000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anose="05000000000000000000" pitchFamily="2" charset="2"/>
              </a:rPr>
              <a:t>добре известни рецепти за подобряване на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43" y="347312"/>
            <a:ext cx="1071451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е преработка (</a:t>
            </a:r>
            <a:r>
              <a:rPr lang="en-US" dirty="0">
                <a:latin typeface="Comfortaa" pitchFamily="2" charset="0"/>
              </a:rPr>
              <a:t>Refactoring)?</a:t>
            </a:r>
          </a:p>
        </p:txBody>
      </p:sp>
      <p:pic>
        <p:nvPicPr>
          <p:cNvPr id="1026" name="Picture 2" descr="Source: http://www.flickr.com/photos/pragdave/173640462/&#10;"/>
          <p:cNvPicPr>
            <a:picLocks noChangeAspect="1" noChangeArrowheads="1"/>
          </p:cNvPicPr>
          <p:nvPr/>
        </p:nvPicPr>
        <p:blipFill rotWithShape="1">
          <a:blip r:embed="rId2" cstate="print"/>
          <a:srcRect l="5106" r="8114"/>
          <a:stretch/>
        </p:blipFill>
        <p:spPr bwMode="auto">
          <a:xfrm>
            <a:off x="903263" y="1542246"/>
            <a:ext cx="2592287" cy="289957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noFill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495550" y="1536244"/>
            <a:ext cx="7023266" cy="29055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0000" tIns="108000" rIns="180000" bIns="72000">
            <a:spAutoFit/>
          </a:bodyPr>
          <a:lstStyle>
            <a:lvl1pPr marL="282575" indent="-282575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bg-BG" sz="2800" i="1" noProof="1">
                <a:solidFill>
                  <a:schemeClr val="bg1"/>
                </a:solidFill>
                <a:effectLst/>
                <a:latin typeface="Comfortaa" pitchFamily="2" charset="0"/>
                <a:cs typeface="Consolas" pitchFamily="49" charset="0"/>
              </a:rPr>
              <a:t>Преработка означава </a:t>
            </a:r>
            <a:r>
              <a:rPr lang="en-US" sz="2800" i="1" noProof="1">
                <a:solidFill>
                  <a:schemeClr val="bg1"/>
                </a:solidFill>
                <a:effectLst/>
                <a:latin typeface="Comfortaa" pitchFamily="2" charset="0"/>
                <a:cs typeface="Consolas" pitchFamily="49" charset="0"/>
              </a:rPr>
              <a:t>„</a:t>
            </a:r>
            <a:r>
              <a:rPr lang="bg-BG" sz="2800" i="1" noProof="1">
                <a:solidFill>
                  <a:schemeClr val="bg1"/>
                </a:solidFill>
                <a:effectLst/>
                <a:latin typeface="Comfortaa" pitchFamily="2" charset="0"/>
                <a:cs typeface="Consolas" pitchFamily="49" charset="0"/>
              </a:rPr>
              <a:t>да се подобри организацията и качеството на програмен код без да се променя външното му поведение</a:t>
            </a:r>
            <a:r>
              <a:rPr lang="en-US" sz="2800" i="1" noProof="1">
                <a:solidFill>
                  <a:schemeClr val="bg1"/>
                </a:solidFill>
                <a:effectLst/>
                <a:latin typeface="Comfortaa" pitchFamily="2" charset="0"/>
                <a:cs typeface="Consolas" pitchFamily="49" charset="0"/>
              </a:rPr>
              <a:t>".</a:t>
            </a:r>
          </a:p>
          <a:p>
            <a:pPr marL="0" indent="0" algn="r">
              <a:lnSpc>
                <a:spcPct val="100000"/>
              </a:lnSpc>
              <a:spcAft>
                <a:spcPct val="0"/>
              </a:spcAft>
              <a:buNone/>
            </a:pPr>
            <a:r>
              <a:rPr lang="en-US" sz="2800" i="1" noProof="1">
                <a:solidFill>
                  <a:schemeClr val="bg1"/>
                </a:solidFill>
                <a:effectLst/>
                <a:latin typeface="Comfortaa" pitchFamily="2" charset="0"/>
                <a:cs typeface="Consolas" pitchFamily="49" charset="0"/>
              </a:rPr>
              <a:t>Martin Fowler</a:t>
            </a:r>
            <a:endParaRPr lang="bg-BG" sz="2800" i="1" noProof="1">
              <a:solidFill>
                <a:schemeClr val="bg1"/>
              </a:solidFill>
              <a:effectLst/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146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Какво ще рече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преработка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програмния код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Подобряване на организацията и качеството на наличния програмен код, без да се променя неговото поведение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Това е постепенен процес, който превръща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ако е възможно)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 лошо написания код в добре написан </a:t>
            </a: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Защо </a:t>
            </a:r>
            <a:r>
              <a:rPr lang="bg-BG" dirty="0">
                <a:latin typeface="Comfortaa" pitchFamily="2" charset="0"/>
              </a:rPr>
              <a:t>бихме поискали преработка на кода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Програмният код непрекъснато се променя и от това качеството му се влошава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ако не се преработи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Изискванията често се променят и кодът трябва да се промени, за да отговори на новите изисквания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 на кода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857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Лоши практики в кода </a:t>
            </a:r>
            <a:r>
              <a:rPr lang="bg-BG" b="1" dirty="0">
                <a:latin typeface="Comfortaa" pitchFamily="2" charset="0"/>
              </a:rPr>
              <a:t>(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code smells</a:t>
            </a:r>
            <a:r>
              <a:rPr lang="en-US" b="1" dirty="0">
                <a:latin typeface="Comfortaa" pitchFamily="2" charset="0"/>
              </a:rPr>
              <a:t>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показват, че трябва преработка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Преработваме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sz="2200" dirty="0">
                <a:latin typeface="Comfortaa" pitchFamily="2" charset="0"/>
              </a:rPr>
              <a:t>За да е по-лесно добавянето на нови функции</a:t>
            </a:r>
            <a:endParaRPr lang="en-US" sz="2200" dirty="0">
              <a:latin typeface="Comfortaa" pitchFamily="2" charset="0"/>
            </a:endParaRPr>
          </a:p>
          <a:p>
            <a:pPr lvl="1"/>
            <a:r>
              <a:rPr lang="bg-BG" sz="2200" dirty="0">
                <a:latin typeface="Comfortaa" pitchFamily="2" charset="0"/>
              </a:rPr>
              <a:t>По време на оправянето на грешки</a:t>
            </a:r>
            <a:endParaRPr lang="en-US" sz="2200" dirty="0">
              <a:latin typeface="Comfortaa" pitchFamily="2" charset="0"/>
            </a:endParaRPr>
          </a:p>
          <a:p>
            <a:pPr lvl="1"/>
            <a:r>
              <a:rPr lang="bg-BG" sz="2200" dirty="0">
                <a:latin typeface="Comfortaa" pitchFamily="2" charset="0"/>
              </a:rPr>
              <a:t>Когато преглеждаме чужд програмен код</a:t>
            </a:r>
            <a:endParaRPr lang="en-US" sz="2200" dirty="0">
              <a:latin typeface="Comfortaa" pitchFamily="2" charset="0"/>
            </a:endParaRPr>
          </a:p>
          <a:p>
            <a:pPr lvl="1"/>
            <a:r>
              <a:rPr lang="bg-BG" sz="2200" dirty="0">
                <a:latin typeface="Comfortaa" pitchFamily="2" charset="0"/>
              </a:rPr>
              <a:t>Има технологични липси </a:t>
            </a:r>
            <a:r>
              <a:rPr lang="en-US" sz="2200" dirty="0">
                <a:latin typeface="Comfortaa" pitchFamily="2" charset="0"/>
              </a:rPr>
              <a:t>(</a:t>
            </a:r>
            <a:r>
              <a:rPr lang="bg-BG" sz="2200" dirty="0">
                <a:latin typeface="Comfortaa" pitchFamily="2" charset="0"/>
              </a:rPr>
              <a:t>или проблемен код</a:t>
            </a:r>
            <a:r>
              <a:rPr lang="en-US" sz="2200" dirty="0">
                <a:latin typeface="Comfortaa" pitchFamily="2" charset="0"/>
              </a:rPr>
              <a:t>)</a:t>
            </a:r>
          </a:p>
          <a:p>
            <a:pPr lvl="1"/>
            <a:r>
              <a:rPr lang="bg-BG" sz="2200" dirty="0">
                <a:latin typeface="Comfortaa" pitchFamily="2" charset="0"/>
              </a:rPr>
              <a:t>По време на разработка чрез тестове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(</a:t>
            </a:r>
            <a:r>
              <a:rPr lang="en-US" sz="2200" dirty="0">
                <a:latin typeface="Comfortaa" pitchFamily="2" charset="0"/>
              </a:rPr>
              <a:t>test-driven development</a:t>
            </a:r>
            <a:r>
              <a:rPr lang="bg-BG" sz="2200" dirty="0">
                <a:latin typeface="Comfortaa" pitchFamily="2" charset="0"/>
              </a:rPr>
              <a:t>)</a:t>
            </a:r>
            <a:endParaRPr lang="en-US" sz="2200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Компонентните тестове </a:t>
            </a:r>
            <a:r>
              <a:rPr lang="bg-BG" b="1" dirty="0">
                <a:latin typeface="Comfortaa" pitchFamily="2" charset="0"/>
              </a:rPr>
              <a:t>(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unit tests</a:t>
            </a:r>
            <a:r>
              <a:rPr lang="en-US" b="1" dirty="0">
                <a:latin typeface="Comfortaa" pitchFamily="2" charset="0"/>
              </a:rPr>
              <a:t>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гарантират, че преработката няма да промени поведението на кода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sz="2200" dirty="0">
                <a:latin typeface="Comfortaa" pitchFamily="2" charset="0"/>
              </a:rPr>
              <a:t>Ако нямате компонентни тестове, напишете!</a:t>
            </a:r>
            <a:endParaRPr lang="en-US" sz="2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Кога е нужна преработка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0315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Нека да е по-просто</a:t>
            </a:r>
            <a:r>
              <a:rPr lang="en-US" dirty="0">
                <a:latin typeface="Comfortaa" pitchFamily="2" charset="0"/>
              </a:rPr>
              <a:t> (KISS </a:t>
            </a:r>
            <a:r>
              <a:rPr lang="bg-BG" dirty="0">
                <a:latin typeface="Comfortaa" pitchFamily="2" charset="0"/>
              </a:rPr>
              <a:t>принцип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Избягвайте повторения</a:t>
            </a:r>
            <a:r>
              <a:rPr lang="en-US" dirty="0">
                <a:latin typeface="Comfortaa" pitchFamily="2" charset="0"/>
              </a:rPr>
              <a:t> (DRY </a:t>
            </a:r>
            <a:r>
              <a:rPr lang="bg-BG" dirty="0">
                <a:latin typeface="Comfortaa" pitchFamily="2" charset="0"/>
              </a:rPr>
              <a:t>принцип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Нека да е ясно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 err="1">
                <a:latin typeface="Comfortaa" pitchFamily="2" charset="0"/>
              </a:rPr>
              <a:t>говорящи</a:t>
            </a:r>
            <a:r>
              <a:rPr lang="bg-BG" dirty="0">
                <a:latin typeface="Comfortaa" pitchFamily="2" charset="0"/>
              </a:rPr>
              <a:t> имена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коментари и т.н.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По-малко количество код</a:t>
            </a:r>
            <a:r>
              <a:rPr lang="en-US" dirty="0">
                <a:latin typeface="Comfortaa" pitchFamily="2" charset="0"/>
              </a:rPr>
              <a:t> (KISS </a:t>
            </a:r>
            <a:r>
              <a:rPr lang="bg-BG" dirty="0">
                <a:latin typeface="Comfortaa" pitchFamily="2" charset="0"/>
              </a:rPr>
              <a:t>принцип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Разделяне на отговорностите</a:t>
            </a:r>
            <a:r>
              <a:rPr lang="en-US" dirty="0">
                <a:latin typeface="Comfortaa" pitchFamily="2" charset="0"/>
              </a:rPr>
              <a:t> (decoupling)</a:t>
            </a:r>
          </a:p>
          <a:p>
            <a:r>
              <a:rPr lang="bg-BG" dirty="0">
                <a:latin typeface="Comfortaa" pitchFamily="2" charset="0"/>
              </a:rPr>
              <a:t>Подходящо ниво на абстракция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използвайте абстракции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Правило на момчетата-скаути</a:t>
            </a:r>
          </a:p>
          <a:p>
            <a:pPr lvl="1"/>
            <a:r>
              <a:rPr lang="bg-BG" dirty="0">
                <a:latin typeface="Comfortaa" pitchFamily="2" charset="0"/>
              </a:rPr>
              <a:t>Оставете кода в по-добро състояние от това, в което сте го заварили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Основни принципи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89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Запишете програмния код в състоянието, от което започвате</a:t>
            </a:r>
            <a:endParaRPr lang="en-US" dirty="0">
              <a:latin typeface="Comfortaa" pitchFamily="2" charset="0"/>
            </a:endParaRPr>
          </a:p>
          <a:p>
            <a:pPr marL="715963" lvl="1" indent="-338138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Направете </a:t>
            </a:r>
            <a:r>
              <a:rPr lang="en-US" dirty="0">
                <a:latin typeface="Comfortaa" pitchFamily="2" charset="0"/>
              </a:rPr>
              <a:t>Check-in </a:t>
            </a:r>
            <a:r>
              <a:rPr lang="bg-BG" dirty="0">
                <a:latin typeface="Comfortaa" pitchFamily="2" charset="0"/>
              </a:rPr>
              <a:t>или архивирайте текущия програмен код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Подгответе тестове, за да се подсигурите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че кодът ще работи по същия начин след преработката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Компонентни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характеризиращи тестове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Правете преработките една по една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Правете малки преработки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Не подценявайте дребните промени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Изпълнете тестовете – те трябва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са успешни</a:t>
            </a:r>
          </a:p>
          <a:p>
            <a:pPr marL="819096" lvl="1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Ако не са – върнете стария код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Направете </a:t>
            </a:r>
            <a:r>
              <a:rPr lang="en-US" dirty="0">
                <a:latin typeface="Comfortaa" pitchFamily="2" charset="0"/>
              </a:rPr>
              <a:t>check-in </a:t>
            </a:r>
            <a:r>
              <a:rPr lang="bg-BG" dirty="0">
                <a:latin typeface="Comfortaa" pitchFamily="2" charset="0"/>
              </a:rPr>
              <a:t>в системата за контрол на версиите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Типичен процес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11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dirty="0">
                <a:latin typeface="Comfortaa" pitchFamily="2" charset="0"/>
              </a:rPr>
              <a:t>Правете малки преработки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Една по една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Направете си списък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Поддържайте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ПОСЛЕ“ </a:t>
            </a:r>
            <a:r>
              <a:rPr lang="en-US" dirty="0">
                <a:latin typeface="Comfortaa" pitchFamily="2" charset="0"/>
              </a:rPr>
              <a:t>TODO</a:t>
            </a:r>
            <a:r>
              <a:rPr lang="bg-BG" dirty="0">
                <a:latin typeface="Comfortaa" pitchFamily="2" charset="0"/>
              </a:rPr>
              <a:t> списък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Правете </a:t>
            </a:r>
            <a:r>
              <a:rPr lang="en-US" dirty="0">
                <a:latin typeface="Comfortaa" pitchFamily="2" charset="0"/>
              </a:rPr>
              <a:t>check-in / commit </a:t>
            </a:r>
            <a:r>
              <a:rPr lang="bg-BG" dirty="0">
                <a:latin typeface="Comfortaa" pitchFamily="2" charset="0"/>
              </a:rPr>
              <a:t>често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Добавете тестове за различните случаи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Преглеждайте резултата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Програмирайте по двойки (</a:t>
            </a:r>
            <a:r>
              <a:rPr lang="en-US" dirty="0">
                <a:latin typeface="Comfortaa" pitchFamily="2" charset="0"/>
              </a:rPr>
              <a:t>pair programming)</a:t>
            </a:r>
          </a:p>
          <a:p>
            <a:r>
              <a:rPr lang="bg-BG" dirty="0">
                <a:latin typeface="Comfortaa" pitchFamily="2" charset="0"/>
              </a:rPr>
              <a:t>Използвайте инструментите</a:t>
            </a:r>
            <a:r>
              <a:rPr lang="en-US" dirty="0">
                <a:latin typeface="Comfortaa" pitchFamily="2" charset="0"/>
              </a:rPr>
              <a:t> (Visual Studio + </a:t>
            </a:r>
            <a:r>
              <a:rPr lang="bg-BG" dirty="0">
                <a:latin typeface="Comfortaa" pitchFamily="2" charset="0"/>
              </a:rPr>
              <a:t>добавки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 други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Преработка: Съвети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1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5762" y="1927411"/>
            <a:ext cx="4528441" cy="4216525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Преименуване на променлива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клас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метод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член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Извличане на</a:t>
            </a:r>
          </a:p>
          <a:p>
            <a:pPr lvl="1"/>
            <a:r>
              <a:rPr lang="bg-BG" dirty="0">
                <a:latin typeface="Comfortaa" pitchFamily="2" charset="0"/>
              </a:rPr>
              <a:t>метод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константа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интерфейс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Капсулиране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 поле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762" y="584819"/>
            <a:ext cx="11178468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Преработка на кода във </a:t>
            </a:r>
            <a:r>
              <a:rPr lang="en-US" sz="4000" dirty="0">
                <a:latin typeface="Comfortaa" pitchFamily="2" charset="0"/>
              </a:rPr>
              <a:t>Visual Studio</a:t>
            </a:r>
          </a:p>
        </p:txBody>
      </p:sp>
      <p:pic>
        <p:nvPicPr>
          <p:cNvPr id="25602" name="Picture 2" descr="http://i.msdn.microsoft.com/ms379618.vs2005_refactoring-fig1(en-US,VS.80).gif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203" y="1870003"/>
            <a:ext cx="6402697" cy="44369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865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517" y="1554885"/>
            <a:ext cx="10923302" cy="4756850"/>
          </a:xfrm>
        </p:spPr>
        <p:txBody>
          <a:bodyPr>
            <a:no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Качество на софтуера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Външно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работи гладко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 без бъгове и проблеми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Вътрешно </a:t>
            </a:r>
            <a:r>
              <a:rPr lang="en-US" dirty="0">
                <a:latin typeface="Comfortaa" pitchFamily="2" charset="0"/>
              </a:rPr>
              <a:t>–</a:t>
            </a:r>
            <a:r>
              <a:rPr lang="bg-BG" dirty="0">
                <a:latin typeface="Comfortaa" pitchFamily="2" charset="0"/>
              </a:rPr>
              <a:t> добре структуриран и разбираем код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Аспекти на качеството на кода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Качествени класове, методи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условни изрази и цикли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Добро форматиране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коментари, силно специализиран, слабо зависим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Подлежи на компонентни тестове</a:t>
            </a: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Преработка на кода 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Подобрява съществуващ код, без да променя поведението му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88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1156</Words>
  <Application>Microsoft Office PowerPoint</Application>
  <PresentationFormat>Widescreen</PresentationFormat>
  <Paragraphs>171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Comfortaa</vt:lpstr>
      <vt:lpstr>Consolas</vt:lpstr>
      <vt:lpstr>Wingdings</vt:lpstr>
      <vt:lpstr>Wingdings 2</vt:lpstr>
      <vt:lpstr>Office Theme</vt:lpstr>
      <vt:lpstr>Качество на софтуера и  преработка на кода</vt:lpstr>
      <vt:lpstr>Съдържание</vt:lpstr>
      <vt:lpstr>Защо качеството е важно? [1/2]</vt:lpstr>
      <vt:lpstr>Защо качеството е важно? [2/2]</vt:lpstr>
      <vt:lpstr>Качество на софтуера</vt:lpstr>
      <vt:lpstr>Какво е висококачествен програмен код? [1/2]</vt:lpstr>
      <vt:lpstr>Какво е висококачествен програмен код? [2/2]</vt:lpstr>
      <vt:lpstr>Конвенции в кода</vt:lpstr>
      <vt:lpstr>Как да се справим със сложността в кода [1/2]</vt:lpstr>
      <vt:lpstr>Как да се справим със сложността в кода [2/2]</vt:lpstr>
      <vt:lpstr>Основни характеристики на висококачествения код</vt:lpstr>
      <vt:lpstr>Какво е преработка (Refactoring)?</vt:lpstr>
      <vt:lpstr>Преработка на кода</vt:lpstr>
      <vt:lpstr>Кога е нужна преработка?</vt:lpstr>
      <vt:lpstr>Преработка: Основни принципи</vt:lpstr>
      <vt:lpstr>Преработка: Типичен процес</vt:lpstr>
      <vt:lpstr>Преработка: Съвети</vt:lpstr>
      <vt:lpstr>Преработка на кода във Visual Studio</vt:lpstr>
      <vt:lpstr>Обобщение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11</cp:revision>
  <dcterms:created xsi:type="dcterms:W3CDTF">2022-08-09T09:25:46Z</dcterms:created>
  <dcterms:modified xsi:type="dcterms:W3CDTF">2025-11-28T09:02:30Z</dcterms:modified>
</cp:coreProperties>
</file>