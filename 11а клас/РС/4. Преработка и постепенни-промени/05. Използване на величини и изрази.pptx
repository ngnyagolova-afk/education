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6"/>
  </p:notesMasterIdLst>
  <p:sldIdLst>
    <p:sldId id="258" r:id="rId2"/>
    <p:sldId id="571" r:id="rId3"/>
    <p:sldId id="511" r:id="rId4"/>
    <p:sldId id="512" r:id="rId5"/>
    <p:sldId id="513" r:id="rId6"/>
    <p:sldId id="514" r:id="rId7"/>
    <p:sldId id="515" r:id="rId8"/>
    <p:sldId id="516" r:id="rId9"/>
    <p:sldId id="519" r:id="rId10"/>
    <p:sldId id="520" r:id="rId11"/>
    <p:sldId id="528" r:id="rId12"/>
    <p:sldId id="529" r:id="rId13"/>
    <p:sldId id="530" r:id="rId14"/>
    <p:sldId id="558" r:id="rId15"/>
    <p:sldId id="547" r:id="rId16"/>
    <p:sldId id="548" r:id="rId17"/>
    <p:sldId id="550" r:id="rId18"/>
    <p:sldId id="551" r:id="rId19"/>
    <p:sldId id="552" r:id="rId20"/>
    <p:sldId id="553" r:id="rId21"/>
    <p:sldId id="555" r:id="rId22"/>
    <p:sldId id="556" r:id="rId23"/>
    <p:sldId id="568" r:id="rId24"/>
    <p:sldId id="572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  <p14:sldId id="571"/>
          </p14:sldIdLst>
        </p14:section>
        <p14:section name="Съдържание" id="{0B0C01F3-1F60-4ADB-AC1E-9589654EAEF3}">
          <p14:sldIdLst>
            <p14:sldId id="511"/>
            <p14:sldId id="512"/>
            <p14:sldId id="513"/>
            <p14:sldId id="514"/>
            <p14:sldId id="515"/>
            <p14:sldId id="516"/>
            <p14:sldId id="519"/>
            <p14:sldId id="520"/>
            <p14:sldId id="528"/>
            <p14:sldId id="529"/>
            <p14:sldId id="530"/>
            <p14:sldId id="558"/>
            <p14:sldId id="547"/>
            <p14:sldId id="548"/>
            <p14:sldId id="550"/>
            <p14:sldId id="551"/>
            <p14:sldId id="552"/>
            <p14:sldId id="553"/>
            <p14:sldId id="555"/>
            <p14:sldId id="556"/>
            <p14:sldId id="568"/>
          </p14:sldIdLst>
        </p14:section>
        <p14:section name="Заключение" id="{9315BEE7-605C-4839-996A-A4EEA70921D9}">
          <p14:sldIdLst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A6C6C3-496E-4B71-97DF-BD4329C1BDF0}" v="68" dt="2023-02-21T23:28:56.8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 varScale="1">
        <p:scale>
          <a:sx n="80" d="100"/>
          <a:sy n="80" d="100"/>
        </p:scale>
        <p:origin x="13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4EA6C6C3-496E-4B71-97DF-BD4329C1BDF0}"/>
    <pc:docChg chg="undo custSel addSld modSld">
      <pc:chgData name="Димитър Минчев" userId="6da192e4-d32c-454b-8615-bbadf07b6639" providerId="ADAL" clId="{4EA6C6C3-496E-4B71-97DF-BD4329C1BDF0}" dt="2023-02-21T23:29:17.932" v="370" actId="20577"/>
      <pc:docMkLst>
        <pc:docMk/>
      </pc:docMkLst>
      <pc:sldChg chg="modSp mod">
        <pc:chgData name="Димитър Минчев" userId="6da192e4-d32c-454b-8615-bbadf07b6639" providerId="ADAL" clId="{4EA6C6C3-496E-4B71-97DF-BD4329C1BDF0}" dt="2023-02-21T23:12:54.963" v="3" actId="20577"/>
        <pc:sldMkLst>
          <pc:docMk/>
          <pc:sldMk cId="2386959723" sldId="258"/>
        </pc:sldMkLst>
        <pc:spChg chg="mod">
          <ac:chgData name="Димитър Минчев" userId="6da192e4-d32c-454b-8615-bbadf07b6639" providerId="ADAL" clId="{4EA6C6C3-496E-4B71-97DF-BD4329C1BDF0}" dt="2023-02-21T23:12:47.263" v="1" actId="27636"/>
          <ac:spMkLst>
            <pc:docMk/>
            <pc:sldMk cId="2386959723" sldId="258"/>
            <ac:spMk id="4" creationId="{31A11B2B-6DC7-2642-A5E2-7E3177B71883}"/>
          </ac:spMkLst>
        </pc:spChg>
        <pc:spChg chg="mod">
          <ac:chgData name="Димитър Минчев" userId="6da192e4-d32c-454b-8615-bbadf07b6639" providerId="ADAL" clId="{4EA6C6C3-496E-4B71-97DF-BD4329C1BDF0}" dt="2023-02-21T23:12:54.963" v="3" actId="20577"/>
          <ac:spMkLst>
            <pc:docMk/>
            <pc:sldMk cId="2386959723" sldId="258"/>
            <ac:spMk id="5" creationId="{FD72CEAD-2598-2D6F-7FF9-AF95330D8A09}"/>
          </ac:spMkLst>
        </pc:spChg>
      </pc:sldChg>
      <pc:sldChg chg="delSp modSp add mod">
        <pc:chgData name="Димитър Минчев" userId="6da192e4-d32c-454b-8615-bbadf07b6639" providerId="ADAL" clId="{4EA6C6C3-496E-4B71-97DF-BD4329C1BDF0}" dt="2023-02-21T23:14:21.780" v="29" actId="20577"/>
        <pc:sldMkLst>
          <pc:docMk/>
          <pc:sldMk cId="3986706120" sldId="511"/>
        </pc:sldMkLst>
        <pc:spChg chg="mod">
          <ac:chgData name="Димитър Минчев" userId="6da192e4-d32c-454b-8615-bbadf07b6639" providerId="ADAL" clId="{4EA6C6C3-496E-4B71-97DF-BD4329C1BDF0}" dt="2023-02-21T23:14:21.780" v="29" actId="20577"/>
          <ac:spMkLst>
            <pc:docMk/>
            <pc:sldMk cId="3986706120" sldId="511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3:47.258" v="13" actId="20577"/>
          <ac:spMkLst>
            <pc:docMk/>
            <pc:sldMk cId="3986706120" sldId="511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4:02.946" v="18" actId="14100"/>
          <ac:spMkLst>
            <pc:docMk/>
            <pc:sldMk cId="3986706120" sldId="511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4:02.946" v="18" actId="14100"/>
          <ac:spMkLst>
            <pc:docMk/>
            <pc:sldMk cId="3986706120" sldId="511"/>
            <ac:spMk id="6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14:08.007" v="21" actId="478"/>
          <ac:spMkLst>
            <pc:docMk/>
            <pc:sldMk cId="3986706120" sldId="511"/>
            <ac:spMk id="9" creationId="{8050DAFF-42E8-4579-B394-00FFD4F8CA03}"/>
          </ac:spMkLst>
        </pc:spChg>
        <pc:picChg chg="mod">
          <ac:chgData name="Димитър Минчев" userId="6da192e4-d32c-454b-8615-bbadf07b6639" providerId="ADAL" clId="{4EA6C6C3-496E-4B71-97DF-BD4329C1BDF0}" dt="2023-02-21T23:14:06.408" v="20" actId="1076"/>
          <ac:picMkLst>
            <pc:docMk/>
            <pc:sldMk cId="3986706120" sldId="511"/>
            <ac:picMk id="7" creationId="{00000000-0000-0000-0000-000000000000}"/>
          </ac:picMkLst>
        </pc:picChg>
        <pc:picChg chg="mod">
          <ac:chgData name="Димитър Минчев" userId="6da192e4-d32c-454b-8615-bbadf07b6639" providerId="ADAL" clId="{4EA6C6C3-496E-4B71-97DF-BD4329C1BDF0}" dt="2023-02-21T23:14:04.834" v="19" actId="1076"/>
          <ac:picMkLst>
            <pc:docMk/>
            <pc:sldMk cId="3986706120" sldId="511"/>
            <ac:picMk id="8" creationId="{00000000-0000-0000-0000-000000000000}"/>
          </ac:picMkLst>
        </pc:picChg>
      </pc:sldChg>
      <pc:sldChg chg="addSp delSp modSp add mod modAnim">
        <pc:chgData name="Димитър Минчев" userId="6da192e4-d32c-454b-8615-bbadf07b6639" providerId="ADAL" clId="{4EA6C6C3-496E-4B71-97DF-BD4329C1BDF0}" dt="2023-02-21T23:15:16.376" v="47"/>
        <pc:sldMkLst>
          <pc:docMk/>
          <pc:sldMk cId="3045503964" sldId="512"/>
        </pc:sldMkLst>
        <pc:spChg chg="del">
          <ac:chgData name="Димитър Минчев" userId="6da192e4-d32c-454b-8615-bbadf07b6639" providerId="ADAL" clId="{4EA6C6C3-496E-4B71-97DF-BD4329C1BDF0}" dt="2023-02-21T23:14:34.073" v="31" actId="478"/>
          <ac:spMkLst>
            <pc:docMk/>
            <pc:sldMk cId="3045503964" sldId="512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4:44.658" v="37" actId="1076"/>
          <ac:spMkLst>
            <pc:docMk/>
            <pc:sldMk cId="3045503964" sldId="512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5:04.448" v="44" actId="207"/>
          <ac:spMkLst>
            <pc:docMk/>
            <pc:sldMk cId="3045503964" sldId="512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5:10.249" v="46" actId="2085"/>
          <ac:spMkLst>
            <pc:docMk/>
            <pc:sldMk cId="3045503964" sldId="512"/>
            <ac:spMk id="6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14:50.008" v="39" actId="478"/>
          <ac:spMkLst>
            <pc:docMk/>
            <pc:sldMk cId="3045503964" sldId="512"/>
            <ac:spMk id="8" creationId="{A6FA55D0-EF1B-47FA-A54F-2A8389106295}"/>
          </ac:spMkLst>
        </pc:spChg>
        <pc:spChg chg="add del mod">
          <ac:chgData name="Димитър Минчев" userId="6da192e4-d32c-454b-8615-bbadf07b6639" providerId="ADAL" clId="{4EA6C6C3-496E-4B71-97DF-BD4329C1BDF0}" dt="2023-02-21T23:14:35.999" v="32" actId="478"/>
          <ac:spMkLst>
            <pc:docMk/>
            <pc:sldMk cId="3045503964" sldId="512"/>
            <ac:spMk id="9" creationId="{9746064B-B14F-CD7E-1DC2-D9EFF1CD83ED}"/>
          </ac:spMkLst>
        </pc:spChg>
        <pc:spChg chg="add mod">
          <ac:chgData name="Димитър Минчев" userId="6da192e4-d32c-454b-8615-bbadf07b6639" providerId="ADAL" clId="{4EA6C6C3-496E-4B71-97DF-BD4329C1BDF0}" dt="2023-02-21T23:14:41.995" v="36" actId="1076"/>
          <ac:spMkLst>
            <pc:docMk/>
            <pc:sldMk cId="3045503964" sldId="512"/>
            <ac:spMk id="10" creationId="{9A983CFA-8C88-7686-24D0-F05F7C081F57}"/>
          </ac:spMkLst>
        </pc:spChg>
        <pc:picChg chg="mod">
          <ac:chgData name="Димитър Минчев" userId="6da192e4-d32c-454b-8615-bbadf07b6639" providerId="ADAL" clId="{4EA6C6C3-496E-4B71-97DF-BD4329C1BDF0}" dt="2023-02-21T23:14:54.021" v="40" actId="1076"/>
          <ac:picMkLst>
            <pc:docMk/>
            <pc:sldMk cId="3045503964" sldId="512"/>
            <ac:picMk id="7" creationId="{00000000-0000-0000-0000-000000000000}"/>
          </ac:picMkLst>
        </pc:picChg>
      </pc:sldChg>
      <pc:sldChg chg="addSp delSp modSp add mod">
        <pc:chgData name="Димитър Минчев" userId="6da192e4-d32c-454b-8615-bbadf07b6639" providerId="ADAL" clId="{4EA6C6C3-496E-4B71-97DF-BD4329C1BDF0}" dt="2023-02-21T23:15:50.556" v="59" actId="478"/>
        <pc:sldMkLst>
          <pc:docMk/>
          <pc:sldMk cId="340643266" sldId="513"/>
        </pc:sldMkLst>
        <pc:spChg chg="del">
          <ac:chgData name="Димитър Минчев" userId="6da192e4-d32c-454b-8615-bbadf07b6639" providerId="ADAL" clId="{4EA6C6C3-496E-4B71-97DF-BD4329C1BDF0}" dt="2023-02-21T23:15:23.533" v="48" actId="478"/>
          <ac:spMkLst>
            <pc:docMk/>
            <pc:sldMk cId="340643266" sldId="513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5:37.404" v="54" actId="404"/>
          <ac:spMkLst>
            <pc:docMk/>
            <pc:sldMk cId="340643266" sldId="513"/>
            <ac:spMk id="3" creationId="{00000000-0000-0000-0000-000000000000}"/>
          </ac:spMkLst>
        </pc:spChg>
        <pc:spChg chg="add del mod">
          <ac:chgData name="Димитър Минчев" userId="6da192e4-d32c-454b-8615-bbadf07b6639" providerId="ADAL" clId="{4EA6C6C3-496E-4B71-97DF-BD4329C1BDF0}" dt="2023-02-21T23:15:26.284" v="49" actId="478"/>
          <ac:spMkLst>
            <pc:docMk/>
            <pc:sldMk cId="340643266" sldId="513"/>
            <ac:spMk id="5" creationId="{83360037-80CA-FC4F-4742-86C40DE13BAA}"/>
          </ac:spMkLst>
        </pc:spChg>
        <pc:spChg chg="mod">
          <ac:chgData name="Димитър Минчев" userId="6da192e4-d32c-454b-8615-bbadf07b6639" providerId="ADAL" clId="{4EA6C6C3-496E-4B71-97DF-BD4329C1BDF0}" dt="2023-02-21T23:15:48.559" v="58" actId="207"/>
          <ac:spMkLst>
            <pc:docMk/>
            <pc:sldMk cId="340643266" sldId="513"/>
            <ac:spMk id="6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15:50.556" v="59" actId="478"/>
          <ac:spMkLst>
            <pc:docMk/>
            <pc:sldMk cId="340643266" sldId="513"/>
            <ac:spMk id="8" creationId="{9A5FED00-01A2-49BB-B80F-E525D967F43B}"/>
          </ac:spMkLst>
        </pc:spChg>
        <pc:spChg chg="add mod">
          <ac:chgData name="Димитър Минчев" userId="6da192e4-d32c-454b-8615-bbadf07b6639" providerId="ADAL" clId="{4EA6C6C3-496E-4B71-97DF-BD4329C1BDF0}" dt="2023-02-21T23:15:29.169" v="51" actId="20577"/>
          <ac:spMkLst>
            <pc:docMk/>
            <pc:sldMk cId="340643266" sldId="513"/>
            <ac:spMk id="9" creationId="{67C957C0-38EF-9763-017F-AC7E6584B5BA}"/>
          </ac:spMkLst>
        </pc:spChg>
        <pc:picChg chg="mod">
          <ac:chgData name="Димитър Минчев" userId="6da192e4-d32c-454b-8615-bbadf07b6639" providerId="ADAL" clId="{4EA6C6C3-496E-4B71-97DF-BD4329C1BDF0}" dt="2023-02-21T23:15:42.219" v="55" actId="1076"/>
          <ac:picMkLst>
            <pc:docMk/>
            <pc:sldMk cId="340643266" sldId="513"/>
            <ac:picMk id="7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4EA6C6C3-496E-4B71-97DF-BD4329C1BDF0}" dt="2023-02-21T23:16:18.876" v="69" actId="478"/>
        <pc:sldMkLst>
          <pc:docMk/>
          <pc:sldMk cId="2589623902" sldId="514"/>
        </pc:sldMkLst>
        <pc:spChg chg="mod">
          <ac:chgData name="Димитър Минчев" userId="6da192e4-d32c-454b-8615-bbadf07b6639" providerId="ADAL" clId="{4EA6C6C3-496E-4B71-97DF-BD4329C1BDF0}" dt="2023-02-21T23:16:16.011" v="68" actId="404"/>
          <ac:spMkLst>
            <pc:docMk/>
            <pc:sldMk cId="2589623902" sldId="514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5:59.361" v="62" actId="404"/>
          <ac:spMkLst>
            <pc:docMk/>
            <pc:sldMk cId="2589623902" sldId="514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6:12.548" v="67" actId="207"/>
          <ac:spMkLst>
            <pc:docMk/>
            <pc:sldMk cId="2589623902" sldId="514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16:18.876" v="69" actId="478"/>
          <ac:spMkLst>
            <pc:docMk/>
            <pc:sldMk cId="2589623902" sldId="514"/>
            <ac:spMk id="8" creationId="{C91B3043-76BD-4085-8295-D964225B1415}"/>
          </ac:spMkLst>
        </pc:spChg>
        <pc:picChg chg="mod">
          <ac:chgData name="Димитър Минчев" userId="6da192e4-d32c-454b-8615-bbadf07b6639" providerId="ADAL" clId="{4EA6C6C3-496E-4B71-97DF-BD4329C1BDF0}" dt="2023-02-21T23:16:05.775" v="64" actId="1076"/>
          <ac:picMkLst>
            <pc:docMk/>
            <pc:sldMk cId="2589623902" sldId="514"/>
            <ac:picMk id="7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4EA6C6C3-496E-4B71-97DF-BD4329C1BDF0}" dt="2023-02-21T23:17:29.346" v="93" actId="1076"/>
        <pc:sldMkLst>
          <pc:docMk/>
          <pc:sldMk cId="979030476" sldId="515"/>
        </pc:sldMkLst>
        <pc:spChg chg="mod">
          <ac:chgData name="Димитър Минчев" userId="6da192e4-d32c-454b-8615-bbadf07b6639" providerId="ADAL" clId="{4EA6C6C3-496E-4B71-97DF-BD4329C1BDF0}" dt="2023-02-21T23:16:26.696" v="72" actId="2711"/>
          <ac:spMkLst>
            <pc:docMk/>
            <pc:sldMk cId="979030476" sldId="515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7:29.346" v="93" actId="1076"/>
          <ac:spMkLst>
            <pc:docMk/>
            <pc:sldMk cId="979030476" sldId="515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7:29.346" v="93" actId="1076"/>
          <ac:spMkLst>
            <pc:docMk/>
            <pc:sldMk cId="979030476" sldId="515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7:29.346" v="93" actId="1076"/>
          <ac:spMkLst>
            <pc:docMk/>
            <pc:sldMk cId="979030476" sldId="515"/>
            <ac:spMk id="6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17:24.962" v="92" actId="478"/>
          <ac:spMkLst>
            <pc:docMk/>
            <pc:sldMk cId="979030476" sldId="515"/>
            <ac:spMk id="12" creationId="{D8EDAC91-6514-47C8-A511-EDF4D8DE3783}"/>
          </ac:spMkLst>
        </pc:spChg>
        <pc:picChg chg="del">
          <ac:chgData name="Димитър Минчев" userId="6da192e4-d32c-454b-8615-bbadf07b6639" providerId="ADAL" clId="{4EA6C6C3-496E-4B71-97DF-BD4329C1BDF0}" dt="2023-02-21T23:16:22.363" v="71" actId="478"/>
          <ac:picMkLst>
            <pc:docMk/>
            <pc:sldMk cId="979030476" sldId="515"/>
            <ac:picMk id="7" creationId="{00000000-0000-0000-0000-000000000000}"/>
          </ac:picMkLst>
        </pc:picChg>
        <pc:picChg chg="mod">
          <ac:chgData name="Димитър Минчев" userId="6da192e4-d32c-454b-8615-bbadf07b6639" providerId="ADAL" clId="{4EA6C6C3-496E-4B71-97DF-BD4329C1BDF0}" dt="2023-02-21T23:17:29.346" v="93" actId="1076"/>
          <ac:picMkLst>
            <pc:docMk/>
            <pc:sldMk cId="979030476" sldId="515"/>
            <ac:picMk id="10" creationId="{00000000-0000-0000-0000-000000000000}"/>
          </ac:picMkLst>
        </pc:picChg>
        <pc:picChg chg="mod">
          <ac:chgData name="Димитър Минчев" userId="6da192e4-d32c-454b-8615-bbadf07b6639" providerId="ADAL" clId="{4EA6C6C3-496E-4B71-97DF-BD4329C1BDF0}" dt="2023-02-21T23:17:29.346" v="93" actId="1076"/>
          <ac:picMkLst>
            <pc:docMk/>
            <pc:sldMk cId="979030476" sldId="515"/>
            <ac:picMk id="11" creationId="{00000000-0000-0000-0000-000000000000}"/>
          </ac:picMkLst>
        </pc:picChg>
        <pc:picChg chg="del">
          <ac:chgData name="Димитър Минчев" userId="6da192e4-d32c-454b-8615-bbadf07b6639" providerId="ADAL" clId="{4EA6C6C3-496E-4B71-97DF-BD4329C1BDF0}" dt="2023-02-21T23:16:21.808" v="70" actId="478"/>
          <ac:picMkLst>
            <pc:docMk/>
            <pc:sldMk cId="979030476" sldId="515"/>
            <ac:picMk id="1030" creationId="{00000000-0000-0000-0000-000000000000}"/>
          </ac:picMkLst>
        </pc:picChg>
      </pc:sldChg>
      <pc:sldChg chg="delSp modSp add mod modAnim">
        <pc:chgData name="Димитър Минчев" userId="6da192e4-d32c-454b-8615-bbadf07b6639" providerId="ADAL" clId="{4EA6C6C3-496E-4B71-97DF-BD4329C1BDF0}" dt="2023-02-21T23:19:01.104" v="125"/>
        <pc:sldMkLst>
          <pc:docMk/>
          <pc:sldMk cId="882447424" sldId="516"/>
        </pc:sldMkLst>
        <pc:spChg chg="mod">
          <ac:chgData name="Димитър Минчев" userId="6da192e4-d32c-454b-8615-bbadf07b6639" providerId="ADAL" clId="{4EA6C6C3-496E-4B71-97DF-BD4329C1BDF0}" dt="2023-02-21T23:17:37.640" v="94" actId="2711"/>
          <ac:spMkLst>
            <pc:docMk/>
            <pc:sldMk cId="882447424" sldId="516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7:52.617" v="108" actId="207"/>
          <ac:spMkLst>
            <pc:docMk/>
            <pc:sldMk cId="882447424" sldId="516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8:18.068" v="115" actId="1076"/>
          <ac:spMkLst>
            <pc:docMk/>
            <pc:sldMk cId="882447424" sldId="516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8:18.068" v="115" actId="1076"/>
          <ac:spMkLst>
            <pc:docMk/>
            <pc:sldMk cId="882447424" sldId="516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8:44.933" v="121" actId="14100"/>
          <ac:spMkLst>
            <pc:docMk/>
            <pc:sldMk cId="882447424" sldId="516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8:54.433" v="123" actId="14100"/>
          <ac:spMkLst>
            <pc:docMk/>
            <pc:sldMk cId="882447424" sldId="516"/>
            <ac:spMk id="8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18:57.228" v="124" actId="478"/>
          <ac:spMkLst>
            <pc:docMk/>
            <pc:sldMk cId="882447424" sldId="516"/>
            <ac:spMk id="9" creationId="{1713950D-6F9A-4B1B-A651-862CDCBF50BE}"/>
          </ac:spMkLst>
        </pc:spChg>
      </pc:sldChg>
      <pc:sldChg chg="delSp modSp add mod">
        <pc:chgData name="Димитър Минчев" userId="6da192e4-d32c-454b-8615-bbadf07b6639" providerId="ADAL" clId="{4EA6C6C3-496E-4B71-97DF-BD4329C1BDF0}" dt="2023-02-21T23:19:22.580" v="129" actId="478"/>
        <pc:sldMkLst>
          <pc:docMk/>
          <pc:sldMk cId="2104484558" sldId="519"/>
        </pc:sldMkLst>
        <pc:spChg chg="mod">
          <ac:chgData name="Димитър Минчев" userId="6da192e4-d32c-454b-8615-bbadf07b6639" providerId="ADAL" clId="{4EA6C6C3-496E-4B71-97DF-BD4329C1BDF0}" dt="2023-02-21T23:19:21.058" v="128" actId="1076"/>
          <ac:spMkLst>
            <pc:docMk/>
            <pc:sldMk cId="2104484558" sldId="519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19:21.058" v="128" actId="1076"/>
          <ac:spMkLst>
            <pc:docMk/>
            <pc:sldMk cId="2104484558" sldId="519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19:22.580" v="129" actId="478"/>
          <ac:spMkLst>
            <pc:docMk/>
            <pc:sldMk cId="2104484558" sldId="519"/>
            <ac:spMk id="5" creationId="{74D87F8E-53A3-4B47-9827-4B74DB714D16}"/>
          </ac:spMkLst>
        </pc:spChg>
      </pc:sldChg>
      <pc:sldChg chg="delSp modSp add mod">
        <pc:chgData name="Димитър Минчев" userId="6da192e4-d32c-454b-8615-bbadf07b6639" providerId="ADAL" clId="{4EA6C6C3-496E-4B71-97DF-BD4329C1BDF0}" dt="2023-02-21T23:20:10.464" v="171" actId="207"/>
        <pc:sldMkLst>
          <pc:docMk/>
          <pc:sldMk cId="1487216859" sldId="520"/>
        </pc:sldMkLst>
        <pc:spChg chg="mod">
          <ac:chgData name="Димитър Минчев" userId="6da192e4-d32c-454b-8615-bbadf07b6639" providerId="ADAL" clId="{4EA6C6C3-496E-4B71-97DF-BD4329C1BDF0}" dt="2023-02-21T23:20:05.183" v="170" actId="6549"/>
          <ac:spMkLst>
            <pc:docMk/>
            <pc:sldMk cId="1487216859" sldId="520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0:10.464" v="171" actId="207"/>
          <ac:spMkLst>
            <pc:docMk/>
            <pc:sldMk cId="1487216859" sldId="520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19:54.945" v="139" actId="478"/>
          <ac:spMkLst>
            <pc:docMk/>
            <pc:sldMk cId="1487216859" sldId="520"/>
            <ac:spMk id="8" creationId="{B4BD74B5-AC11-4AFB-AD42-4794AF83D903}"/>
          </ac:spMkLst>
        </pc:spChg>
        <pc:picChg chg="mod">
          <ac:chgData name="Димитър Минчев" userId="6da192e4-d32c-454b-8615-bbadf07b6639" providerId="ADAL" clId="{4EA6C6C3-496E-4B71-97DF-BD4329C1BDF0}" dt="2023-02-21T23:19:46.702" v="137" actId="14100"/>
          <ac:picMkLst>
            <pc:docMk/>
            <pc:sldMk cId="1487216859" sldId="520"/>
            <ac:picMk id="7" creationId="{00000000-0000-0000-0000-000000000000}"/>
          </ac:picMkLst>
        </pc:picChg>
        <pc:picChg chg="del">
          <ac:chgData name="Димитър Минчев" userId="6da192e4-d32c-454b-8615-bbadf07b6639" providerId="ADAL" clId="{4EA6C6C3-496E-4B71-97DF-BD4329C1BDF0}" dt="2023-02-21T23:19:35.309" v="132" actId="478"/>
          <ac:picMkLst>
            <pc:docMk/>
            <pc:sldMk cId="1487216859" sldId="520"/>
            <ac:picMk id="39938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4EA6C6C3-496E-4B71-97DF-BD4329C1BDF0}" dt="2023-02-21T23:20:27.860" v="177" actId="478"/>
        <pc:sldMkLst>
          <pc:docMk/>
          <pc:sldMk cId="3003935347" sldId="528"/>
        </pc:sldMkLst>
        <pc:spChg chg="mod">
          <ac:chgData name="Димитър Минчев" userId="6da192e4-d32c-454b-8615-bbadf07b6639" providerId="ADAL" clId="{4EA6C6C3-496E-4B71-97DF-BD4329C1BDF0}" dt="2023-02-21T23:20:25.905" v="176" actId="14100"/>
          <ac:spMkLst>
            <pc:docMk/>
            <pc:sldMk cId="3003935347" sldId="528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0:19.158" v="173" actId="207"/>
          <ac:spMkLst>
            <pc:docMk/>
            <pc:sldMk cId="3003935347" sldId="528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0:27.860" v="177" actId="478"/>
          <ac:spMkLst>
            <pc:docMk/>
            <pc:sldMk cId="3003935347" sldId="528"/>
            <ac:spMk id="5" creationId="{3559053D-0A8E-4E3D-902F-0A01AB98C150}"/>
          </ac:spMkLst>
        </pc:spChg>
      </pc:sldChg>
      <pc:sldChg chg="delSp modSp add mod modAnim">
        <pc:chgData name="Димитър Минчев" userId="6da192e4-d32c-454b-8615-bbadf07b6639" providerId="ADAL" clId="{4EA6C6C3-496E-4B71-97DF-BD4329C1BDF0}" dt="2023-02-21T23:21:38.389" v="210"/>
        <pc:sldMkLst>
          <pc:docMk/>
          <pc:sldMk cId="4277808140" sldId="529"/>
        </pc:sldMkLst>
        <pc:spChg chg="mod">
          <ac:chgData name="Димитър Минчев" userId="6da192e4-d32c-454b-8615-bbadf07b6639" providerId="ADAL" clId="{4EA6C6C3-496E-4B71-97DF-BD4329C1BDF0}" dt="2023-02-21T23:21:20.272" v="203" actId="27636"/>
          <ac:spMkLst>
            <pc:docMk/>
            <pc:sldMk cId="4277808140" sldId="529"/>
            <ac:spMk id="2" creationId="{00000000-0000-0000-0000-000000000000}"/>
          </ac:spMkLst>
        </pc:spChg>
        <pc:spChg chg="mod ord">
          <ac:chgData name="Димитър Минчев" userId="6da192e4-d32c-454b-8615-bbadf07b6639" providerId="ADAL" clId="{4EA6C6C3-496E-4B71-97DF-BD4329C1BDF0}" dt="2023-02-21T23:21:29.404" v="206" actId="207"/>
          <ac:spMkLst>
            <pc:docMk/>
            <pc:sldMk cId="4277808140" sldId="529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1:32.334" v="208" actId="2085"/>
          <ac:spMkLst>
            <pc:docMk/>
            <pc:sldMk cId="4277808140" sldId="529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1:20.197" v="202" actId="2711"/>
          <ac:spMkLst>
            <pc:docMk/>
            <pc:sldMk cId="4277808140" sldId="529"/>
            <ac:spMk id="9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1:33.826" v="209" actId="478"/>
          <ac:spMkLst>
            <pc:docMk/>
            <pc:sldMk cId="4277808140" sldId="529"/>
            <ac:spMk id="10" creationId="{50A53FBF-929B-4BAA-A961-E82E1FAE7EA8}"/>
          </ac:spMkLst>
        </pc:spChg>
        <pc:picChg chg="mod">
          <ac:chgData name="Димитър Минчев" userId="6da192e4-d32c-454b-8615-bbadf07b6639" providerId="ADAL" clId="{4EA6C6C3-496E-4B71-97DF-BD4329C1BDF0}" dt="2023-02-21T23:20:50.450" v="184" actId="1076"/>
          <ac:picMkLst>
            <pc:docMk/>
            <pc:sldMk cId="4277808140" sldId="529"/>
            <ac:picMk id="8" creationId="{00000000-0000-0000-0000-000000000000}"/>
          </ac:picMkLst>
        </pc:picChg>
      </pc:sldChg>
      <pc:sldChg chg="delSp modSp add mod modAnim">
        <pc:chgData name="Димитър Минчев" userId="6da192e4-d32c-454b-8615-bbadf07b6639" providerId="ADAL" clId="{4EA6C6C3-496E-4B71-97DF-BD4329C1BDF0}" dt="2023-02-21T23:22:34.876" v="240"/>
        <pc:sldMkLst>
          <pc:docMk/>
          <pc:sldMk cId="857430348" sldId="530"/>
        </pc:sldMkLst>
        <pc:spChg chg="mod">
          <ac:chgData name="Димитър Минчев" userId="6da192e4-d32c-454b-8615-bbadf07b6639" providerId="ADAL" clId="{4EA6C6C3-496E-4B71-97DF-BD4329C1BDF0}" dt="2023-02-21T23:22:05.574" v="229" actId="2711"/>
          <ac:spMkLst>
            <pc:docMk/>
            <pc:sldMk cId="857430348" sldId="530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2:25.433" v="236" actId="207"/>
          <ac:spMkLst>
            <pc:docMk/>
            <pc:sldMk cId="857430348" sldId="530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2:28.093" v="238" actId="2085"/>
          <ac:spMkLst>
            <pc:docMk/>
            <pc:sldMk cId="857430348" sldId="530"/>
            <ac:spMk id="7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2:30.588" v="239" actId="478"/>
          <ac:spMkLst>
            <pc:docMk/>
            <pc:sldMk cId="857430348" sldId="530"/>
            <ac:spMk id="9" creationId="{9B4EF5B3-F19A-4FC2-9D70-4DB6BD544E42}"/>
          </ac:spMkLst>
        </pc:spChg>
        <pc:picChg chg="mod">
          <ac:chgData name="Димитър Минчев" userId="6da192e4-d32c-454b-8615-bbadf07b6639" providerId="ADAL" clId="{4EA6C6C3-496E-4B71-97DF-BD4329C1BDF0}" dt="2023-02-21T23:22:15.963" v="233" actId="1076"/>
          <ac:picMkLst>
            <pc:docMk/>
            <pc:sldMk cId="857430348" sldId="530"/>
            <ac:picMk id="8" creationId="{00000000-0000-0000-0000-000000000000}"/>
          </ac:picMkLst>
        </pc:picChg>
      </pc:sldChg>
      <pc:sldChg chg="delSp modSp add mod modAnim">
        <pc:chgData name="Димитър Минчев" userId="6da192e4-d32c-454b-8615-bbadf07b6639" providerId="ADAL" clId="{4EA6C6C3-496E-4B71-97DF-BD4329C1BDF0}" dt="2023-02-21T23:24:01.746" v="261"/>
        <pc:sldMkLst>
          <pc:docMk/>
          <pc:sldMk cId="3038812873" sldId="547"/>
        </pc:sldMkLst>
        <pc:spChg chg="mod">
          <ac:chgData name="Димитър Минчев" userId="6da192e4-d32c-454b-8615-bbadf07b6639" providerId="ADAL" clId="{4EA6C6C3-496E-4B71-97DF-BD4329C1BDF0}" dt="2023-02-21T23:23:05.439" v="247" actId="2711"/>
          <ac:spMkLst>
            <pc:docMk/>
            <pc:sldMk cId="3038812873" sldId="547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3:13.611" v="249" actId="20577"/>
          <ac:spMkLst>
            <pc:docMk/>
            <pc:sldMk cId="3038812873" sldId="547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3:50.796" v="256" actId="207"/>
          <ac:spMkLst>
            <pc:docMk/>
            <pc:sldMk cId="3038812873" sldId="547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3:54.436" v="258" actId="2085"/>
          <ac:spMkLst>
            <pc:docMk/>
            <pc:sldMk cId="3038812873" sldId="547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3:54.436" v="258" actId="2085"/>
          <ac:spMkLst>
            <pc:docMk/>
            <pc:sldMk cId="3038812873" sldId="547"/>
            <ac:spMk id="7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3:59.045" v="260" actId="478"/>
          <ac:spMkLst>
            <pc:docMk/>
            <pc:sldMk cId="3038812873" sldId="547"/>
            <ac:spMk id="9" creationId="{6E21AD75-AB36-4730-A0CE-1BA0449AF46D}"/>
          </ac:spMkLst>
        </pc:spChg>
        <pc:picChg chg="mod">
          <ac:chgData name="Димитър Минчев" userId="6da192e4-d32c-454b-8615-bbadf07b6639" providerId="ADAL" clId="{4EA6C6C3-496E-4B71-97DF-BD4329C1BDF0}" dt="2023-02-21T23:23:57.585" v="259" actId="1076"/>
          <ac:picMkLst>
            <pc:docMk/>
            <pc:sldMk cId="3038812873" sldId="547"/>
            <ac:picMk id="8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4EA6C6C3-496E-4B71-97DF-BD4329C1BDF0}" dt="2023-02-21T23:24:31.166" v="271" actId="478"/>
        <pc:sldMkLst>
          <pc:docMk/>
          <pc:sldMk cId="1604910242" sldId="548"/>
        </pc:sldMkLst>
        <pc:spChg chg="mod">
          <ac:chgData name="Димитър Минчев" userId="6da192e4-d32c-454b-8615-bbadf07b6639" providerId="ADAL" clId="{4EA6C6C3-496E-4B71-97DF-BD4329C1BDF0}" dt="2023-02-21T23:24:13.398" v="264" actId="2711"/>
          <ac:spMkLst>
            <pc:docMk/>
            <pc:sldMk cId="1604910242" sldId="548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4:28.328" v="270"/>
          <ac:spMkLst>
            <pc:docMk/>
            <pc:sldMk cId="1604910242" sldId="548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4:31.166" v="271" actId="478"/>
          <ac:spMkLst>
            <pc:docMk/>
            <pc:sldMk cId="1604910242" sldId="548"/>
            <ac:spMk id="6" creationId="{672B1ECE-1464-402D-ADA7-B850C57CFF52}"/>
          </ac:spMkLst>
        </pc:spChg>
        <pc:picChg chg="mod">
          <ac:chgData name="Димитър Минчев" userId="6da192e4-d32c-454b-8615-bbadf07b6639" providerId="ADAL" clId="{4EA6C6C3-496E-4B71-97DF-BD4329C1BDF0}" dt="2023-02-21T23:24:20.564" v="267" actId="1076"/>
          <ac:picMkLst>
            <pc:docMk/>
            <pc:sldMk cId="1604910242" sldId="548"/>
            <ac:picMk id="11266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4EA6C6C3-496E-4B71-97DF-BD4329C1BDF0}" dt="2023-02-21T23:25:10.035" v="280" actId="478"/>
        <pc:sldMkLst>
          <pc:docMk/>
          <pc:sldMk cId="2248807089" sldId="550"/>
        </pc:sldMkLst>
        <pc:spChg chg="mod">
          <ac:chgData name="Димитър Минчев" userId="6da192e4-d32c-454b-8615-bbadf07b6639" providerId="ADAL" clId="{4EA6C6C3-496E-4B71-97DF-BD4329C1BDF0}" dt="2023-02-21T23:24:48.309" v="276" actId="1076"/>
          <ac:spMkLst>
            <pc:docMk/>
            <pc:sldMk cId="2248807089" sldId="550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5:07.915" v="279" actId="207"/>
          <ac:spMkLst>
            <pc:docMk/>
            <pc:sldMk cId="2248807089" sldId="550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5:10.035" v="280" actId="478"/>
          <ac:spMkLst>
            <pc:docMk/>
            <pc:sldMk cId="2248807089" sldId="550"/>
            <ac:spMk id="6" creationId="{D3144C27-A221-4EE2-A4E1-F19EC018B590}"/>
          </ac:spMkLst>
        </pc:spChg>
        <pc:picChg chg="del">
          <ac:chgData name="Димитър Минчев" userId="6da192e4-d32c-454b-8615-bbadf07b6639" providerId="ADAL" clId="{4EA6C6C3-496E-4B71-97DF-BD4329C1BDF0}" dt="2023-02-21T23:24:36.792" v="272" actId="478"/>
          <ac:picMkLst>
            <pc:docMk/>
            <pc:sldMk cId="2248807089" sldId="550"/>
            <ac:picMk id="5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4EA6C6C3-496E-4B71-97DF-BD4329C1BDF0}" dt="2023-02-21T23:26:02.193" v="293" actId="693"/>
        <pc:sldMkLst>
          <pc:docMk/>
          <pc:sldMk cId="1358505755" sldId="551"/>
        </pc:sldMkLst>
        <pc:spChg chg="mod">
          <ac:chgData name="Димитър Минчев" userId="6da192e4-d32c-454b-8615-bbadf07b6639" providerId="ADAL" clId="{4EA6C6C3-496E-4B71-97DF-BD4329C1BDF0}" dt="2023-02-21T23:25:24.424" v="286" actId="2711"/>
          <ac:spMkLst>
            <pc:docMk/>
            <pc:sldMk cId="1358505755" sldId="551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5:32.167" v="289" actId="13822"/>
          <ac:spMkLst>
            <pc:docMk/>
            <pc:sldMk cId="1358505755" sldId="551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6:02.193" v="293" actId="693"/>
          <ac:spMkLst>
            <pc:docMk/>
            <pc:sldMk cId="1358505755" sldId="551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6:02.193" v="293" actId="693"/>
          <ac:spMkLst>
            <pc:docMk/>
            <pc:sldMk cId="1358505755" sldId="551"/>
            <ac:spMk id="8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6:02.193" v="293" actId="693"/>
          <ac:spMkLst>
            <pc:docMk/>
            <pc:sldMk cId="1358505755" sldId="551"/>
            <ac:spMk id="9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5:36.342" v="290" actId="478"/>
          <ac:spMkLst>
            <pc:docMk/>
            <pc:sldMk cId="1358505755" sldId="551"/>
            <ac:spMk id="11" creationId="{B848F6CE-59AA-4C07-A16A-A01651C6B149}"/>
          </ac:spMkLst>
        </pc:spChg>
        <pc:picChg chg="mod">
          <ac:chgData name="Димитър Минчев" userId="6da192e4-d32c-454b-8615-bbadf07b6639" providerId="ADAL" clId="{4EA6C6C3-496E-4B71-97DF-BD4329C1BDF0}" dt="2023-02-21T23:25:21.300" v="285" actId="1076"/>
          <ac:picMkLst>
            <pc:docMk/>
            <pc:sldMk cId="1358505755" sldId="551"/>
            <ac:picMk id="10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4EA6C6C3-496E-4B71-97DF-BD4329C1BDF0}" dt="2023-02-21T23:26:34.306" v="306" actId="207"/>
        <pc:sldMkLst>
          <pc:docMk/>
          <pc:sldMk cId="2181565803" sldId="552"/>
        </pc:sldMkLst>
        <pc:spChg chg="mod">
          <ac:chgData name="Димитър Минчев" userId="6da192e4-d32c-454b-8615-bbadf07b6639" providerId="ADAL" clId="{4EA6C6C3-496E-4B71-97DF-BD4329C1BDF0}" dt="2023-02-21T23:26:27.346" v="303" actId="404"/>
          <ac:spMkLst>
            <pc:docMk/>
            <pc:sldMk cId="2181565803" sldId="552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6:34.306" v="306" actId="207"/>
          <ac:spMkLst>
            <pc:docMk/>
            <pc:sldMk cId="2181565803" sldId="552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6:30.341" v="304" actId="478"/>
          <ac:spMkLst>
            <pc:docMk/>
            <pc:sldMk cId="2181565803" sldId="552"/>
            <ac:spMk id="7" creationId="{56D47D21-D854-4331-990E-D1DF5A83EAF6}"/>
          </ac:spMkLst>
        </pc:spChg>
        <pc:picChg chg="mod">
          <ac:chgData name="Димитър Минчев" userId="6da192e4-d32c-454b-8615-bbadf07b6639" providerId="ADAL" clId="{4EA6C6C3-496E-4B71-97DF-BD4329C1BDF0}" dt="2023-02-21T23:26:17.395" v="297" actId="1076"/>
          <ac:picMkLst>
            <pc:docMk/>
            <pc:sldMk cId="2181565803" sldId="552"/>
            <ac:picMk id="6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4EA6C6C3-496E-4B71-97DF-BD4329C1BDF0}" dt="2023-02-21T23:27:19.809" v="319" actId="14100"/>
        <pc:sldMkLst>
          <pc:docMk/>
          <pc:sldMk cId="2122535314" sldId="553"/>
        </pc:sldMkLst>
        <pc:spChg chg="mod">
          <ac:chgData name="Димитър Минчев" userId="6da192e4-d32c-454b-8615-bbadf07b6639" providerId="ADAL" clId="{4EA6C6C3-496E-4B71-97DF-BD4329C1BDF0}" dt="2023-02-21T23:27:19.809" v="319" actId="14100"/>
          <ac:spMkLst>
            <pc:docMk/>
            <pc:sldMk cId="2122535314" sldId="553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6:40.507" v="307" actId="2711"/>
          <ac:spMkLst>
            <pc:docMk/>
            <pc:sldMk cId="2122535314" sldId="553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7:14.562" v="317" actId="207"/>
          <ac:spMkLst>
            <pc:docMk/>
            <pc:sldMk cId="2122535314" sldId="553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7:14.562" v="317" actId="207"/>
          <ac:spMkLst>
            <pc:docMk/>
            <pc:sldMk cId="2122535314" sldId="553"/>
            <ac:spMk id="7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7:16.769" v="318" actId="478"/>
          <ac:spMkLst>
            <pc:docMk/>
            <pc:sldMk cId="2122535314" sldId="553"/>
            <ac:spMk id="9" creationId="{DB58C2A5-1EE7-44BF-9D69-E28D95FA9565}"/>
          </ac:spMkLst>
        </pc:spChg>
        <pc:picChg chg="mod">
          <ac:chgData name="Димитър Минчев" userId="6da192e4-d32c-454b-8615-bbadf07b6639" providerId="ADAL" clId="{4EA6C6C3-496E-4B71-97DF-BD4329C1BDF0}" dt="2023-02-21T23:27:05.050" v="314" actId="1076"/>
          <ac:picMkLst>
            <pc:docMk/>
            <pc:sldMk cId="2122535314" sldId="553"/>
            <ac:picMk id="8" creationId="{00000000-0000-0000-0000-000000000000}"/>
          </ac:picMkLst>
        </pc:picChg>
        <pc:picChg chg="mod">
          <ac:chgData name="Димитър Минчев" userId="6da192e4-d32c-454b-8615-bbadf07b6639" providerId="ADAL" clId="{4EA6C6C3-496E-4B71-97DF-BD4329C1BDF0}" dt="2023-02-21T23:27:03.500" v="313" actId="1076"/>
          <ac:picMkLst>
            <pc:docMk/>
            <pc:sldMk cId="2122535314" sldId="553"/>
            <ac:picMk id="10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4EA6C6C3-496E-4B71-97DF-BD4329C1BDF0}" dt="2023-02-21T23:28:43.635" v="345" actId="1076"/>
        <pc:sldMkLst>
          <pc:docMk/>
          <pc:sldMk cId="2019069756" sldId="555"/>
        </pc:sldMkLst>
        <pc:spChg chg="mod">
          <ac:chgData name="Димитър Минчев" userId="6da192e4-d32c-454b-8615-bbadf07b6639" providerId="ADAL" clId="{4EA6C6C3-496E-4B71-97DF-BD4329C1BDF0}" dt="2023-02-21T23:28:43.635" v="345" actId="1076"/>
          <ac:spMkLst>
            <pc:docMk/>
            <pc:sldMk cId="2019069756" sldId="555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8:39.026" v="344" actId="1076"/>
          <ac:spMkLst>
            <pc:docMk/>
            <pc:sldMk cId="2019069756" sldId="555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8:39.026" v="344" actId="1076"/>
          <ac:spMkLst>
            <pc:docMk/>
            <pc:sldMk cId="2019069756" sldId="555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8:39.026" v="344" actId="1076"/>
          <ac:spMkLst>
            <pc:docMk/>
            <pc:sldMk cId="2019069756" sldId="555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8:39.026" v="344" actId="1076"/>
          <ac:spMkLst>
            <pc:docMk/>
            <pc:sldMk cId="2019069756" sldId="555"/>
            <ac:spMk id="7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8:34.796" v="343" actId="478"/>
          <ac:spMkLst>
            <pc:docMk/>
            <pc:sldMk cId="2019069756" sldId="555"/>
            <ac:spMk id="11" creationId="{6916D185-4687-4111-A0D4-69D55E7D09D2}"/>
          </ac:spMkLst>
        </pc:spChg>
        <pc:picChg chg="mod">
          <ac:chgData name="Димитър Минчев" userId="6da192e4-d32c-454b-8615-bbadf07b6639" providerId="ADAL" clId="{4EA6C6C3-496E-4B71-97DF-BD4329C1BDF0}" dt="2023-02-21T23:28:39.026" v="344" actId="1076"/>
          <ac:picMkLst>
            <pc:docMk/>
            <pc:sldMk cId="2019069756" sldId="555"/>
            <ac:picMk id="9" creationId="{00000000-0000-0000-0000-000000000000}"/>
          </ac:picMkLst>
        </pc:picChg>
        <pc:picChg chg="mod">
          <ac:chgData name="Димитър Минчев" userId="6da192e4-d32c-454b-8615-bbadf07b6639" providerId="ADAL" clId="{4EA6C6C3-496E-4B71-97DF-BD4329C1BDF0}" dt="2023-02-21T23:28:39.026" v="344" actId="1076"/>
          <ac:picMkLst>
            <pc:docMk/>
            <pc:sldMk cId="2019069756" sldId="555"/>
            <ac:picMk id="13" creationId="{00000000-0000-0000-0000-000000000000}"/>
          </ac:picMkLst>
        </pc:picChg>
        <pc:picChg chg="mod">
          <ac:chgData name="Димитър Минчев" userId="6da192e4-d32c-454b-8615-bbadf07b6639" providerId="ADAL" clId="{4EA6C6C3-496E-4B71-97DF-BD4329C1BDF0}" dt="2023-02-21T23:28:39.026" v="344" actId="1076"/>
          <ac:picMkLst>
            <pc:docMk/>
            <pc:sldMk cId="2019069756" sldId="555"/>
            <ac:picMk id="14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4EA6C6C3-496E-4B71-97DF-BD4329C1BDF0}" dt="2023-02-21T23:28:54.426" v="349" actId="478"/>
        <pc:sldMkLst>
          <pc:docMk/>
          <pc:sldMk cId="85565620" sldId="556"/>
        </pc:sldMkLst>
        <pc:spChg chg="mod">
          <ac:chgData name="Димитър Минчев" userId="6da192e4-d32c-454b-8615-bbadf07b6639" providerId="ADAL" clId="{4EA6C6C3-496E-4B71-97DF-BD4329C1BDF0}" dt="2023-02-21T23:28:51.611" v="347" actId="2711"/>
          <ac:spMkLst>
            <pc:docMk/>
            <pc:sldMk cId="85565620" sldId="556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8:51.626" v="348" actId="27636"/>
          <ac:spMkLst>
            <pc:docMk/>
            <pc:sldMk cId="85565620" sldId="556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8:54.426" v="349" actId="478"/>
          <ac:spMkLst>
            <pc:docMk/>
            <pc:sldMk cId="85565620" sldId="556"/>
            <ac:spMk id="5" creationId="{91E41FBD-614E-422A-9802-5CBC47CD2E32}"/>
          </ac:spMkLst>
        </pc:spChg>
      </pc:sldChg>
      <pc:sldChg chg="delSp modSp add mod">
        <pc:chgData name="Димитър Минчев" userId="6da192e4-d32c-454b-8615-bbadf07b6639" providerId="ADAL" clId="{4EA6C6C3-496E-4B71-97DF-BD4329C1BDF0}" dt="2023-02-21T23:22:55.452" v="246" actId="478"/>
        <pc:sldMkLst>
          <pc:docMk/>
          <pc:sldMk cId="2510349633" sldId="558"/>
        </pc:sldMkLst>
        <pc:spChg chg="mod">
          <ac:chgData name="Димитър Минчев" userId="6da192e4-d32c-454b-8615-bbadf07b6639" providerId="ADAL" clId="{4EA6C6C3-496E-4B71-97DF-BD4329C1BDF0}" dt="2023-02-21T23:22:43.940" v="241" actId="2711"/>
          <ac:spMkLst>
            <pc:docMk/>
            <pc:sldMk cId="2510349633" sldId="558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2:47.729" v="242" actId="207"/>
          <ac:spMkLst>
            <pc:docMk/>
            <pc:sldMk cId="2510349633" sldId="558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2:55.452" v="246" actId="478"/>
          <ac:spMkLst>
            <pc:docMk/>
            <pc:sldMk cId="2510349633" sldId="558"/>
            <ac:spMk id="6" creationId="{5D2C8E01-AAF7-46E2-B96C-35BB7CFC42FC}"/>
          </ac:spMkLst>
        </pc:spChg>
        <pc:picChg chg="mod">
          <ac:chgData name="Димитър Минчев" userId="6da192e4-d32c-454b-8615-bbadf07b6639" providerId="ADAL" clId="{4EA6C6C3-496E-4B71-97DF-BD4329C1BDF0}" dt="2023-02-21T23:22:54.222" v="245" actId="1076"/>
          <ac:picMkLst>
            <pc:docMk/>
            <pc:sldMk cId="2510349633" sldId="558"/>
            <ac:picMk id="5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4EA6C6C3-496E-4B71-97DF-BD4329C1BDF0}" dt="2023-02-21T23:29:17.932" v="370" actId="20577"/>
        <pc:sldMkLst>
          <pc:docMk/>
          <pc:sldMk cId="3090098590" sldId="568"/>
        </pc:sldMkLst>
        <pc:spChg chg="mod">
          <ac:chgData name="Димитър Минчев" userId="6da192e4-d32c-454b-8615-bbadf07b6639" providerId="ADAL" clId="{4EA6C6C3-496E-4B71-97DF-BD4329C1BDF0}" dt="2023-02-21T23:29:06.700" v="354" actId="2711"/>
          <ac:spMkLst>
            <pc:docMk/>
            <pc:sldMk cId="3090098590" sldId="568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EA6C6C3-496E-4B71-97DF-BD4329C1BDF0}" dt="2023-02-21T23:29:17.932" v="370" actId="20577"/>
          <ac:spMkLst>
            <pc:docMk/>
            <pc:sldMk cId="3090098590" sldId="568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4EA6C6C3-496E-4B71-97DF-BD4329C1BDF0}" dt="2023-02-21T23:28:58.605" v="351" actId="478"/>
          <ac:spMkLst>
            <pc:docMk/>
            <pc:sldMk cId="3090098590" sldId="568"/>
            <ac:spMk id="7" creationId="{4BF63FFE-1A6B-4E29-A45D-4DA6E22CEE3C}"/>
          </ac:spMkLst>
        </pc:spChg>
        <pc:picChg chg="del">
          <ac:chgData name="Димитър Минчев" userId="6da192e4-d32c-454b-8615-bbadf07b6639" providerId="ADAL" clId="{4EA6C6C3-496E-4B71-97DF-BD4329C1BDF0}" dt="2023-02-21T23:28:56.888" v="350" actId="478"/>
          <ac:picMkLst>
            <pc:docMk/>
            <pc:sldMk cId="3090098590" sldId="568"/>
            <ac:picMk id="6" creationId="{00000000-0000-0000-0000-000000000000}"/>
          </ac:picMkLst>
        </pc:picChg>
      </pc:sldChg>
      <pc:sldChg chg="modSp mod">
        <pc:chgData name="Димитър Минчев" userId="6da192e4-d32c-454b-8615-bbadf07b6639" providerId="ADAL" clId="{4EA6C6C3-496E-4B71-97DF-BD4329C1BDF0}" dt="2023-02-21T23:13:09.993" v="6" actId="15"/>
        <pc:sldMkLst>
          <pc:docMk/>
          <pc:sldMk cId="2385751420" sldId="571"/>
        </pc:sldMkLst>
        <pc:spChg chg="mod">
          <ac:chgData name="Димитър Минчев" userId="6da192e4-d32c-454b-8615-bbadf07b6639" providerId="ADAL" clId="{4EA6C6C3-496E-4B71-97DF-BD4329C1BDF0}" dt="2023-02-21T23:13:09.993" v="6" actId="15"/>
          <ac:spMkLst>
            <pc:docMk/>
            <pc:sldMk cId="2385751420" sldId="571"/>
            <ac:spMk id="8" creationId="{00000000-0000-0000-0000-000000000000}"/>
          </ac:spMkLst>
        </pc:spChg>
      </pc:sldChg>
    </pc:docChg>
  </pc:docChgLst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  <pc:docChgLst>
    <pc:chgData name="БСУ" userId="bdbaa275-9249-41b1-8d15-242f632c67bf" providerId="ADAL" clId="{E8EBBEA8-749B-4042-B043-5A6FD507A9B3}"/>
    <pc:docChg chg="modSld sldOrd modSection">
      <pc:chgData name="БСУ" userId="bdbaa275-9249-41b1-8d15-242f632c67bf" providerId="ADAL" clId="{E8EBBEA8-749B-4042-B043-5A6FD507A9B3}" dt="2023-02-17T11:21:52.587" v="1"/>
      <pc:docMkLst>
        <pc:docMk/>
      </pc:docMkLst>
      <pc:sldChg chg="ord">
        <pc:chgData name="БСУ" userId="bdbaa275-9249-41b1-8d15-242f632c67bf" providerId="ADAL" clId="{E8EBBEA8-749B-4042-B043-5A6FD507A9B3}" dt="2023-02-17T11:21:52.587" v="1"/>
        <pc:sldMkLst>
          <pc:docMk/>
          <pc:sldMk cId="2385751420" sldId="5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5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3CB8708A-8556-42FD-AFB9-1485951BC6C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4272781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18.12.2025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hyperlink" Target="https://creativecommons.org/licenses/by-nc-sa/4.0" TargetMode="External"/><Relationship Id="rId4" Type="http://schemas.openxmlformats.org/officeDocument/2006/relationships/hyperlink" Target="https://www.mon.b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Comfortaa" pitchFamily="2" charset="0"/>
              </a:rPr>
              <a:t>Използване на променливи, изрази и константи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ru-RU" dirty="0">
                <a:latin typeface="Comfortaa" pitchFamily="2" charset="0"/>
              </a:rPr>
              <a:t>Правилна организация </a:t>
            </a:r>
            <a:br>
              <a:rPr lang="ru-RU" dirty="0">
                <a:latin typeface="Comfortaa" pitchFamily="2" charset="0"/>
              </a:rPr>
            </a:br>
            <a:r>
              <a:rPr lang="ru-RU" dirty="0">
                <a:latin typeface="Comfortaa" pitchFamily="2" charset="0"/>
              </a:rPr>
              <a:t>на изрази и данни</a:t>
            </a: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418" name="Rectangle 2"/>
          <p:cNvSpPr>
            <a:spLocks noGrp="1" noChangeArrowheads="1"/>
          </p:cNvSpPr>
          <p:nvPr>
            <p:ph type="title"/>
          </p:nvPr>
        </p:nvSpPr>
        <p:spPr>
          <a:xfrm>
            <a:off x="957959" y="733260"/>
            <a:ext cx="10515600" cy="1325563"/>
          </a:xfrm>
        </p:spPr>
        <p:txBody>
          <a:bodyPr>
            <a:normAutofit/>
          </a:bodyPr>
          <a:lstStyle/>
          <a:p>
            <a:r>
              <a:rPr lang="bg-BG" b="1" dirty="0">
                <a:latin typeface="Comfortaa" pitchFamily="2" charset="0"/>
              </a:rPr>
              <a:t>Съдържание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957959" y="2058823"/>
            <a:ext cx="10515600" cy="4217743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Принципи за инициализация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Обхват, живот, времетраене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Използване на променливи</a:t>
            </a: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Comfortaa" pitchFamily="2" charset="0"/>
              </a:rPr>
              <a:t>Именуване на променливи</a:t>
            </a: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Comfortaa" pitchFamily="2" charset="0"/>
              </a:rPr>
              <a:t>Конвенции при именуването</a:t>
            </a:r>
          </a:p>
          <a:p>
            <a:pPr lvl="1">
              <a:lnSpc>
                <a:spcPct val="100000"/>
              </a:lnSpc>
            </a:pPr>
            <a:r>
              <a:rPr lang="ru-RU" sz="2800" dirty="0">
                <a:latin typeface="Comfortaa" pitchFamily="2" charset="0"/>
              </a:rPr>
              <a:t>Стандартни представки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Използване на изрази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Използване на константи</a:t>
            </a:r>
          </a:p>
        </p:txBody>
      </p:sp>
    </p:spTree>
    <p:extLst>
      <p:ext uri="{BB962C8B-B14F-4D97-AF65-F5344CB8AC3E}">
        <p14:creationId xmlns:p14="http://schemas.microsoft.com/office/powerpoint/2010/main" val="2385751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Инициализирайте всички променливи преди да ги ползвате</a:t>
            </a:r>
            <a:endParaRPr lang="en-US" sz="24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000" dirty="0">
                <a:latin typeface="Comfortaa" pitchFamily="2" charset="0"/>
              </a:rPr>
              <a:t>Локалните променливи да се инициализират ръчно</a:t>
            </a:r>
            <a:endParaRPr lang="en-US" sz="20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000" dirty="0">
                <a:latin typeface="Comfortaa" pitchFamily="2" charset="0"/>
              </a:rPr>
              <a:t>Декларирайте и дефинирайте всяка променлива близо до мястото, където се използва</a:t>
            </a:r>
            <a:endParaRPr lang="en-US" sz="20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000" dirty="0">
                <a:latin typeface="Comfortaa" pitchFamily="2" charset="0"/>
              </a:rPr>
              <a:t>Този</a:t>
            </a:r>
            <a:r>
              <a:rPr lang="en-US" sz="2000" dirty="0">
                <a:latin typeface="Comfortaa" pitchFamily="2" charset="0"/>
              </a:rPr>
              <a:t> C# </a:t>
            </a:r>
            <a:r>
              <a:rPr lang="bg-BG" sz="2000" dirty="0">
                <a:latin typeface="Comfortaa" pitchFamily="2" charset="0"/>
              </a:rPr>
              <a:t>код ще доведе до грешка в компилирането</a:t>
            </a:r>
            <a:r>
              <a:rPr lang="en-US" sz="2000" dirty="0">
                <a:latin typeface="Comfortaa" pitchFamily="2" charset="0"/>
              </a:rPr>
              <a:t>:</a:t>
            </a:r>
          </a:p>
          <a:p>
            <a:pPr lvl="1">
              <a:lnSpc>
                <a:spcPct val="100000"/>
              </a:lnSpc>
            </a:pPr>
            <a:endParaRPr lang="en-US" sz="20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  <a:buNone/>
            </a:pPr>
            <a:endParaRPr lang="en-US" sz="20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  <a:spcBef>
                <a:spcPts val="2400"/>
              </a:spcBef>
            </a:pPr>
            <a:r>
              <a:rPr lang="bg-BG" sz="2000" dirty="0">
                <a:latin typeface="Comfortaa" pitchFamily="2" charset="0"/>
              </a:rPr>
              <a:t>Може да инициализираме променливата при декларирането</a:t>
            </a:r>
            <a:r>
              <a:rPr lang="en-US" sz="2000" dirty="0">
                <a:latin typeface="Comfortaa" pitchFamily="2" charset="0"/>
              </a:rPr>
              <a:t>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60875" cy="1325563"/>
          </a:xfrm>
        </p:spPr>
        <p:txBody>
          <a:bodyPr>
            <a:normAutofit/>
          </a:bodyPr>
          <a:lstStyle/>
          <a:p>
            <a:r>
              <a:rPr lang="bg-BG" sz="4200" dirty="0">
                <a:latin typeface="Comfortaa" pitchFamily="2" charset="0"/>
              </a:rPr>
              <a:t>Инициализация на променливи</a:t>
            </a:r>
            <a:r>
              <a:rPr lang="en-US" sz="4200" dirty="0">
                <a:latin typeface="Comfortaa" pitchFamily="2" charset="0"/>
              </a:rPr>
              <a:t> [1/3]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598582" y="4129083"/>
            <a:ext cx="8406379" cy="70788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int value;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Console.WriteLine(value);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98583" y="5558709"/>
            <a:ext cx="8406380" cy="70788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int value = 0;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Console.WriteLine(value);</a:t>
            </a:r>
          </a:p>
        </p:txBody>
      </p:sp>
      <p:pic>
        <p:nvPicPr>
          <p:cNvPr id="7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400207" y="5473269"/>
            <a:ext cx="780191" cy="780191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pprove, block, cancel, delete, reject icon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369068" y="4086751"/>
            <a:ext cx="792549" cy="792549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670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6905" y="1499054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Особено внимавайте за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броячи </a:t>
            </a:r>
            <a:r>
              <a:rPr lang="bg-BG" dirty="0">
                <a:latin typeface="Comfortaa" pitchFamily="2" charset="0"/>
              </a:rPr>
              <a:t>и 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колектори</a:t>
            </a:r>
            <a:endParaRPr lang="en-US" dirty="0">
              <a:solidFill>
                <a:schemeClr val="tx2">
                  <a:lumMod val="75000"/>
                </a:schemeClr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Честа грешка е да забравите да нулирате брояч или колектор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811447" y="2929247"/>
            <a:ext cx="10462075" cy="3477875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int sum = 0;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for (int i = 0; i &lt; array.GetLength(0); i++)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for (int j = 0; j &lt; array.GetLength(1); j++)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sum = sum + array[i, j];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endParaRPr lang="en-US" sz="2000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Console.WriteLine(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"The sum of the elements in row {0} is {1}", i, sum);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6" name="AutoShape 7"/>
          <p:cNvSpPr>
            <a:spLocks noChangeArrowheads="1"/>
          </p:cNvSpPr>
          <p:nvPr/>
        </p:nvSpPr>
        <p:spPr bwMode="auto">
          <a:xfrm>
            <a:off x="6804286" y="4375299"/>
            <a:ext cx="4570809" cy="1188056"/>
          </a:xfrm>
          <a:prstGeom prst="wedgeRoundRectCallout">
            <a:avLst>
              <a:gd name="adj1" fmla="val -61547"/>
              <a:gd name="adj2" fmla="val -17661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eaLnBrk="0" hangingPunct="0">
              <a:lnSpc>
                <a:spcPts val="26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Сумата трябва да се нулира след края на вътрешния цикъл </a:t>
            </a:r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for</a:t>
            </a:r>
          </a:p>
        </p:txBody>
      </p:sp>
      <p:pic>
        <p:nvPicPr>
          <p:cNvPr id="7" name="Picture 6" descr="approve, block, cancel, delete, reject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008299" y="3263928"/>
            <a:ext cx="792549" cy="792549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9A983CFA-8C88-7686-24D0-F05F7C081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60875" cy="1325563"/>
          </a:xfrm>
        </p:spPr>
        <p:txBody>
          <a:bodyPr>
            <a:normAutofit/>
          </a:bodyPr>
          <a:lstStyle/>
          <a:p>
            <a:r>
              <a:rPr lang="bg-BG" sz="4200" dirty="0">
                <a:latin typeface="Comfortaa" pitchFamily="2" charset="0"/>
              </a:rPr>
              <a:t>Инициализация на променливи</a:t>
            </a:r>
            <a:r>
              <a:rPr lang="en-US" sz="4200" dirty="0">
                <a:latin typeface="Comfortaa" pitchFamily="2" charset="0"/>
              </a:rPr>
              <a:t> [2/3]</a:t>
            </a:r>
          </a:p>
        </p:txBody>
      </p:sp>
    </p:spTree>
    <p:extLst>
      <p:ext uri="{BB962C8B-B14F-4D97-AF65-F5344CB8AC3E}">
        <p14:creationId xmlns:p14="http://schemas.microsoft.com/office/powerpoint/2010/main" val="30455039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Вижте необходима ли е повторна инициализация</a:t>
            </a:r>
            <a:endParaRPr lang="en-US" sz="24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000" dirty="0">
                <a:latin typeface="Comfortaa" pitchFamily="2" charset="0"/>
              </a:rPr>
              <a:t>Уверете се, че изразът за инициализация е в тази част от кода, която се повтаря</a:t>
            </a:r>
            <a:endParaRPr lang="en-US" sz="20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Проверете валидността на входните параметри</a:t>
            </a:r>
            <a:endParaRPr lang="en-US" sz="24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000" dirty="0">
                <a:latin typeface="Comfortaa" pitchFamily="2" charset="0"/>
              </a:rPr>
              <a:t>Преди да присвоявате каквито и да е входни данни от конзолата</a:t>
            </a:r>
            <a:r>
              <a:rPr lang="en-US" sz="2000" dirty="0">
                <a:latin typeface="Comfortaa" pitchFamily="2" charset="0"/>
              </a:rPr>
              <a:t>, </a:t>
            </a:r>
            <a:r>
              <a:rPr lang="bg-BG" sz="2000" dirty="0">
                <a:latin typeface="Comfortaa" pitchFamily="2" charset="0"/>
              </a:rPr>
              <a:t>уверете се, че стойностите са адекватни</a:t>
            </a:r>
            <a:endParaRPr lang="en-US" sz="2000" dirty="0">
              <a:latin typeface="Comfortaa" pitchFamily="2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007424" y="4368007"/>
            <a:ext cx="10287000" cy="163121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int input;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bool validInput = int.TryParse(Console.ReadLine(), out input);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if (validInput)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...</a:t>
            </a:r>
          </a:p>
        </p:txBody>
      </p:sp>
      <p:pic>
        <p:nvPicPr>
          <p:cNvPr id="7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303825" y="4814813"/>
            <a:ext cx="812699" cy="812699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7C957C0-38EF-9763-017F-AC7E6584B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60875" cy="1325563"/>
          </a:xfrm>
        </p:spPr>
        <p:txBody>
          <a:bodyPr>
            <a:normAutofit/>
          </a:bodyPr>
          <a:lstStyle/>
          <a:p>
            <a:r>
              <a:rPr lang="bg-BG" sz="4200" dirty="0">
                <a:latin typeface="Comfortaa" pitchFamily="2" charset="0"/>
              </a:rPr>
              <a:t>Инициализация на променливи</a:t>
            </a:r>
            <a:r>
              <a:rPr lang="en-US" sz="4200" dirty="0">
                <a:latin typeface="Comfortaa" pitchFamily="2" charset="0"/>
              </a:rPr>
              <a:t> [3/3]</a:t>
            </a:r>
          </a:p>
        </p:txBody>
      </p:sp>
    </p:spTree>
    <p:extLst>
      <p:ext uri="{BB962C8B-B14F-4D97-AF65-F5344CB8AC3E}">
        <p14:creationId xmlns:p14="http://schemas.microsoft.com/office/powerpoint/2010/main" val="340643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Уверете се, че обектите не могат да са инициализирани само отчасти</a:t>
            </a:r>
            <a:endParaRPr lang="en-US" sz="24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000" dirty="0">
                <a:latin typeface="Comfortaa" pitchFamily="2" charset="0"/>
              </a:rPr>
              <a:t>Направете всички полета </a:t>
            </a:r>
            <a:r>
              <a:rPr lang="en-US" sz="2000" dirty="0">
                <a:latin typeface="Comfortaa" pitchFamily="2" charset="0"/>
              </a:rPr>
              <a:t>private </a:t>
            </a:r>
            <a:r>
              <a:rPr lang="bg-BG" sz="2000" dirty="0">
                <a:latin typeface="Comfortaa" pitchFamily="2" charset="0"/>
              </a:rPr>
              <a:t>и изисквайте валидни стойности за всички задължителни полета в конструкторите</a:t>
            </a:r>
            <a:endParaRPr lang="en-US" sz="20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000" dirty="0">
                <a:latin typeface="Comfortaa" pitchFamily="2" charset="0"/>
              </a:rPr>
              <a:t>Пример</a:t>
            </a:r>
            <a:r>
              <a:rPr lang="en-US" sz="2000" dirty="0">
                <a:latin typeface="Comfortaa" pitchFamily="2" charset="0"/>
              </a:rPr>
              <a:t>:</a:t>
            </a:r>
            <a:r>
              <a:rPr lang="bg-BG" sz="2000" dirty="0">
                <a:latin typeface="Comfortaa" pitchFamily="2" charset="0"/>
              </a:rPr>
              <a:t> обектът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en-US" sz="2000" b="1" noProof="1">
                <a:latin typeface="Comfortaa" pitchFamily="2" charset="0"/>
                <a:cs typeface="Consolas" panose="020B0609020204030204" pitchFamily="49" charset="0"/>
              </a:rPr>
              <a:t>Student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bg-BG" sz="2000" dirty="0">
                <a:latin typeface="Comfortaa" pitchFamily="2" charset="0"/>
              </a:rPr>
              <a:t>е невалиден ако няма </a:t>
            </a:r>
            <a:r>
              <a:rPr lang="en-US" sz="2000" b="1" noProof="1">
                <a:latin typeface="Comfortaa" pitchFamily="2" charset="0"/>
                <a:cs typeface="Consolas" panose="020B0609020204030204" pitchFamily="49" charset="0"/>
              </a:rPr>
              <a:t>Name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bg-BG" sz="2000" dirty="0">
                <a:latin typeface="Comfortaa" pitchFamily="2" charset="0"/>
              </a:rPr>
              <a:t>и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en-US" sz="2000" b="1" noProof="1">
                <a:latin typeface="Comfortaa" pitchFamily="2" charset="0"/>
                <a:cs typeface="Consolas" panose="020B0609020204030204" pitchFamily="49" charset="0"/>
              </a:rPr>
              <a:t>FacultyNumber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>
                <a:latin typeface="Comfortaa" pitchFamily="2" charset="0"/>
              </a:rPr>
              <a:t>Отчасти инициализирани обекти</a:t>
            </a:r>
            <a:endParaRPr lang="en-US" sz="4000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966536" y="4161027"/>
            <a:ext cx="10258928" cy="201593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class Student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private string name, facultyNumber;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public Student(string name, string facultyNumber)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 … }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pic>
        <p:nvPicPr>
          <p:cNvPr id="7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01815" y="4719165"/>
            <a:ext cx="812699" cy="812699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9623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88119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Не дефинирайте неизползвани променливи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600" dirty="0">
                <a:latin typeface="Comfortaa" pitchFamily="2" charset="0"/>
              </a:rPr>
              <a:t>Компилаторът обикновено извежда </a:t>
            </a:r>
            <a:br>
              <a:rPr lang="bg-BG" sz="2600" dirty="0">
                <a:latin typeface="Comfortaa" pitchFamily="2" charset="0"/>
              </a:rPr>
            </a:br>
            <a:r>
              <a:rPr lang="bg-BG" sz="2600" dirty="0">
                <a:latin typeface="Comfortaa" pitchFamily="2" charset="0"/>
              </a:rPr>
              <a:t>предупреждение</a:t>
            </a:r>
            <a:endParaRPr lang="en-US" sz="26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Не ползвайте променливи със скрита цел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bg-BG" dirty="0">
                <a:latin typeface="Comfortaa" pitchFamily="2" charset="0"/>
              </a:rPr>
              <a:t>Лош пример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  <a:spcBef>
                <a:spcPts val="0"/>
              </a:spcBef>
            </a:pPr>
            <a:endParaRPr lang="en-US" sz="1800" dirty="0">
              <a:latin typeface="Comfortaa" pitchFamily="2" charset="0"/>
            </a:endParaRPr>
          </a:p>
          <a:p>
            <a:pPr marL="377887" lvl="1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  <a:spcBef>
                <a:spcPts val="4200"/>
              </a:spcBef>
            </a:pPr>
            <a:r>
              <a:rPr lang="bg-BG" dirty="0">
                <a:latin typeface="Comfortaa" pitchFamily="2" charset="0"/>
              </a:rPr>
              <a:t>Вместо това ползвайте изброяване</a:t>
            </a:r>
            <a:r>
              <a:rPr lang="en-US" dirty="0">
                <a:latin typeface="Comfortaa" pitchFamily="2" charset="0"/>
              </a:rPr>
              <a:t>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Променливи </a:t>
            </a:r>
            <a:r>
              <a:rPr lang="en-US" dirty="0">
                <a:latin typeface="Comfortaa" pitchFamily="2" charset="0"/>
              </a:rPr>
              <a:t>– </a:t>
            </a:r>
            <a:r>
              <a:rPr lang="bg-BG" dirty="0">
                <a:latin typeface="Comfortaa" pitchFamily="2" charset="0"/>
              </a:rPr>
              <a:t>други съвети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509516" y="3608527"/>
            <a:ext cx="9142650" cy="163121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int mode = 1;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…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if (mode == 1) …; // Read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else if (mode == 2) …; // Write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else if (mode == 3) …; // Read and write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09516" y="5858622"/>
            <a:ext cx="9142650" cy="40011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enum ResourceAccessMode { Read, Write, ReadWrite }</a:t>
            </a:r>
          </a:p>
        </p:txBody>
      </p:sp>
      <p:pic>
        <p:nvPicPr>
          <p:cNvPr id="10" name="Picture 9" descr="approve, block, cancel, delete, reject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607896" y="4045871"/>
            <a:ext cx="792549" cy="792549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607896" y="5452272"/>
            <a:ext cx="812699" cy="812699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030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Винаги присвоете резултата на метод на променлива преди да го върнете</a:t>
            </a:r>
            <a:r>
              <a:rPr lang="en-US" dirty="0">
                <a:latin typeface="Comfortaa" pitchFamily="2" charset="0"/>
              </a:rPr>
              <a:t>. </a:t>
            </a:r>
            <a:r>
              <a:rPr lang="bg-BG" dirty="0">
                <a:latin typeface="Comfortaa" pitchFamily="2" charset="0"/>
              </a:rPr>
              <a:t>Плюсове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Подобрява четливостта на кода</a:t>
            </a:r>
            <a:endParaRPr lang="en-US" dirty="0"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Връщаната стойност има </a:t>
            </a:r>
            <a:r>
              <a:rPr lang="bg-BG" dirty="0" err="1">
                <a:latin typeface="Comfortaa" pitchFamily="2" charset="0"/>
              </a:rPr>
              <a:t>самоописателно</a:t>
            </a:r>
            <a:r>
              <a:rPr lang="bg-BG" dirty="0">
                <a:latin typeface="Comfortaa" pitchFamily="2" charset="0"/>
              </a:rPr>
              <a:t> име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Опростява </a:t>
            </a:r>
            <a:r>
              <a:rPr lang="bg-BG" dirty="0" err="1">
                <a:latin typeface="Comfortaa" pitchFamily="2" charset="0"/>
              </a:rPr>
              <a:t>дебъгването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Добър пример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Лош пример</a:t>
            </a:r>
            <a:r>
              <a:rPr lang="en-US" dirty="0">
                <a:latin typeface="Comfortaa" pitchFamily="2" charset="0"/>
              </a:rPr>
              <a:t>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Връщане на резултат от метод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966536" y="5725486"/>
            <a:ext cx="10258928" cy="40011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return days * HoursPerDay * ratePerHour;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966536" y="4481840"/>
            <a:ext cx="10258928" cy="70788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int salary = days * HoursPerDay * ratePerHour;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return salary;</a:t>
            </a:r>
          </a:p>
        </p:txBody>
      </p:sp>
      <p:sp>
        <p:nvSpPr>
          <p:cNvPr id="7" name="AutoShape 7"/>
          <p:cNvSpPr>
            <a:spLocks noChangeArrowheads="1"/>
          </p:cNvSpPr>
          <p:nvPr/>
        </p:nvSpPr>
        <p:spPr bwMode="auto">
          <a:xfrm>
            <a:off x="7518783" y="3725883"/>
            <a:ext cx="3555074" cy="868820"/>
          </a:xfrm>
          <a:prstGeom prst="wedgeRoundRectCallout">
            <a:avLst>
              <a:gd name="adj1" fmla="val -92829"/>
              <a:gd name="adj2" fmla="val 38041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Функцията на формулата е очевидна</a:t>
            </a:r>
            <a:endParaRPr lang="en-US" sz="2000" b="1" noProof="1">
              <a:solidFill>
                <a:schemeClr val="bg1"/>
              </a:solidFill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8" name="AutoShape 7"/>
          <p:cNvSpPr>
            <a:spLocks noChangeArrowheads="1"/>
          </p:cNvSpPr>
          <p:nvPr/>
        </p:nvSpPr>
        <p:spPr bwMode="auto">
          <a:xfrm>
            <a:off x="7061187" y="5045808"/>
            <a:ext cx="4470267" cy="1266092"/>
          </a:xfrm>
          <a:prstGeom prst="wedgeRoundRectCallout">
            <a:avLst>
              <a:gd name="adj1" fmla="val -132455"/>
              <a:gd name="adj2" fmla="val -54530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Тук може да сложим точка на прекъсване и да проверим дали резултатът е верен</a:t>
            </a:r>
            <a:endParaRPr lang="en-US" sz="2000" b="1" noProof="1">
              <a:solidFill>
                <a:schemeClr val="bg1"/>
              </a:solidFill>
              <a:latin typeface="Comfortaa" pitchFamily="2" charset="0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2447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260" y="2306576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bg-BG" dirty="0">
                <a:latin typeface="Comfortaa" pitchFamily="2" charset="0"/>
              </a:rPr>
              <a:t>Винаги опитвайте максимално да намалите обхвата и видимостта на променливите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Това намалява потенциалната зависимост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Избягвайте </a:t>
            </a:r>
            <a:r>
              <a:rPr lang="en-US" dirty="0">
                <a:latin typeface="Comfortaa" pitchFamily="2" charset="0"/>
              </a:rPr>
              <a:t>public </a:t>
            </a:r>
            <a:r>
              <a:rPr lang="bg-BG" dirty="0">
                <a:latin typeface="Comfortaa" pitchFamily="2" charset="0"/>
              </a:rPr>
              <a:t>полета </a:t>
            </a:r>
            <a:r>
              <a:rPr lang="en-US" dirty="0">
                <a:latin typeface="Comfortaa" pitchFamily="2" charset="0"/>
              </a:rPr>
              <a:t>(</a:t>
            </a:r>
            <a:r>
              <a:rPr lang="bg-BG" dirty="0">
                <a:latin typeface="Comfortaa" pitchFamily="2" charset="0"/>
              </a:rPr>
              <a:t>изключения</a:t>
            </a:r>
            <a:r>
              <a:rPr lang="en-US" dirty="0">
                <a:latin typeface="Comfortaa" pitchFamily="2" charset="0"/>
              </a:rPr>
              <a:t>: </a:t>
            </a:r>
            <a:r>
              <a:rPr lang="en-US" b="1" noProof="1">
                <a:latin typeface="Comfortaa" pitchFamily="2" charset="0"/>
                <a:cs typeface="Consolas" pitchFamily="49" charset="0"/>
              </a:rPr>
              <a:t>readonly</a:t>
            </a:r>
            <a:r>
              <a:rPr lang="en-US" dirty="0">
                <a:latin typeface="Comfortaa" pitchFamily="2" charset="0"/>
              </a:rPr>
              <a:t> / </a:t>
            </a:r>
            <a:r>
              <a:rPr lang="en-US" b="1" noProof="1">
                <a:latin typeface="Comfortaa" pitchFamily="2" charset="0"/>
                <a:cs typeface="Consolas" pitchFamily="49" charset="0"/>
              </a:rPr>
              <a:t>const</a:t>
            </a:r>
            <a:r>
              <a:rPr lang="en-US" dirty="0">
                <a:latin typeface="Comfortaa" pitchFamily="2" charset="0"/>
              </a:rPr>
              <a:t>)</a:t>
            </a:r>
          </a:p>
          <a:p>
            <a:pPr lvl="1"/>
            <a:r>
              <a:rPr lang="bg-BG" dirty="0">
                <a:latin typeface="Comfortaa" pitchFamily="2" charset="0"/>
              </a:rPr>
              <a:t>Достъпвайте всички полета чрез свойства </a:t>
            </a:r>
            <a:r>
              <a:rPr lang="en-US" dirty="0">
                <a:latin typeface="Comfortaa" pitchFamily="2" charset="0"/>
              </a:rPr>
              <a:t>/ </a:t>
            </a:r>
            <a:r>
              <a:rPr lang="bg-BG" dirty="0">
                <a:latin typeface="Comfortaa" pitchFamily="2" charset="0"/>
              </a:rPr>
              <a:t>методи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7260" y="846076"/>
            <a:ext cx="10515600" cy="1325563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Обхват и видимост на променливи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4484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0891" y="-29969"/>
            <a:ext cx="10515600" cy="1325563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Пример за надхвърлен обхват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90891" y="1209918"/>
            <a:ext cx="10766795" cy="5078313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public class Globals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public static int state = 0;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public class ConsolePrinter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public static void PrintSomething()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{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if (Globals.state == 0)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{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Console.WriteLine("Hello.");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}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else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{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Console.WriteLine("Good bye.");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}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}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pic>
        <p:nvPicPr>
          <p:cNvPr id="7" name="Picture 6" descr="approve, block, cancel, delete, reject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21885" y="3099461"/>
            <a:ext cx="1045890" cy="1045890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72168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Инициализирайте променливи използвани в цикъл непосредствено преди него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Не задавайте на променлива стойност докато не трябва да я използвате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Не следвайте стария </a:t>
            </a:r>
            <a:r>
              <a:rPr lang="en-US" dirty="0">
                <a:latin typeface="Comfortaa" pitchFamily="2" charset="0"/>
              </a:rPr>
              <a:t>C / Pascal </a:t>
            </a:r>
            <a:r>
              <a:rPr lang="bg-BG" dirty="0">
                <a:latin typeface="Comfortaa" pitchFamily="2" charset="0"/>
              </a:rPr>
              <a:t>стил на деклариране на променливи в началото на всеки метод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Започнете с най-ограничената видимост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Разширете видимостта само при необходимост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Групирайте свързани изрази заедно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87743" cy="1325563"/>
          </a:xfrm>
        </p:spPr>
        <p:txBody>
          <a:bodyPr>
            <a:normAutofit/>
          </a:bodyPr>
          <a:lstStyle/>
          <a:p>
            <a:r>
              <a:rPr lang="bg-BG" sz="3600" dirty="0">
                <a:latin typeface="Comfortaa" pitchFamily="2" charset="0"/>
              </a:rPr>
              <a:t>Най-добри практики при променливите</a:t>
            </a:r>
            <a:endParaRPr lang="en-US" sz="36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935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712604" y="1905000"/>
            <a:ext cx="10766795" cy="411480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noAutofit/>
          </a:bodyPr>
          <a:lstStyle/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void SummarizeData(…) 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…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GetOldData(oldData, numOldData);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GetNewData(newData, numNewData);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totalOldData = Sum(oldData, numOldData);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totalNewData = Sum(newData, numNewData);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PrintOldDataSummary(oldData, totalOldData);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PrintNewDataSummary(newData, totalNewData);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SaveOldDataSummary(totalOldData, numOldData);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SaveNewDataSummary(totalNewData, numNewData);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…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712601" y="1297174"/>
            <a:ext cx="10766794" cy="545355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Шест променливи само в този кратък фрагмент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85862" cy="932049"/>
          </a:xfrm>
        </p:spPr>
        <p:txBody>
          <a:bodyPr>
            <a:normAutofit/>
          </a:bodyPr>
          <a:lstStyle/>
          <a:p>
            <a:pPr>
              <a:spcBef>
                <a:spcPct val="35000"/>
              </a:spcBef>
            </a:pPr>
            <a:r>
              <a:rPr lang="bg-BG" dirty="0">
                <a:latin typeface="Comfortaa" pitchFamily="2" charset="0"/>
              </a:rPr>
              <a:t>Пример за групиране на свързани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7" name="AutoShape 7"/>
          <p:cNvSpPr>
            <a:spLocks noChangeArrowheads="1"/>
          </p:cNvSpPr>
          <p:nvPr/>
        </p:nvSpPr>
        <p:spPr bwMode="auto">
          <a:xfrm>
            <a:off x="8537495" y="3544491"/>
            <a:ext cx="3243328" cy="2043113"/>
          </a:xfrm>
          <a:prstGeom prst="wedgeRoundRectCallout">
            <a:avLst>
              <a:gd name="adj1" fmla="val -61491"/>
              <a:gd name="adj2" fmla="val -17938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36000" tIns="0" rIns="36000" bIns="0">
            <a:spAutoFit/>
          </a:bodyPr>
          <a:lstStyle/>
          <a:p>
            <a:pPr algn="ctr"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Трябва да следите </a:t>
            </a:r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oldData</a:t>
            </a:r>
            <a:r>
              <a:rPr lang="en-US" sz="2000" b="1" i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, </a:t>
            </a:r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newData</a:t>
            </a:r>
            <a:r>
              <a:rPr lang="en-US" sz="2000" b="1" i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, </a:t>
            </a:r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numOldData</a:t>
            </a:r>
            <a:r>
              <a:rPr lang="en-US" sz="2000" b="1" i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, </a:t>
            </a:r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numNewData</a:t>
            </a:r>
            <a:r>
              <a:rPr lang="en-US" sz="2000" b="1" i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, </a:t>
            </a:r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totalOldData </a:t>
            </a:r>
            <a:r>
              <a:rPr lang="bg-BG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и</a:t>
            </a:r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 totalNewData </a:t>
            </a:r>
          </a:p>
        </p:txBody>
      </p:sp>
      <p:pic>
        <p:nvPicPr>
          <p:cNvPr id="8" name="Picture 7" descr="approve, block, cancel, delete, reject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577450" y="2117557"/>
            <a:ext cx="1151906" cy="1151906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7808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6469" y="350093"/>
            <a:ext cx="10515600" cy="1325563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Пример за по-добро групиране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596469" y="1858891"/>
            <a:ext cx="10969943" cy="427867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void SummarizeDaily( … )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GetOldData(oldData, numOldData);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totalOldData = Sum(oldData, numOldData);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PrintOldDataSummary(oldData, totalOldData);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SaveOldDataSummary(totalOldData, numOldData);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…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GetNewData(newData, numNewData);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totalNewData = Sum(newData, numNewData);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PrintNewDataSummary(newData, totalNewData);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SaveNewDataSummary(totalNewData, numNewData);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…</a:t>
            </a:r>
          </a:p>
          <a:p>
            <a:pPr eaLnBrk="0" hangingPunct="0"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7" name="AutoShape 7"/>
          <p:cNvSpPr>
            <a:spLocks noChangeArrowheads="1"/>
          </p:cNvSpPr>
          <p:nvPr/>
        </p:nvSpPr>
        <p:spPr bwMode="auto">
          <a:xfrm>
            <a:off x="8076018" y="3025238"/>
            <a:ext cx="3656648" cy="1498283"/>
          </a:xfrm>
          <a:prstGeom prst="wedgeRoundRectCallout">
            <a:avLst>
              <a:gd name="adj1" fmla="val -65074"/>
              <a:gd name="adj2" fmla="val -33096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36000" tIns="0" rIns="36000" bIns="0">
            <a:spAutoFit/>
          </a:bodyPr>
          <a:lstStyle/>
          <a:p>
            <a:pPr algn="ctr"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Всеки от двата блока е по-кратък и съдържа по-малко променливи</a:t>
            </a:r>
            <a:endParaRPr lang="en-US" sz="2200" b="1" i="1" noProof="1">
              <a:solidFill>
                <a:schemeClr val="bg1"/>
              </a:solidFill>
              <a:latin typeface="Comfortaa" pitchFamily="2" charset="0"/>
              <a:cs typeface="Consolas" pitchFamily="49" charset="0"/>
            </a:endParaRPr>
          </a:p>
        </p:txBody>
      </p:sp>
      <p:pic>
        <p:nvPicPr>
          <p:cNvPr id="8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93208" y="1858891"/>
            <a:ext cx="1022267" cy="1022267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7430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Променливите трябва да имат 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една-единствена цел</a:t>
            </a:r>
            <a:endParaRPr lang="en-US" dirty="0">
              <a:solidFill>
                <a:schemeClr val="tx2">
                  <a:lumMod val="75000"/>
                </a:schemeClr>
              </a:solidFill>
              <a:latin typeface="Comfortaa" pitchFamily="2" charset="0"/>
            </a:endParaRPr>
          </a:p>
          <a:p>
            <a:pPr lvl="1"/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Никога </a:t>
            </a:r>
            <a:r>
              <a:rPr lang="bg-BG" dirty="0">
                <a:latin typeface="Comfortaa" pitchFamily="2" charset="0"/>
              </a:rPr>
              <a:t>не ползвайте една променлива за 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много цели</a:t>
            </a:r>
            <a:r>
              <a:rPr lang="en-US" dirty="0">
                <a:latin typeface="Comfortaa" pitchFamily="2" charset="0"/>
              </a:rPr>
              <a:t>!</a:t>
            </a:r>
          </a:p>
          <a:p>
            <a:pPr lvl="1"/>
            <a:r>
              <a:rPr lang="bg-BG" dirty="0">
                <a:latin typeface="Comfortaa" pitchFamily="2" charset="0"/>
              </a:rPr>
              <a:t>Пестенето на памет не е извинение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Можете ли да измислите добро име на променлива, използвана с няколко цели</a:t>
            </a:r>
            <a:r>
              <a:rPr lang="en-US" dirty="0">
                <a:latin typeface="Comfortaa" pitchFamily="2" charset="0"/>
              </a:rPr>
              <a:t>?</a:t>
            </a:r>
          </a:p>
          <a:p>
            <a:pPr lvl="1"/>
            <a:r>
              <a:rPr lang="bg-BG" dirty="0">
                <a:latin typeface="Comfortaa" pitchFamily="2" charset="0"/>
              </a:rPr>
              <a:t>Пример</a:t>
            </a:r>
            <a:r>
              <a:rPr lang="en-US" dirty="0">
                <a:latin typeface="Comfortaa" pitchFamily="2" charset="0"/>
              </a:rPr>
              <a:t>: </a:t>
            </a:r>
            <a:r>
              <a:rPr lang="bg-BG" dirty="0">
                <a:latin typeface="Comfortaa" pitchFamily="2" charset="0"/>
              </a:rPr>
              <a:t>променлива, използвана да изброи ученици или да съхранява средния им успех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Предложението</a:t>
            </a:r>
            <a:r>
              <a:rPr lang="en-US" dirty="0">
                <a:latin typeface="Comfortaa" pitchFamily="2" charset="0"/>
              </a:rPr>
              <a:t>: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studentsCountOrAvgGrade</a:t>
            </a:r>
            <a:endParaRPr lang="en-US" b="1" dirty="0">
              <a:solidFill>
                <a:srgbClr val="00B0F0"/>
              </a:solidFill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Единствена цел</a:t>
            </a:r>
            <a:endParaRPr lang="en-US" dirty="0">
              <a:latin typeface="Comfortaa" pitchFamily="2" charset="0"/>
            </a:endParaRPr>
          </a:p>
        </p:txBody>
      </p:sp>
      <p:pic>
        <p:nvPicPr>
          <p:cNvPr id="5" name="Picture 4" descr="approve, block, cancel, delete, reject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71924" y="4897584"/>
            <a:ext cx="666006" cy="666006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0349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Избягвайте сложни изрази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Никога не ползвайте сложни изрази в кода</a:t>
            </a:r>
            <a:r>
              <a:rPr lang="en-US" dirty="0">
                <a:latin typeface="Comfortaa" pitchFamily="2" charset="0"/>
              </a:rPr>
              <a:t>!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bg-BG" dirty="0">
                <a:latin typeface="Comfortaa" pitchFamily="2" charset="0"/>
              </a:rPr>
              <a:t>Лош пример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bg-BG" dirty="0">
                <a:latin typeface="Comfortaa" pitchFamily="2" charset="0"/>
              </a:rPr>
              <a:t>Сложните изрази са лоши, защото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Затрудняват 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четенето </a:t>
            </a:r>
            <a:r>
              <a:rPr lang="bg-BG" dirty="0">
                <a:latin typeface="Comfortaa" pitchFamily="2" charset="0"/>
              </a:rPr>
              <a:t>и 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разбирането </a:t>
            </a:r>
            <a:r>
              <a:rPr lang="bg-BG" dirty="0">
                <a:latin typeface="Comfortaa" pitchFamily="2" charset="0"/>
              </a:rPr>
              <a:t>на кода,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трудни са за </a:t>
            </a:r>
            <a:r>
              <a:rPr lang="bg-BG" dirty="0" err="1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дебъгване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промяна </a:t>
            </a:r>
            <a:r>
              <a:rPr lang="bg-BG" dirty="0">
                <a:latin typeface="Comfortaa" pitchFamily="2" charset="0"/>
              </a:rPr>
              <a:t>и 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поддръжка</a:t>
            </a:r>
            <a:endParaRPr lang="en-US" dirty="0">
              <a:solidFill>
                <a:schemeClr val="tx2">
                  <a:lumMod val="75000"/>
                </a:schemeClr>
              </a:solidFill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64469" y="2782630"/>
            <a:ext cx="10969943" cy="175945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ts val="2600"/>
              </a:lnSpc>
            </a:pPr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for (int i = 0; i &lt; xCoords.Length; i++)</a:t>
            </a:r>
          </a:p>
          <a:p>
            <a:pPr>
              <a:lnSpc>
                <a:spcPts val="2600"/>
              </a:lnSpc>
            </a:pPr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for (int j = 0; j &lt; yCoords.Length; j++)</a:t>
            </a:r>
          </a:p>
          <a:p>
            <a:pPr>
              <a:lnSpc>
                <a:spcPts val="2600"/>
              </a:lnSpc>
            </a:pPr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matrix[i][j] = </a:t>
            </a:r>
          </a:p>
          <a:p>
            <a:pPr>
              <a:lnSpc>
                <a:spcPts val="2600"/>
              </a:lnSpc>
            </a:pPr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matrix[xCoords[FindMax(i) + 1]][yCoords[FindMin(j) - 1]] *</a:t>
            </a:r>
          </a:p>
          <a:p>
            <a:pPr>
              <a:lnSpc>
                <a:spcPts val="2600"/>
              </a:lnSpc>
            </a:pPr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matrix[yCoords[FindMax(j) + 1]][xCoords[FindMin(i) - 1]];</a:t>
            </a:r>
          </a:p>
        </p:txBody>
      </p:sp>
      <p:sp>
        <p:nvSpPr>
          <p:cNvPr id="6" name="AutoShape 7"/>
          <p:cNvSpPr>
            <a:spLocks noChangeArrowheads="1"/>
          </p:cNvSpPr>
          <p:nvPr/>
        </p:nvSpPr>
        <p:spPr bwMode="auto">
          <a:xfrm>
            <a:off x="6957057" y="2459218"/>
            <a:ext cx="4503015" cy="1085901"/>
          </a:xfrm>
          <a:prstGeom prst="wedgeRoundRectCallout">
            <a:avLst>
              <a:gd name="adj1" fmla="val -38028"/>
              <a:gd name="adj2" fmla="val 112968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72000" tIns="0" rIns="72000" bIns="0">
            <a:spAutoFit/>
          </a:bodyPr>
          <a:lstStyle/>
          <a:p>
            <a:pPr algn="ctr" eaLnBrk="0" hangingPunct="0">
              <a:lnSpc>
                <a:spcPts val="26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Какво ще правим като стигнем реда </a:t>
            </a:r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IndexOutOfRangeException?</a:t>
            </a:r>
          </a:p>
        </p:txBody>
      </p:sp>
      <p:sp>
        <p:nvSpPr>
          <p:cNvPr id="7" name="AutoShape 7"/>
          <p:cNvSpPr>
            <a:spLocks noChangeArrowheads="1"/>
          </p:cNvSpPr>
          <p:nvPr/>
        </p:nvSpPr>
        <p:spPr bwMode="auto">
          <a:xfrm>
            <a:off x="890649" y="4733461"/>
            <a:ext cx="10569422" cy="348110"/>
          </a:xfrm>
          <a:prstGeom prst="wedgeRoundRectCallout">
            <a:avLst>
              <a:gd name="adj1" fmla="val -21676"/>
              <a:gd name="adj2" fmla="val -113458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72000" tIns="0" rIns="72000" bIns="0">
            <a:spAutoFit/>
          </a:bodyPr>
          <a:lstStyle/>
          <a:p>
            <a:pPr algn="ctr" eaLnBrk="0" hangingPunct="0">
              <a:lnSpc>
                <a:spcPts val="26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Има 10 потенциални източника на</a:t>
            </a:r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 IndexOutOfRangeException.</a:t>
            </a:r>
          </a:p>
        </p:txBody>
      </p:sp>
      <p:pic>
        <p:nvPicPr>
          <p:cNvPr id="8" name="Picture 7" descr="approve, block, cancel, delete, reject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707356" y="3699148"/>
            <a:ext cx="688908" cy="688908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8812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2601" y="0"/>
            <a:ext cx="10766794" cy="1145683"/>
          </a:xfrm>
        </p:spPr>
        <p:txBody>
          <a:bodyPr/>
          <a:lstStyle/>
          <a:p>
            <a:r>
              <a:rPr lang="bg-BG" sz="3800" dirty="0">
                <a:latin typeface="Comfortaa" pitchFamily="2" charset="0"/>
              </a:rPr>
              <a:t>Опростяване на сложни изрази</a:t>
            </a:r>
            <a:endParaRPr lang="en-US" sz="3800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712604" y="1145683"/>
            <a:ext cx="10766795" cy="5078313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for (int i = 0; i &lt; xCoords.Length; i++)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for (int j = 0; j &lt; yCoords.Length; j++)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int minXStartIndex = FindMin(i) - 1;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int maxXStartIndex = FindMax(i) + 1;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int minYStartIndex = FindMin(j) - 1;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int maxYStartIndex = FindMax(j) + 1;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int minXcoord = xCoords[minXStartIndex];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int maxXcoord = xCoords[maxXStartIndex];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int minYcoord = yCoords[minYStartIndex];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int maxYcoord = yCoords[maxYStartIndex];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int newValue =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matrix[maxXcoord][minYcoord] *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matrix[maxYcoord][minXcoord];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matrix[i][j] = newValue;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pic>
        <p:nvPicPr>
          <p:cNvPr id="11266" name="Picture 2" descr="http://connectandwork.net/shared/themes/default/images/images/dialogs/ok.png"/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696" b="8696"/>
          <a:stretch/>
        </p:blipFill>
        <p:spPr bwMode="auto">
          <a:xfrm>
            <a:off x="9870376" y="3279326"/>
            <a:ext cx="990600" cy="81102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04910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13" y="2173664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Какво е „мистериозно“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число или стойност</a:t>
            </a:r>
            <a:r>
              <a:rPr lang="en-US" dirty="0">
                <a:latin typeface="Comfortaa" pitchFamily="2" charset="0"/>
              </a:rPr>
              <a:t>?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„Мистериозни“ числа </a:t>
            </a:r>
            <a:r>
              <a:rPr lang="en-US" dirty="0">
                <a:latin typeface="Comfortaa" pitchFamily="2" charset="0"/>
              </a:rPr>
              <a:t>/ </a:t>
            </a:r>
            <a:r>
              <a:rPr lang="bg-BG" dirty="0">
                <a:latin typeface="Comfortaa" pitchFamily="2" charset="0"/>
              </a:rPr>
              <a:t>стойности са всички литерали, различни от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0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1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-1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null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и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""</a:t>
            </a:r>
            <a:r>
              <a:rPr lang="en-US" dirty="0">
                <a:latin typeface="Comfortaa" pitchFamily="2" charset="0"/>
              </a:rPr>
              <a:t> (</a:t>
            </a:r>
            <a:r>
              <a:rPr lang="bg-BG" dirty="0">
                <a:latin typeface="Comfortaa" pitchFamily="2" charset="0"/>
              </a:rPr>
              <a:t>празен низ</a:t>
            </a:r>
            <a:r>
              <a:rPr lang="en-US" dirty="0">
                <a:latin typeface="Comfortaa" pitchFamily="2" charset="0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Избягвайте използването им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Те са трудни за поддръжка</a:t>
            </a:r>
            <a:endParaRPr lang="en-US" dirty="0"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При промяна може да трябва да коригирате навсякъде където се появява това „мистериозно“ число </a:t>
            </a:r>
            <a:r>
              <a:rPr lang="en-US" dirty="0">
                <a:latin typeface="Comfortaa" pitchFamily="2" charset="0"/>
              </a:rPr>
              <a:t>/ </a:t>
            </a:r>
            <a:r>
              <a:rPr lang="bg-BG" dirty="0">
                <a:latin typeface="Comfortaa" pitchFamily="2" charset="0"/>
              </a:rPr>
              <a:t>константа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Значението им не е очевидно</a:t>
            </a:r>
            <a:endParaRPr lang="en-US" dirty="0"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Пример</a:t>
            </a:r>
            <a:r>
              <a:rPr lang="en-US" dirty="0">
                <a:latin typeface="Comfortaa" pitchFamily="2" charset="0"/>
              </a:rPr>
              <a:t>: </a:t>
            </a:r>
            <a:r>
              <a:rPr lang="bg-BG" dirty="0">
                <a:latin typeface="Comfortaa" pitchFamily="2" charset="0"/>
              </a:rPr>
              <a:t>какво значи числото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1024</a:t>
            </a:r>
            <a:r>
              <a:rPr lang="en-US" dirty="0">
                <a:latin typeface="Comfortaa" pitchFamily="2" charset="0"/>
              </a:rPr>
              <a:t>?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5116" y="753340"/>
            <a:ext cx="9612677" cy="1420324"/>
          </a:xfrm>
        </p:spPr>
        <p:txBody>
          <a:bodyPr/>
          <a:lstStyle/>
          <a:p>
            <a:r>
              <a:rPr lang="ru-RU" sz="3700" dirty="0">
                <a:latin typeface="Comfortaa" pitchFamily="2" charset="0"/>
              </a:rPr>
              <a:t>Избягвайте „мистериозни“ числа (Magic Numbers)</a:t>
            </a:r>
            <a:endParaRPr lang="en-US" sz="37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88070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9454" y="73803"/>
            <a:ext cx="11173090" cy="1090138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Злите „мистериозни“ числа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509456" y="1170087"/>
            <a:ext cx="11173090" cy="523220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public class GeometryUtils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public static double CalcCircleArea(double radius)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double area = 3.14159206 * radius * radius;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return area;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pPr>
              <a:spcBef>
                <a:spcPts val="600"/>
              </a:spcBef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public static double CalcCirclePerimeter(double radius)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double perimeter = 6.28318412 * radius;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return perimeter;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pPr>
              <a:spcBef>
                <a:spcPts val="600"/>
              </a:spcBef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public static double CalcElipseArea(double axis1, double axis2)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double area = 3.14159206 * axis1 * axis2;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return area;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4953000" y="2270227"/>
            <a:ext cx="2031072" cy="400110"/>
          </a:xfrm>
          <a:prstGeom prst="rect">
            <a:avLst/>
          </a:prstGeom>
          <a:solidFill>
            <a:schemeClr val="accent5">
              <a:lumMod val="40000"/>
              <a:lumOff val="60000"/>
              <a:alpha val="10000"/>
            </a:schemeClr>
          </a:solidFill>
          <a:ln w="38100">
            <a:solidFill>
              <a:srgbClr val="00B0F0"/>
            </a:solidFill>
            <a:prstDash val="sysDash"/>
          </a:ln>
        </p:spPr>
        <p:txBody>
          <a:bodyPr wrap="none">
            <a:noAutofit/>
          </a:bodyPr>
          <a:lstStyle/>
          <a:p>
            <a:pPr>
              <a:lnSpc>
                <a:spcPts val="2400"/>
              </a:lnSpc>
            </a:pPr>
            <a:endParaRPr lang="en-US" b="1" noProof="1"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5515805" y="3694383"/>
            <a:ext cx="1066801" cy="400110"/>
          </a:xfrm>
          <a:prstGeom prst="rect">
            <a:avLst/>
          </a:prstGeom>
          <a:solidFill>
            <a:schemeClr val="accent5">
              <a:lumMod val="40000"/>
              <a:lumOff val="60000"/>
              <a:alpha val="10000"/>
            </a:schemeClr>
          </a:solidFill>
          <a:ln w="38100">
            <a:solidFill>
              <a:srgbClr val="00B0F0"/>
            </a:solidFill>
            <a:prstDash val="sysDash"/>
          </a:ln>
        </p:spPr>
        <p:txBody>
          <a:bodyPr wrap="none">
            <a:noAutofit/>
          </a:bodyPr>
          <a:lstStyle/>
          <a:p>
            <a:pPr>
              <a:lnSpc>
                <a:spcPts val="2400"/>
              </a:lnSpc>
            </a:pPr>
            <a:endParaRPr lang="en-US" b="1" noProof="1"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4924002" y="5168586"/>
            <a:ext cx="1841020" cy="400110"/>
          </a:xfrm>
          <a:prstGeom prst="rect">
            <a:avLst/>
          </a:prstGeom>
          <a:solidFill>
            <a:schemeClr val="accent5">
              <a:lumMod val="40000"/>
              <a:lumOff val="60000"/>
              <a:alpha val="10000"/>
            </a:schemeClr>
          </a:solidFill>
          <a:ln w="38100">
            <a:solidFill>
              <a:srgbClr val="00B0F0"/>
            </a:solidFill>
            <a:prstDash val="sysDash"/>
          </a:ln>
        </p:spPr>
        <p:txBody>
          <a:bodyPr wrap="none">
            <a:noAutofit/>
          </a:bodyPr>
          <a:lstStyle/>
          <a:p>
            <a:pPr>
              <a:lnSpc>
                <a:spcPts val="2400"/>
              </a:lnSpc>
            </a:pPr>
            <a:endParaRPr lang="en-US" b="1" noProof="1"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</p:txBody>
      </p:sp>
      <p:pic>
        <p:nvPicPr>
          <p:cNvPr id="10" name="Picture 9" descr="approve, block, cancel, delete, reject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307782" y="3108969"/>
            <a:ext cx="985524" cy="985524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85057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7978" y="182845"/>
            <a:ext cx="11274663" cy="1110780"/>
          </a:xfrm>
        </p:spPr>
        <p:txBody>
          <a:bodyPr>
            <a:noAutofit/>
          </a:bodyPr>
          <a:lstStyle/>
          <a:p>
            <a:r>
              <a:rPr lang="bg-BG" sz="2800" dirty="0">
                <a:latin typeface="Comfortaa" pitchFamily="2" charset="0"/>
              </a:rPr>
              <a:t>Превръщане на „мистериозните“ числа в константи</a:t>
            </a:r>
            <a:endParaRPr lang="en-US" sz="2800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97978" y="1245352"/>
            <a:ext cx="11274663" cy="527965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public class GeometryUtils</a:t>
            </a:r>
          </a:p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public const double PI = 3.14159206;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public static double CalcCircleArea(double radius)</a:t>
            </a:r>
          </a:p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{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double area = PI * radius * radius;</a:t>
            </a:r>
          </a:p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return area;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}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public static double CalcCirclePerimeter(double radius)</a:t>
            </a:r>
          </a:p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{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double perimeter = 2 * PI * radius;</a:t>
            </a:r>
          </a:p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return perimeter;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}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public static double CalcElipseArea(double axis1, double axis2)</a:t>
            </a:r>
          </a:p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{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double area = PI * axis1 * axis2;</a:t>
            </a:r>
          </a:p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return area;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}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pic>
        <p:nvPicPr>
          <p:cNvPr id="6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54490" y="3183332"/>
            <a:ext cx="1245366" cy="1245366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1565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 </a:t>
            </a:r>
            <a:r>
              <a:rPr lang="en-US" dirty="0">
                <a:latin typeface="Comfortaa" pitchFamily="2" charset="0"/>
              </a:rPr>
              <a:t>C#</a:t>
            </a:r>
            <a:r>
              <a:rPr lang="bg-BG" dirty="0">
                <a:latin typeface="Comfortaa" pitchFamily="2" charset="0"/>
              </a:rPr>
              <a:t> има два типа константи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dirty="0">
                <a:latin typeface="Comfortaa" pitchFamily="2" charset="0"/>
              </a:rPr>
              <a:t>Compile-time </a:t>
            </a:r>
            <a:r>
              <a:rPr lang="bg-BG" dirty="0">
                <a:latin typeface="Comfortaa" pitchFamily="2" charset="0"/>
              </a:rPr>
              <a:t>константи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Заменят се със стойността си по време на компилация</a:t>
            </a:r>
            <a:endParaRPr lang="en-US" dirty="0"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Зад тях не стои никакво поле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dirty="0">
                <a:latin typeface="Comfortaa" pitchFamily="2" charset="0"/>
              </a:rPr>
              <a:t>Run-time </a:t>
            </a:r>
            <a:r>
              <a:rPr lang="bg-BG" dirty="0">
                <a:latin typeface="Comfortaa" pitchFamily="2" charset="0"/>
              </a:rPr>
              <a:t>константи: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Специални полета, инициализирани в </a:t>
            </a:r>
            <a:r>
              <a:rPr lang="en-US" dirty="0">
                <a:latin typeface="Comfortaa" pitchFamily="2" charset="0"/>
              </a:rPr>
              <a:t>static </a:t>
            </a:r>
            <a:r>
              <a:rPr lang="bg-BG" dirty="0">
                <a:latin typeface="Comfortaa" pitchFamily="2" charset="0"/>
              </a:rPr>
              <a:t>конструктора</a:t>
            </a:r>
            <a:endParaRPr lang="en-US" dirty="0"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Компилират се в </a:t>
            </a:r>
            <a:r>
              <a:rPr lang="bg-BG" dirty="0" err="1">
                <a:latin typeface="Comfortaa" pitchFamily="2" charset="0"/>
              </a:rPr>
              <a:t>асемблито</a:t>
            </a:r>
            <a:r>
              <a:rPr lang="bg-BG" dirty="0">
                <a:latin typeface="Comfortaa" pitchFamily="2" charset="0"/>
              </a:rPr>
              <a:t> като всеки друг член на клас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2842" y="365125"/>
            <a:ext cx="10290958" cy="1325563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Константи в </a:t>
            </a:r>
            <a:r>
              <a:rPr lang="en-US" dirty="0">
                <a:latin typeface="Comfortaa" pitchFamily="2" charset="0"/>
              </a:rPr>
              <a:t>C#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657958" y="2772769"/>
            <a:ext cx="8804203" cy="38472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public const double PI = 3.14159206;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1657958" y="4341927"/>
            <a:ext cx="8804203" cy="38472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public static readonly string ConfigFile = "app.xml";</a:t>
            </a:r>
          </a:p>
        </p:txBody>
      </p:sp>
      <p:pic>
        <p:nvPicPr>
          <p:cNvPr id="8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712098" y="2397320"/>
            <a:ext cx="812699" cy="812699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712099" y="4054330"/>
            <a:ext cx="812699" cy="812699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25353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8818" y="1594057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Константите трябва да се използват в следните случаи</a:t>
            </a:r>
            <a:r>
              <a:rPr lang="en-US" sz="2400" dirty="0">
                <a:latin typeface="Comfortaa" pitchFamily="2" charset="0"/>
              </a:rPr>
              <a:t>:</a:t>
            </a:r>
          </a:p>
          <a:p>
            <a:pPr lvl="1">
              <a:lnSpc>
                <a:spcPct val="100000"/>
              </a:lnSpc>
              <a:spcBef>
                <a:spcPts val="400"/>
              </a:spcBef>
            </a:pPr>
            <a:r>
              <a:rPr lang="bg-BG" sz="2000" dirty="0">
                <a:latin typeface="Comfortaa" pitchFamily="2" charset="0"/>
              </a:rPr>
              <a:t>Когато трябва да използваме имена или други стойности и техните логически смисъл и стойност не са очевидни</a:t>
            </a:r>
            <a:endParaRPr lang="en-US" sz="20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Имена на файлове</a:t>
            </a:r>
            <a:endParaRPr lang="en-US" b="1" dirty="0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dirty="0">
              <a:solidFill>
                <a:schemeClr val="tx2">
                  <a:lumMod val="75000"/>
                </a:schemeClr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  <a:spcBef>
                <a:spcPts val="2400"/>
              </a:spcBef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Математически константи</a:t>
            </a:r>
            <a:endParaRPr lang="en-US" b="1" dirty="0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  <a:spcBef>
                <a:spcPts val="2400"/>
              </a:spcBef>
            </a:pPr>
            <a:endParaRPr lang="en-US" b="1" dirty="0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Граници и диапазони</a:t>
            </a:r>
            <a:endParaRPr lang="en-US" b="1" dirty="0">
              <a:solidFill>
                <a:srgbClr val="00B0F0"/>
              </a:solidFill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36279"/>
            <a:ext cx="10515600" cy="1325563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Кога да ползваме константи</a:t>
            </a:r>
            <a:r>
              <a:rPr lang="en-US" dirty="0">
                <a:latin typeface="Comfortaa" pitchFamily="2" charset="0"/>
              </a:rPr>
              <a:t>?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272513" y="3256549"/>
            <a:ext cx="8803700" cy="70788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public static readonly string SettingsFileName =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"ApplicationSettings.xml";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31386" y="4773844"/>
            <a:ext cx="8803700" cy="40011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public const double E = 2.7182818284;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1331386" y="5856481"/>
            <a:ext cx="8803700" cy="40011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public const int ReadBufferSize = 5 * 1024 * 1024;</a:t>
            </a:r>
          </a:p>
        </p:txBody>
      </p:sp>
      <p:pic>
        <p:nvPicPr>
          <p:cNvPr id="9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353558" y="3151736"/>
            <a:ext cx="812699" cy="812699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353557" y="4424830"/>
            <a:ext cx="812699" cy="812699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353557" y="5466363"/>
            <a:ext cx="812699" cy="812699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90697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Понякога е по-добре да си останем с твърдо закованата стойност вместо да ползваме константа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Съобщения за грешки и описания на изключения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dirty="0">
                <a:latin typeface="Comfortaa" pitchFamily="2" charset="0"/>
              </a:rPr>
              <a:t>SQL </a:t>
            </a:r>
            <a:r>
              <a:rPr lang="bg-BG" dirty="0">
                <a:latin typeface="Comfortaa" pitchFamily="2" charset="0"/>
              </a:rPr>
              <a:t>команди за операции с бази данни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Имена на </a:t>
            </a:r>
            <a:r>
              <a:rPr lang="en-US" dirty="0">
                <a:latin typeface="Comfortaa" pitchFamily="2" charset="0"/>
              </a:rPr>
              <a:t>GUI </a:t>
            </a:r>
            <a:r>
              <a:rPr lang="bg-BG" dirty="0">
                <a:latin typeface="Comfortaa" pitchFamily="2" charset="0"/>
              </a:rPr>
              <a:t>елементи </a:t>
            </a:r>
            <a:r>
              <a:rPr lang="en-US" dirty="0">
                <a:latin typeface="Comfortaa" pitchFamily="2" charset="0"/>
              </a:rPr>
              <a:t>(</a:t>
            </a:r>
            <a:r>
              <a:rPr lang="bg-BG" dirty="0">
                <a:latin typeface="Comfortaa" pitchFamily="2" charset="0"/>
              </a:rPr>
              <a:t>етикети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бутони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менюта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диалози</a:t>
            </a:r>
            <a:r>
              <a:rPr lang="en-US" dirty="0">
                <a:latin typeface="Comfortaa" pitchFamily="2" charset="0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За интернационализация ползвайте ресурси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не константи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Ресурсите са специални файлове, вградени в </a:t>
            </a:r>
            <a:r>
              <a:rPr lang="bg-BG" dirty="0" err="1">
                <a:latin typeface="Comfortaa" pitchFamily="2" charset="0"/>
              </a:rPr>
              <a:t>асемблито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Достъпни са по време на изпълнение на програмата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Кога да избягваме константи</a:t>
            </a:r>
            <a:r>
              <a:rPr lang="en-US" dirty="0">
                <a:latin typeface="Comfortaa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855656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77792" y="1744888"/>
            <a:ext cx="10436415" cy="4281839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bg-BG" dirty="0">
                <a:latin typeface="Comfortaa" pitchFamily="2" charset="0"/>
              </a:rPr>
              <a:t>Инициализиране на променливи</a:t>
            </a:r>
            <a:endParaRPr lang="en-US" dirty="0">
              <a:latin typeface="Comfortaa" pitchFamily="2" charset="0"/>
            </a:endParaRP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bg-BG" dirty="0">
                <a:latin typeface="Comfortaa" pitchFamily="2" charset="0"/>
              </a:rPr>
              <a:t>Съвети за използване на променливи</a:t>
            </a:r>
            <a:endParaRPr lang="en-US" dirty="0">
              <a:latin typeface="Comfortaa" pitchFamily="2" charset="0"/>
            </a:endParaRPr>
          </a:p>
          <a:p>
            <a:pPr marL="761946" lvl="1" indent="-457200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Използвайте ги да покажете целта на кода</a:t>
            </a:r>
            <a:endParaRPr lang="en-US" dirty="0">
              <a:latin typeface="Comfortaa" pitchFamily="2" charset="0"/>
            </a:endParaRPr>
          </a:p>
          <a:p>
            <a:pPr marL="1066693" lvl="2" indent="-457200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Например когато връщате стойност от метод</a:t>
            </a:r>
            <a:endParaRPr lang="en-US" dirty="0">
              <a:latin typeface="Comfortaa" pitchFamily="2" charset="0"/>
            </a:endParaRPr>
          </a:p>
          <a:p>
            <a:pPr marL="761946" lvl="1" indent="-457200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Дръжте обхвата и живота им малки</a:t>
            </a:r>
            <a:endParaRPr lang="en-US" dirty="0">
              <a:latin typeface="Comfortaa" pitchFamily="2" charset="0"/>
            </a:endParaRP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bg-BG" dirty="0">
                <a:latin typeface="Comfortaa" pitchFamily="2" charset="0"/>
              </a:rPr>
              <a:t>Опростявайте изразите, за да избегнете трудно </a:t>
            </a:r>
            <a:r>
              <a:rPr lang="bg-BG" dirty="0" err="1">
                <a:latin typeface="Comfortaa" pitchFamily="2" charset="0"/>
              </a:rPr>
              <a:t>дебъгване</a:t>
            </a:r>
            <a:endParaRPr lang="en-US" dirty="0">
              <a:latin typeface="Comfortaa" pitchFamily="2" charset="0"/>
            </a:endParaRP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bg-BG" dirty="0">
                <a:latin typeface="Comfortaa" pitchFamily="2" charset="0"/>
              </a:rPr>
              <a:t>Ползвайте константи, за да няма </a:t>
            </a:r>
            <a:r>
              <a:rPr lang="en-US" dirty="0">
                <a:latin typeface="Comfortaa" pitchFamily="2" charset="0"/>
              </a:rPr>
              <a:t>„</a:t>
            </a:r>
            <a:r>
              <a:rPr lang="bg-BG" dirty="0">
                <a:latin typeface="Comfortaa" pitchFamily="2" charset="0"/>
              </a:rPr>
              <a:t>мистериозни</a:t>
            </a:r>
            <a:r>
              <a:rPr lang="en-US" dirty="0">
                <a:latin typeface="Comfortaa" pitchFamily="2" charset="0"/>
              </a:rPr>
              <a:t>" </a:t>
            </a:r>
            <a:r>
              <a:rPr lang="bg-BG" dirty="0">
                <a:latin typeface="Comfortaa" pitchFamily="2" charset="0"/>
              </a:rPr>
              <a:t>стойности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Обобщение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0985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2" name="Logo CC-BY-NC-SA">
            <a:hlinkClick r:id="rId5"/>
            <a:extLst>
              <a:ext uri="{FF2B5EF4-FFF2-40B4-BE49-F238E27FC236}">
                <a16:creationId xmlns:a16="http://schemas.microsoft.com/office/drawing/2014/main" id="{39F87C09-7AAD-A59F-33F5-8BECE165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447" y="2650021"/>
            <a:ext cx="4017104" cy="1440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EA407-2EEF-D82D-ADB6-D20902F79FA2}"/>
              </a:ext>
            </a:extLst>
          </p:cNvPr>
          <p:cNvSpPr txBox="1"/>
          <p:nvPr/>
        </p:nvSpPr>
        <p:spPr>
          <a:xfrm>
            <a:off x="262246" y="5452243"/>
            <a:ext cx="11667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bg-BG" sz="1800" dirty="0">
                <a:latin typeface="Comfortaa" pitchFamily="2" charset="0"/>
              </a:rPr>
              <a:t>Документът е разработен за нуждите на Национална програма "Обучение за ИТ умения и кариера" на Министерството на образованието и науката (МОН)</a:t>
            </a:r>
            <a:r>
              <a:rPr lang="en-US" sz="1800" dirty="0">
                <a:latin typeface="Comfortaa" pitchFamily="2" charset="0"/>
              </a:rPr>
              <a:t> </a:t>
            </a:r>
            <a:r>
              <a:rPr lang="bg-BG" sz="1800" dirty="0">
                <a:latin typeface="Comfortaa" pitchFamily="2" charset="0"/>
              </a:rPr>
              <a:t>и се разпространява под свободен лиценз CC-BY-NC-SA (</a:t>
            </a:r>
            <a:r>
              <a:rPr lang="bg-BG" sz="1800" dirty="0" err="1">
                <a:latin typeface="Comfortaa" pitchFamily="2" charset="0"/>
              </a:rPr>
              <a:t>Creative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Commons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Attribution-Non-Commercial-Share-Alike</a:t>
            </a:r>
            <a:r>
              <a:rPr lang="bg-BG" sz="1800" dirty="0">
                <a:latin typeface="Comfortaa" pitchFamily="2" charset="0"/>
              </a:rPr>
              <a:t> 4.0 International).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241344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</TotalTime>
  <Words>1638</Words>
  <Application>Microsoft Office PowerPoint</Application>
  <PresentationFormat>Widescreen</PresentationFormat>
  <Paragraphs>293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Arial</vt:lpstr>
      <vt:lpstr>Calibri</vt:lpstr>
      <vt:lpstr>Calibri Light</vt:lpstr>
      <vt:lpstr>Comfortaa</vt:lpstr>
      <vt:lpstr>Consolas</vt:lpstr>
      <vt:lpstr>Times New Roman</vt:lpstr>
      <vt:lpstr>Office Theme</vt:lpstr>
      <vt:lpstr>Използване на променливи, изрази и константи</vt:lpstr>
      <vt:lpstr>Съдържание</vt:lpstr>
      <vt:lpstr>Инициализация на променливи [1/3]</vt:lpstr>
      <vt:lpstr>Инициализация на променливи [2/3]</vt:lpstr>
      <vt:lpstr>Инициализация на променливи [3/3]</vt:lpstr>
      <vt:lpstr>Отчасти инициализирани обекти</vt:lpstr>
      <vt:lpstr>Променливи – други съвети</vt:lpstr>
      <vt:lpstr>Връщане на резултат от метод</vt:lpstr>
      <vt:lpstr>Обхват и видимост на променливи</vt:lpstr>
      <vt:lpstr>Пример за надхвърлен обхват</vt:lpstr>
      <vt:lpstr>Най-добри практики при променливите</vt:lpstr>
      <vt:lpstr>Пример за групиране на свързани</vt:lpstr>
      <vt:lpstr>Пример за по-добро групиране</vt:lpstr>
      <vt:lpstr>Единствена цел</vt:lpstr>
      <vt:lpstr>Избягвайте сложни изрази</vt:lpstr>
      <vt:lpstr>Опростяване на сложни изрази</vt:lpstr>
      <vt:lpstr>Избягвайте „мистериозни“ числа (Magic Numbers)</vt:lpstr>
      <vt:lpstr>Злите „мистериозни“ числа</vt:lpstr>
      <vt:lpstr>Превръщане на „мистериозните“ числа в константи</vt:lpstr>
      <vt:lpstr>Константи в C#</vt:lpstr>
      <vt:lpstr>Кога да ползваме константи?</vt:lpstr>
      <vt:lpstr>Кога да избягваме константи?</vt:lpstr>
      <vt:lpstr>Обобщение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Neli Nqgolova</cp:lastModifiedBy>
  <cp:revision>11</cp:revision>
  <dcterms:created xsi:type="dcterms:W3CDTF">2022-08-09T09:25:46Z</dcterms:created>
  <dcterms:modified xsi:type="dcterms:W3CDTF">2025-12-18T10:47:51Z</dcterms:modified>
</cp:coreProperties>
</file>