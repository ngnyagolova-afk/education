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6"/>
  </p:notesMasterIdLst>
  <p:sldIdLst>
    <p:sldId id="258" r:id="rId2"/>
    <p:sldId id="571" r:id="rId3"/>
    <p:sldId id="511" r:id="rId4"/>
    <p:sldId id="512" r:id="rId5"/>
    <p:sldId id="513" r:id="rId6"/>
    <p:sldId id="514" r:id="rId7"/>
    <p:sldId id="515" r:id="rId8"/>
    <p:sldId id="516" r:id="rId9"/>
    <p:sldId id="519" r:id="rId10"/>
    <p:sldId id="520" r:id="rId11"/>
    <p:sldId id="528" r:id="rId12"/>
    <p:sldId id="529" r:id="rId13"/>
    <p:sldId id="530" r:id="rId14"/>
    <p:sldId id="558" r:id="rId15"/>
    <p:sldId id="547" r:id="rId16"/>
    <p:sldId id="548" r:id="rId17"/>
    <p:sldId id="550" r:id="rId18"/>
    <p:sldId id="551" r:id="rId19"/>
    <p:sldId id="552" r:id="rId20"/>
    <p:sldId id="553" r:id="rId21"/>
    <p:sldId id="555" r:id="rId22"/>
    <p:sldId id="556" r:id="rId23"/>
    <p:sldId id="568" r:id="rId24"/>
    <p:sldId id="57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11"/>
            <p14:sldId id="512"/>
            <p14:sldId id="513"/>
            <p14:sldId id="514"/>
            <p14:sldId id="515"/>
            <p14:sldId id="516"/>
            <p14:sldId id="519"/>
            <p14:sldId id="520"/>
            <p14:sldId id="528"/>
            <p14:sldId id="529"/>
            <p14:sldId id="530"/>
            <p14:sldId id="558"/>
            <p14:sldId id="547"/>
            <p14:sldId id="548"/>
            <p14:sldId id="550"/>
            <p14:sldId id="551"/>
            <p14:sldId id="552"/>
            <p14:sldId id="553"/>
            <p14:sldId id="555"/>
            <p14:sldId id="556"/>
            <p14:sldId id="568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A6C6C3-496E-4B71-97DF-BD4329C1BDF0}" v="68" dt="2023-02-21T23:28:56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6/11/relationships/changesInfo" Target="changesInfos/changesInfo1.xml"/><Relationship Id="rId3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4EA6C6C3-496E-4B71-97DF-BD4329C1BDF0}"/>
    <pc:docChg chg="undo custSel addSld modSld">
      <pc:chgData name="Димитър Минчев" userId="6da192e4-d32c-454b-8615-bbadf07b6639" providerId="ADAL" clId="{4EA6C6C3-496E-4B71-97DF-BD4329C1BDF0}" dt="2023-02-21T23:29:17.932" v="370" actId="20577"/>
      <pc:docMkLst>
        <pc:docMk/>
      </pc:docMkLst>
      <pc:sldChg chg="modSp mod">
        <pc:chgData name="Димитър Минчев" userId="6da192e4-d32c-454b-8615-bbadf07b6639" providerId="ADAL" clId="{4EA6C6C3-496E-4B71-97DF-BD4329C1BDF0}" dt="2023-02-21T23:12:54.963" v="3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4EA6C6C3-496E-4B71-97DF-BD4329C1BDF0}" dt="2023-02-21T23:12:47.263" v="1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4EA6C6C3-496E-4B71-97DF-BD4329C1BDF0}" dt="2023-02-21T23:12:54.963" v="3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Димитър Минчев" userId="6da192e4-d32c-454b-8615-bbadf07b6639" providerId="ADAL" clId="{4EA6C6C3-496E-4B71-97DF-BD4329C1BDF0}" dt="2023-02-21T23:14:21.780" v="29" actId="20577"/>
        <pc:sldMkLst>
          <pc:docMk/>
          <pc:sldMk cId="3986706120" sldId="511"/>
        </pc:sldMkLst>
        <pc:spChg chg="mod">
          <ac:chgData name="Димитър Минчев" userId="6da192e4-d32c-454b-8615-bbadf07b6639" providerId="ADAL" clId="{4EA6C6C3-496E-4B71-97DF-BD4329C1BDF0}" dt="2023-02-21T23:14:21.780" v="29" actId="20577"/>
          <ac:spMkLst>
            <pc:docMk/>
            <pc:sldMk cId="3986706120" sldId="51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3:47.258" v="13" actId="20577"/>
          <ac:spMkLst>
            <pc:docMk/>
            <pc:sldMk cId="3986706120" sldId="511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4:02.946" v="18" actId="14100"/>
          <ac:spMkLst>
            <pc:docMk/>
            <pc:sldMk cId="3986706120" sldId="511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4:02.946" v="18" actId="14100"/>
          <ac:spMkLst>
            <pc:docMk/>
            <pc:sldMk cId="3986706120" sldId="511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14:08.007" v="21" actId="478"/>
          <ac:spMkLst>
            <pc:docMk/>
            <pc:sldMk cId="3986706120" sldId="511"/>
            <ac:spMk id="9" creationId="{8050DAFF-42E8-4579-B394-00FFD4F8CA03}"/>
          </ac:spMkLst>
        </pc:spChg>
        <pc:picChg chg="mod">
          <ac:chgData name="Димитър Минчев" userId="6da192e4-d32c-454b-8615-bbadf07b6639" providerId="ADAL" clId="{4EA6C6C3-496E-4B71-97DF-BD4329C1BDF0}" dt="2023-02-21T23:14:06.408" v="20" actId="1076"/>
          <ac:picMkLst>
            <pc:docMk/>
            <pc:sldMk cId="3986706120" sldId="511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4EA6C6C3-496E-4B71-97DF-BD4329C1BDF0}" dt="2023-02-21T23:14:04.834" v="19" actId="1076"/>
          <ac:picMkLst>
            <pc:docMk/>
            <pc:sldMk cId="3986706120" sldId="511"/>
            <ac:picMk id="8" creationId="{00000000-0000-0000-0000-000000000000}"/>
          </ac:picMkLst>
        </pc:picChg>
      </pc:sldChg>
      <pc:sldChg chg="addSp delSp modSp add mod modAnim">
        <pc:chgData name="Димитър Минчев" userId="6da192e4-d32c-454b-8615-bbadf07b6639" providerId="ADAL" clId="{4EA6C6C3-496E-4B71-97DF-BD4329C1BDF0}" dt="2023-02-21T23:15:16.376" v="47"/>
        <pc:sldMkLst>
          <pc:docMk/>
          <pc:sldMk cId="3045503964" sldId="512"/>
        </pc:sldMkLst>
        <pc:spChg chg="del">
          <ac:chgData name="Димитър Минчев" userId="6da192e4-d32c-454b-8615-bbadf07b6639" providerId="ADAL" clId="{4EA6C6C3-496E-4B71-97DF-BD4329C1BDF0}" dt="2023-02-21T23:14:34.073" v="31" actId="478"/>
          <ac:spMkLst>
            <pc:docMk/>
            <pc:sldMk cId="3045503964" sldId="51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4:44.658" v="37" actId="1076"/>
          <ac:spMkLst>
            <pc:docMk/>
            <pc:sldMk cId="3045503964" sldId="51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5:04.448" v="44" actId="207"/>
          <ac:spMkLst>
            <pc:docMk/>
            <pc:sldMk cId="3045503964" sldId="512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5:10.249" v="46" actId="2085"/>
          <ac:spMkLst>
            <pc:docMk/>
            <pc:sldMk cId="3045503964" sldId="512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14:50.008" v="39" actId="478"/>
          <ac:spMkLst>
            <pc:docMk/>
            <pc:sldMk cId="3045503964" sldId="512"/>
            <ac:spMk id="8" creationId="{A6FA55D0-EF1B-47FA-A54F-2A8389106295}"/>
          </ac:spMkLst>
        </pc:spChg>
        <pc:spChg chg="add del mod">
          <ac:chgData name="Димитър Минчев" userId="6da192e4-d32c-454b-8615-bbadf07b6639" providerId="ADAL" clId="{4EA6C6C3-496E-4B71-97DF-BD4329C1BDF0}" dt="2023-02-21T23:14:35.999" v="32" actId="478"/>
          <ac:spMkLst>
            <pc:docMk/>
            <pc:sldMk cId="3045503964" sldId="512"/>
            <ac:spMk id="9" creationId="{9746064B-B14F-CD7E-1DC2-D9EFF1CD83ED}"/>
          </ac:spMkLst>
        </pc:spChg>
        <pc:spChg chg="add mod">
          <ac:chgData name="Димитър Минчев" userId="6da192e4-d32c-454b-8615-bbadf07b6639" providerId="ADAL" clId="{4EA6C6C3-496E-4B71-97DF-BD4329C1BDF0}" dt="2023-02-21T23:14:41.995" v="36" actId="1076"/>
          <ac:spMkLst>
            <pc:docMk/>
            <pc:sldMk cId="3045503964" sldId="512"/>
            <ac:spMk id="10" creationId="{9A983CFA-8C88-7686-24D0-F05F7C081F57}"/>
          </ac:spMkLst>
        </pc:spChg>
        <pc:picChg chg="mod">
          <ac:chgData name="Димитър Минчев" userId="6da192e4-d32c-454b-8615-bbadf07b6639" providerId="ADAL" clId="{4EA6C6C3-496E-4B71-97DF-BD4329C1BDF0}" dt="2023-02-21T23:14:54.021" v="40" actId="1076"/>
          <ac:picMkLst>
            <pc:docMk/>
            <pc:sldMk cId="3045503964" sldId="512"/>
            <ac:picMk id="7" creationId="{00000000-0000-0000-0000-000000000000}"/>
          </ac:picMkLst>
        </pc:picChg>
      </pc:sldChg>
      <pc:sldChg chg="addSp delSp modSp add mod">
        <pc:chgData name="Димитър Минчев" userId="6da192e4-d32c-454b-8615-bbadf07b6639" providerId="ADAL" clId="{4EA6C6C3-496E-4B71-97DF-BD4329C1BDF0}" dt="2023-02-21T23:15:50.556" v="59" actId="478"/>
        <pc:sldMkLst>
          <pc:docMk/>
          <pc:sldMk cId="340643266" sldId="513"/>
        </pc:sldMkLst>
        <pc:spChg chg="del">
          <ac:chgData name="Димитър Минчев" userId="6da192e4-d32c-454b-8615-bbadf07b6639" providerId="ADAL" clId="{4EA6C6C3-496E-4B71-97DF-BD4329C1BDF0}" dt="2023-02-21T23:15:23.533" v="48" actId="478"/>
          <ac:spMkLst>
            <pc:docMk/>
            <pc:sldMk cId="340643266" sldId="51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5:37.404" v="54" actId="404"/>
          <ac:spMkLst>
            <pc:docMk/>
            <pc:sldMk cId="340643266" sldId="513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4EA6C6C3-496E-4B71-97DF-BD4329C1BDF0}" dt="2023-02-21T23:15:26.284" v="49" actId="478"/>
          <ac:spMkLst>
            <pc:docMk/>
            <pc:sldMk cId="340643266" sldId="513"/>
            <ac:spMk id="5" creationId="{83360037-80CA-FC4F-4742-86C40DE13BAA}"/>
          </ac:spMkLst>
        </pc:spChg>
        <pc:spChg chg="mod">
          <ac:chgData name="Димитър Минчев" userId="6da192e4-d32c-454b-8615-bbadf07b6639" providerId="ADAL" clId="{4EA6C6C3-496E-4B71-97DF-BD4329C1BDF0}" dt="2023-02-21T23:15:48.559" v="58" actId="207"/>
          <ac:spMkLst>
            <pc:docMk/>
            <pc:sldMk cId="340643266" sldId="513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15:50.556" v="59" actId="478"/>
          <ac:spMkLst>
            <pc:docMk/>
            <pc:sldMk cId="340643266" sldId="513"/>
            <ac:spMk id="8" creationId="{9A5FED00-01A2-49BB-B80F-E525D967F43B}"/>
          </ac:spMkLst>
        </pc:spChg>
        <pc:spChg chg="add mod">
          <ac:chgData name="Димитър Минчев" userId="6da192e4-d32c-454b-8615-bbadf07b6639" providerId="ADAL" clId="{4EA6C6C3-496E-4B71-97DF-BD4329C1BDF0}" dt="2023-02-21T23:15:29.169" v="51" actId="20577"/>
          <ac:spMkLst>
            <pc:docMk/>
            <pc:sldMk cId="340643266" sldId="513"/>
            <ac:spMk id="9" creationId="{67C957C0-38EF-9763-017F-AC7E6584B5BA}"/>
          </ac:spMkLst>
        </pc:spChg>
        <pc:picChg chg="mod">
          <ac:chgData name="Димитър Минчев" userId="6da192e4-d32c-454b-8615-bbadf07b6639" providerId="ADAL" clId="{4EA6C6C3-496E-4B71-97DF-BD4329C1BDF0}" dt="2023-02-21T23:15:42.219" v="55" actId="1076"/>
          <ac:picMkLst>
            <pc:docMk/>
            <pc:sldMk cId="340643266" sldId="513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16:18.876" v="69" actId="478"/>
        <pc:sldMkLst>
          <pc:docMk/>
          <pc:sldMk cId="2589623902" sldId="514"/>
        </pc:sldMkLst>
        <pc:spChg chg="mod">
          <ac:chgData name="Димитър Минчев" userId="6da192e4-d32c-454b-8615-bbadf07b6639" providerId="ADAL" clId="{4EA6C6C3-496E-4B71-97DF-BD4329C1BDF0}" dt="2023-02-21T23:16:16.011" v="68" actId="404"/>
          <ac:spMkLst>
            <pc:docMk/>
            <pc:sldMk cId="2589623902" sldId="51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5:59.361" v="62" actId="404"/>
          <ac:spMkLst>
            <pc:docMk/>
            <pc:sldMk cId="2589623902" sldId="514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6:12.548" v="67" actId="207"/>
          <ac:spMkLst>
            <pc:docMk/>
            <pc:sldMk cId="2589623902" sldId="514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16:18.876" v="69" actId="478"/>
          <ac:spMkLst>
            <pc:docMk/>
            <pc:sldMk cId="2589623902" sldId="514"/>
            <ac:spMk id="8" creationId="{C91B3043-76BD-4085-8295-D964225B1415}"/>
          </ac:spMkLst>
        </pc:spChg>
        <pc:picChg chg="mod">
          <ac:chgData name="Димитър Минчев" userId="6da192e4-d32c-454b-8615-bbadf07b6639" providerId="ADAL" clId="{4EA6C6C3-496E-4B71-97DF-BD4329C1BDF0}" dt="2023-02-21T23:16:05.775" v="64" actId="1076"/>
          <ac:picMkLst>
            <pc:docMk/>
            <pc:sldMk cId="2589623902" sldId="514"/>
            <ac:picMk id="7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17:29.346" v="93" actId="1076"/>
        <pc:sldMkLst>
          <pc:docMk/>
          <pc:sldMk cId="979030476" sldId="515"/>
        </pc:sldMkLst>
        <pc:spChg chg="mod">
          <ac:chgData name="Димитър Минчев" userId="6da192e4-d32c-454b-8615-bbadf07b6639" providerId="ADAL" clId="{4EA6C6C3-496E-4B71-97DF-BD4329C1BDF0}" dt="2023-02-21T23:16:26.696" v="72" actId="2711"/>
          <ac:spMkLst>
            <pc:docMk/>
            <pc:sldMk cId="979030476" sldId="51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7:29.346" v="93" actId="1076"/>
          <ac:spMkLst>
            <pc:docMk/>
            <pc:sldMk cId="979030476" sldId="515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7:29.346" v="93" actId="1076"/>
          <ac:spMkLst>
            <pc:docMk/>
            <pc:sldMk cId="979030476" sldId="515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7:29.346" v="93" actId="1076"/>
          <ac:spMkLst>
            <pc:docMk/>
            <pc:sldMk cId="979030476" sldId="515"/>
            <ac:spMk id="6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17:24.962" v="92" actId="478"/>
          <ac:spMkLst>
            <pc:docMk/>
            <pc:sldMk cId="979030476" sldId="515"/>
            <ac:spMk id="12" creationId="{D8EDAC91-6514-47C8-A511-EDF4D8DE3783}"/>
          </ac:spMkLst>
        </pc:spChg>
        <pc:picChg chg="del">
          <ac:chgData name="Димитър Минчев" userId="6da192e4-d32c-454b-8615-bbadf07b6639" providerId="ADAL" clId="{4EA6C6C3-496E-4B71-97DF-BD4329C1BDF0}" dt="2023-02-21T23:16:22.363" v="71" actId="478"/>
          <ac:picMkLst>
            <pc:docMk/>
            <pc:sldMk cId="979030476" sldId="515"/>
            <ac:picMk id="7" creationId="{00000000-0000-0000-0000-000000000000}"/>
          </ac:picMkLst>
        </pc:picChg>
        <pc:picChg chg="mod">
          <ac:chgData name="Димитър Минчев" userId="6da192e4-d32c-454b-8615-bbadf07b6639" providerId="ADAL" clId="{4EA6C6C3-496E-4B71-97DF-BD4329C1BDF0}" dt="2023-02-21T23:17:29.346" v="93" actId="1076"/>
          <ac:picMkLst>
            <pc:docMk/>
            <pc:sldMk cId="979030476" sldId="515"/>
            <ac:picMk id="10" creationId="{00000000-0000-0000-0000-000000000000}"/>
          </ac:picMkLst>
        </pc:picChg>
        <pc:picChg chg="mod">
          <ac:chgData name="Димитър Минчев" userId="6da192e4-d32c-454b-8615-bbadf07b6639" providerId="ADAL" clId="{4EA6C6C3-496E-4B71-97DF-BD4329C1BDF0}" dt="2023-02-21T23:17:29.346" v="93" actId="1076"/>
          <ac:picMkLst>
            <pc:docMk/>
            <pc:sldMk cId="979030476" sldId="515"/>
            <ac:picMk id="11" creationId="{00000000-0000-0000-0000-000000000000}"/>
          </ac:picMkLst>
        </pc:picChg>
        <pc:picChg chg="del">
          <ac:chgData name="Димитър Минчев" userId="6da192e4-d32c-454b-8615-bbadf07b6639" providerId="ADAL" clId="{4EA6C6C3-496E-4B71-97DF-BD4329C1BDF0}" dt="2023-02-21T23:16:21.808" v="70" actId="478"/>
          <ac:picMkLst>
            <pc:docMk/>
            <pc:sldMk cId="979030476" sldId="515"/>
            <ac:picMk id="1030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4EA6C6C3-496E-4B71-97DF-BD4329C1BDF0}" dt="2023-02-21T23:19:01.104" v="125"/>
        <pc:sldMkLst>
          <pc:docMk/>
          <pc:sldMk cId="882447424" sldId="516"/>
        </pc:sldMkLst>
        <pc:spChg chg="mod">
          <ac:chgData name="Димитър Минчев" userId="6da192e4-d32c-454b-8615-bbadf07b6639" providerId="ADAL" clId="{4EA6C6C3-496E-4B71-97DF-BD4329C1BDF0}" dt="2023-02-21T23:17:37.640" v="94" actId="2711"/>
          <ac:spMkLst>
            <pc:docMk/>
            <pc:sldMk cId="882447424" sldId="51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7:52.617" v="108" actId="207"/>
          <ac:spMkLst>
            <pc:docMk/>
            <pc:sldMk cId="882447424" sldId="516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8:18.068" v="115" actId="1076"/>
          <ac:spMkLst>
            <pc:docMk/>
            <pc:sldMk cId="882447424" sldId="516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8:18.068" v="115" actId="1076"/>
          <ac:spMkLst>
            <pc:docMk/>
            <pc:sldMk cId="882447424" sldId="516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8:44.933" v="121" actId="14100"/>
          <ac:spMkLst>
            <pc:docMk/>
            <pc:sldMk cId="882447424" sldId="516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8:54.433" v="123" actId="14100"/>
          <ac:spMkLst>
            <pc:docMk/>
            <pc:sldMk cId="882447424" sldId="516"/>
            <ac:spMk id="8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18:57.228" v="124" actId="478"/>
          <ac:spMkLst>
            <pc:docMk/>
            <pc:sldMk cId="882447424" sldId="516"/>
            <ac:spMk id="9" creationId="{1713950D-6F9A-4B1B-A651-862CDCBF50BE}"/>
          </ac:spMkLst>
        </pc:spChg>
      </pc:sldChg>
      <pc:sldChg chg="delSp modSp add mod">
        <pc:chgData name="Димитър Минчев" userId="6da192e4-d32c-454b-8615-bbadf07b6639" providerId="ADAL" clId="{4EA6C6C3-496E-4B71-97DF-BD4329C1BDF0}" dt="2023-02-21T23:19:22.580" v="129" actId="478"/>
        <pc:sldMkLst>
          <pc:docMk/>
          <pc:sldMk cId="2104484558" sldId="519"/>
        </pc:sldMkLst>
        <pc:spChg chg="mod">
          <ac:chgData name="Димитър Минчев" userId="6da192e4-d32c-454b-8615-bbadf07b6639" providerId="ADAL" clId="{4EA6C6C3-496E-4B71-97DF-BD4329C1BDF0}" dt="2023-02-21T23:19:21.058" v="128" actId="1076"/>
          <ac:spMkLst>
            <pc:docMk/>
            <pc:sldMk cId="2104484558" sldId="51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19:21.058" v="128" actId="1076"/>
          <ac:spMkLst>
            <pc:docMk/>
            <pc:sldMk cId="2104484558" sldId="519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19:22.580" v="129" actId="478"/>
          <ac:spMkLst>
            <pc:docMk/>
            <pc:sldMk cId="2104484558" sldId="519"/>
            <ac:spMk id="5" creationId="{74D87F8E-53A3-4B47-9827-4B74DB714D16}"/>
          </ac:spMkLst>
        </pc:spChg>
      </pc:sldChg>
      <pc:sldChg chg="delSp modSp add mod">
        <pc:chgData name="Димитър Минчев" userId="6da192e4-d32c-454b-8615-bbadf07b6639" providerId="ADAL" clId="{4EA6C6C3-496E-4B71-97DF-BD4329C1BDF0}" dt="2023-02-21T23:20:10.464" v="171" actId="207"/>
        <pc:sldMkLst>
          <pc:docMk/>
          <pc:sldMk cId="1487216859" sldId="520"/>
        </pc:sldMkLst>
        <pc:spChg chg="mod">
          <ac:chgData name="Димитър Минчев" userId="6da192e4-d32c-454b-8615-bbadf07b6639" providerId="ADAL" clId="{4EA6C6C3-496E-4B71-97DF-BD4329C1BDF0}" dt="2023-02-21T23:20:05.183" v="170" actId="6549"/>
          <ac:spMkLst>
            <pc:docMk/>
            <pc:sldMk cId="1487216859" sldId="52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0:10.464" v="171" actId="207"/>
          <ac:spMkLst>
            <pc:docMk/>
            <pc:sldMk cId="1487216859" sldId="520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19:54.945" v="139" actId="478"/>
          <ac:spMkLst>
            <pc:docMk/>
            <pc:sldMk cId="1487216859" sldId="520"/>
            <ac:spMk id="8" creationId="{B4BD74B5-AC11-4AFB-AD42-4794AF83D903}"/>
          </ac:spMkLst>
        </pc:spChg>
        <pc:picChg chg="mod">
          <ac:chgData name="Димитър Минчев" userId="6da192e4-d32c-454b-8615-bbadf07b6639" providerId="ADAL" clId="{4EA6C6C3-496E-4B71-97DF-BD4329C1BDF0}" dt="2023-02-21T23:19:46.702" v="137" actId="14100"/>
          <ac:picMkLst>
            <pc:docMk/>
            <pc:sldMk cId="1487216859" sldId="520"/>
            <ac:picMk id="7" creationId="{00000000-0000-0000-0000-000000000000}"/>
          </ac:picMkLst>
        </pc:picChg>
        <pc:picChg chg="del">
          <ac:chgData name="Димитър Минчев" userId="6da192e4-d32c-454b-8615-bbadf07b6639" providerId="ADAL" clId="{4EA6C6C3-496E-4B71-97DF-BD4329C1BDF0}" dt="2023-02-21T23:19:35.309" v="132" actId="478"/>
          <ac:picMkLst>
            <pc:docMk/>
            <pc:sldMk cId="1487216859" sldId="520"/>
            <ac:picMk id="3993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20:27.860" v="177" actId="478"/>
        <pc:sldMkLst>
          <pc:docMk/>
          <pc:sldMk cId="3003935347" sldId="528"/>
        </pc:sldMkLst>
        <pc:spChg chg="mod">
          <ac:chgData name="Димитър Минчев" userId="6da192e4-d32c-454b-8615-bbadf07b6639" providerId="ADAL" clId="{4EA6C6C3-496E-4B71-97DF-BD4329C1BDF0}" dt="2023-02-21T23:20:25.905" v="176" actId="14100"/>
          <ac:spMkLst>
            <pc:docMk/>
            <pc:sldMk cId="3003935347" sldId="52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0:19.158" v="173" actId="207"/>
          <ac:spMkLst>
            <pc:docMk/>
            <pc:sldMk cId="3003935347" sldId="52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0:27.860" v="177" actId="478"/>
          <ac:spMkLst>
            <pc:docMk/>
            <pc:sldMk cId="3003935347" sldId="528"/>
            <ac:spMk id="5" creationId="{3559053D-0A8E-4E3D-902F-0A01AB98C150}"/>
          </ac:spMkLst>
        </pc:spChg>
      </pc:sldChg>
      <pc:sldChg chg="delSp modSp add mod modAnim">
        <pc:chgData name="Димитър Минчев" userId="6da192e4-d32c-454b-8615-bbadf07b6639" providerId="ADAL" clId="{4EA6C6C3-496E-4B71-97DF-BD4329C1BDF0}" dt="2023-02-21T23:21:38.389" v="210"/>
        <pc:sldMkLst>
          <pc:docMk/>
          <pc:sldMk cId="4277808140" sldId="529"/>
        </pc:sldMkLst>
        <pc:spChg chg="mod">
          <ac:chgData name="Димитър Минчев" userId="6da192e4-d32c-454b-8615-bbadf07b6639" providerId="ADAL" clId="{4EA6C6C3-496E-4B71-97DF-BD4329C1BDF0}" dt="2023-02-21T23:21:20.272" v="203" actId="27636"/>
          <ac:spMkLst>
            <pc:docMk/>
            <pc:sldMk cId="4277808140" sldId="529"/>
            <ac:spMk id="2" creationId="{00000000-0000-0000-0000-000000000000}"/>
          </ac:spMkLst>
        </pc:spChg>
        <pc:spChg chg="mod ord">
          <ac:chgData name="Димитър Минчев" userId="6da192e4-d32c-454b-8615-bbadf07b6639" providerId="ADAL" clId="{4EA6C6C3-496E-4B71-97DF-BD4329C1BDF0}" dt="2023-02-21T23:21:29.404" v="206" actId="207"/>
          <ac:spMkLst>
            <pc:docMk/>
            <pc:sldMk cId="4277808140" sldId="529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1:32.334" v="208" actId="2085"/>
          <ac:spMkLst>
            <pc:docMk/>
            <pc:sldMk cId="4277808140" sldId="529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1:20.197" v="202" actId="2711"/>
          <ac:spMkLst>
            <pc:docMk/>
            <pc:sldMk cId="4277808140" sldId="529"/>
            <ac:spMk id="9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1:33.826" v="209" actId="478"/>
          <ac:spMkLst>
            <pc:docMk/>
            <pc:sldMk cId="4277808140" sldId="529"/>
            <ac:spMk id="10" creationId="{50A53FBF-929B-4BAA-A961-E82E1FAE7EA8}"/>
          </ac:spMkLst>
        </pc:spChg>
        <pc:picChg chg="mod">
          <ac:chgData name="Димитър Минчев" userId="6da192e4-d32c-454b-8615-bbadf07b6639" providerId="ADAL" clId="{4EA6C6C3-496E-4B71-97DF-BD4329C1BDF0}" dt="2023-02-21T23:20:50.450" v="184" actId="1076"/>
          <ac:picMkLst>
            <pc:docMk/>
            <pc:sldMk cId="4277808140" sldId="529"/>
            <ac:picMk id="8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4EA6C6C3-496E-4B71-97DF-BD4329C1BDF0}" dt="2023-02-21T23:22:34.876" v="240"/>
        <pc:sldMkLst>
          <pc:docMk/>
          <pc:sldMk cId="857430348" sldId="530"/>
        </pc:sldMkLst>
        <pc:spChg chg="mod">
          <ac:chgData name="Димитър Минчев" userId="6da192e4-d32c-454b-8615-bbadf07b6639" providerId="ADAL" clId="{4EA6C6C3-496E-4B71-97DF-BD4329C1BDF0}" dt="2023-02-21T23:22:05.574" v="229" actId="2711"/>
          <ac:spMkLst>
            <pc:docMk/>
            <pc:sldMk cId="857430348" sldId="53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2:25.433" v="236" actId="207"/>
          <ac:spMkLst>
            <pc:docMk/>
            <pc:sldMk cId="857430348" sldId="530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2:28.093" v="238" actId="2085"/>
          <ac:spMkLst>
            <pc:docMk/>
            <pc:sldMk cId="857430348" sldId="530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2:30.588" v="239" actId="478"/>
          <ac:spMkLst>
            <pc:docMk/>
            <pc:sldMk cId="857430348" sldId="530"/>
            <ac:spMk id="9" creationId="{9B4EF5B3-F19A-4FC2-9D70-4DB6BD544E42}"/>
          </ac:spMkLst>
        </pc:spChg>
        <pc:picChg chg="mod">
          <ac:chgData name="Димитър Минчев" userId="6da192e4-d32c-454b-8615-bbadf07b6639" providerId="ADAL" clId="{4EA6C6C3-496E-4B71-97DF-BD4329C1BDF0}" dt="2023-02-21T23:22:15.963" v="233" actId="1076"/>
          <ac:picMkLst>
            <pc:docMk/>
            <pc:sldMk cId="857430348" sldId="530"/>
            <ac:picMk id="8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4EA6C6C3-496E-4B71-97DF-BD4329C1BDF0}" dt="2023-02-21T23:24:01.746" v="261"/>
        <pc:sldMkLst>
          <pc:docMk/>
          <pc:sldMk cId="3038812873" sldId="547"/>
        </pc:sldMkLst>
        <pc:spChg chg="mod">
          <ac:chgData name="Димитър Минчев" userId="6da192e4-d32c-454b-8615-bbadf07b6639" providerId="ADAL" clId="{4EA6C6C3-496E-4B71-97DF-BD4329C1BDF0}" dt="2023-02-21T23:23:05.439" v="247" actId="2711"/>
          <ac:spMkLst>
            <pc:docMk/>
            <pc:sldMk cId="3038812873" sldId="54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3:13.611" v="249" actId="20577"/>
          <ac:spMkLst>
            <pc:docMk/>
            <pc:sldMk cId="3038812873" sldId="54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3:50.796" v="256" actId="207"/>
          <ac:spMkLst>
            <pc:docMk/>
            <pc:sldMk cId="3038812873" sldId="547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3:54.436" v="258" actId="2085"/>
          <ac:spMkLst>
            <pc:docMk/>
            <pc:sldMk cId="3038812873" sldId="547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3:54.436" v="258" actId="2085"/>
          <ac:spMkLst>
            <pc:docMk/>
            <pc:sldMk cId="3038812873" sldId="547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3:59.045" v="260" actId="478"/>
          <ac:spMkLst>
            <pc:docMk/>
            <pc:sldMk cId="3038812873" sldId="547"/>
            <ac:spMk id="9" creationId="{6E21AD75-AB36-4730-A0CE-1BA0449AF46D}"/>
          </ac:spMkLst>
        </pc:spChg>
        <pc:picChg chg="mod">
          <ac:chgData name="Димитър Минчев" userId="6da192e4-d32c-454b-8615-bbadf07b6639" providerId="ADAL" clId="{4EA6C6C3-496E-4B71-97DF-BD4329C1BDF0}" dt="2023-02-21T23:23:57.585" v="259" actId="1076"/>
          <ac:picMkLst>
            <pc:docMk/>
            <pc:sldMk cId="3038812873" sldId="547"/>
            <ac:picMk id="8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24:31.166" v="271" actId="478"/>
        <pc:sldMkLst>
          <pc:docMk/>
          <pc:sldMk cId="1604910242" sldId="548"/>
        </pc:sldMkLst>
        <pc:spChg chg="mod">
          <ac:chgData name="Димитър Минчев" userId="6da192e4-d32c-454b-8615-bbadf07b6639" providerId="ADAL" clId="{4EA6C6C3-496E-4B71-97DF-BD4329C1BDF0}" dt="2023-02-21T23:24:13.398" v="264" actId="2711"/>
          <ac:spMkLst>
            <pc:docMk/>
            <pc:sldMk cId="1604910242" sldId="54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4:28.328" v="270"/>
          <ac:spMkLst>
            <pc:docMk/>
            <pc:sldMk cId="1604910242" sldId="548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4:31.166" v="271" actId="478"/>
          <ac:spMkLst>
            <pc:docMk/>
            <pc:sldMk cId="1604910242" sldId="548"/>
            <ac:spMk id="6" creationId="{672B1ECE-1464-402D-ADA7-B850C57CFF52}"/>
          </ac:spMkLst>
        </pc:spChg>
        <pc:picChg chg="mod">
          <ac:chgData name="Димитър Минчев" userId="6da192e4-d32c-454b-8615-bbadf07b6639" providerId="ADAL" clId="{4EA6C6C3-496E-4B71-97DF-BD4329C1BDF0}" dt="2023-02-21T23:24:20.564" v="267" actId="1076"/>
          <ac:picMkLst>
            <pc:docMk/>
            <pc:sldMk cId="1604910242" sldId="548"/>
            <ac:picMk id="1126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25:10.035" v="280" actId="478"/>
        <pc:sldMkLst>
          <pc:docMk/>
          <pc:sldMk cId="2248807089" sldId="550"/>
        </pc:sldMkLst>
        <pc:spChg chg="mod">
          <ac:chgData name="Димитър Минчев" userId="6da192e4-d32c-454b-8615-bbadf07b6639" providerId="ADAL" clId="{4EA6C6C3-496E-4B71-97DF-BD4329C1BDF0}" dt="2023-02-21T23:24:48.309" v="276" actId="1076"/>
          <ac:spMkLst>
            <pc:docMk/>
            <pc:sldMk cId="2248807089" sldId="55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5:07.915" v="279" actId="207"/>
          <ac:spMkLst>
            <pc:docMk/>
            <pc:sldMk cId="2248807089" sldId="55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5:10.035" v="280" actId="478"/>
          <ac:spMkLst>
            <pc:docMk/>
            <pc:sldMk cId="2248807089" sldId="550"/>
            <ac:spMk id="6" creationId="{D3144C27-A221-4EE2-A4E1-F19EC018B590}"/>
          </ac:spMkLst>
        </pc:spChg>
        <pc:picChg chg="del">
          <ac:chgData name="Димитър Минчев" userId="6da192e4-d32c-454b-8615-bbadf07b6639" providerId="ADAL" clId="{4EA6C6C3-496E-4B71-97DF-BD4329C1BDF0}" dt="2023-02-21T23:24:36.792" v="272" actId="478"/>
          <ac:picMkLst>
            <pc:docMk/>
            <pc:sldMk cId="2248807089" sldId="550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26:02.193" v="293" actId="693"/>
        <pc:sldMkLst>
          <pc:docMk/>
          <pc:sldMk cId="1358505755" sldId="551"/>
        </pc:sldMkLst>
        <pc:spChg chg="mod">
          <ac:chgData name="Димитър Минчев" userId="6da192e4-d32c-454b-8615-bbadf07b6639" providerId="ADAL" clId="{4EA6C6C3-496E-4B71-97DF-BD4329C1BDF0}" dt="2023-02-21T23:25:24.424" v="286" actId="2711"/>
          <ac:spMkLst>
            <pc:docMk/>
            <pc:sldMk cId="1358505755" sldId="551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5:32.167" v="289" actId="13822"/>
          <ac:spMkLst>
            <pc:docMk/>
            <pc:sldMk cId="1358505755" sldId="551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6:02.193" v="293" actId="693"/>
          <ac:spMkLst>
            <pc:docMk/>
            <pc:sldMk cId="1358505755" sldId="551"/>
            <ac:spMk id="7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6:02.193" v="293" actId="693"/>
          <ac:spMkLst>
            <pc:docMk/>
            <pc:sldMk cId="1358505755" sldId="551"/>
            <ac:spMk id="8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6:02.193" v="293" actId="693"/>
          <ac:spMkLst>
            <pc:docMk/>
            <pc:sldMk cId="1358505755" sldId="551"/>
            <ac:spMk id="9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5:36.342" v="290" actId="478"/>
          <ac:spMkLst>
            <pc:docMk/>
            <pc:sldMk cId="1358505755" sldId="551"/>
            <ac:spMk id="11" creationId="{B848F6CE-59AA-4C07-A16A-A01651C6B149}"/>
          </ac:spMkLst>
        </pc:spChg>
        <pc:picChg chg="mod">
          <ac:chgData name="Димитър Минчев" userId="6da192e4-d32c-454b-8615-bbadf07b6639" providerId="ADAL" clId="{4EA6C6C3-496E-4B71-97DF-BD4329C1BDF0}" dt="2023-02-21T23:25:21.300" v="285" actId="1076"/>
          <ac:picMkLst>
            <pc:docMk/>
            <pc:sldMk cId="1358505755" sldId="551"/>
            <ac:picMk id="1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26:34.306" v="306" actId="207"/>
        <pc:sldMkLst>
          <pc:docMk/>
          <pc:sldMk cId="2181565803" sldId="552"/>
        </pc:sldMkLst>
        <pc:spChg chg="mod">
          <ac:chgData name="Димитър Минчев" userId="6da192e4-d32c-454b-8615-bbadf07b6639" providerId="ADAL" clId="{4EA6C6C3-496E-4B71-97DF-BD4329C1BDF0}" dt="2023-02-21T23:26:27.346" v="303" actId="404"/>
          <ac:spMkLst>
            <pc:docMk/>
            <pc:sldMk cId="2181565803" sldId="55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6:34.306" v="306" actId="207"/>
          <ac:spMkLst>
            <pc:docMk/>
            <pc:sldMk cId="2181565803" sldId="552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6:30.341" v="304" actId="478"/>
          <ac:spMkLst>
            <pc:docMk/>
            <pc:sldMk cId="2181565803" sldId="552"/>
            <ac:spMk id="7" creationId="{56D47D21-D854-4331-990E-D1DF5A83EAF6}"/>
          </ac:spMkLst>
        </pc:spChg>
        <pc:picChg chg="mod">
          <ac:chgData name="Димитър Минчев" userId="6da192e4-d32c-454b-8615-bbadf07b6639" providerId="ADAL" clId="{4EA6C6C3-496E-4B71-97DF-BD4329C1BDF0}" dt="2023-02-21T23:26:17.395" v="297" actId="1076"/>
          <ac:picMkLst>
            <pc:docMk/>
            <pc:sldMk cId="2181565803" sldId="552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27:19.809" v="319" actId="14100"/>
        <pc:sldMkLst>
          <pc:docMk/>
          <pc:sldMk cId="2122535314" sldId="553"/>
        </pc:sldMkLst>
        <pc:spChg chg="mod">
          <ac:chgData name="Димитър Минчев" userId="6da192e4-d32c-454b-8615-bbadf07b6639" providerId="ADAL" clId="{4EA6C6C3-496E-4B71-97DF-BD4329C1BDF0}" dt="2023-02-21T23:27:19.809" v="319" actId="14100"/>
          <ac:spMkLst>
            <pc:docMk/>
            <pc:sldMk cId="2122535314" sldId="55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6:40.507" v="307" actId="2711"/>
          <ac:spMkLst>
            <pc:docMk/>
            <pc:sldMk cId="2122535314" sldId="55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7:14.562" v="317" actId="207"/>
          <ac:spMkLst>
            <pc:docMk/>
            <pc:sldMk cId="2122535314" sldId="553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7:14.562" v="317" actId="207"/>
          <ac:spMkLst>
            <pc:docMk/>
            <pc:sldMk cId="2122535314" sldId="553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7:16.769" v="318" actId="478"/>
          <ac:spMkLst>
            <pc:docMk/>
            <pc:sldMk cId="2122535314" sldId="553"/>
            <ac:spMk id="9" creationId="{DB58C2A5-1EE7-44BF-9D69-E28D95FA9565}"/>
          </ac:spMkLst>
        </pc:spChg>
        <pc:picChg chg="mod">
          <ac:chgData name="Димитър Минчев" userId="6da192e4-d32c-454b-8615-bbadf07b6639" providerId="ADAL" clId="{4EA6C6C3-496E-4B71-97DF-BD4329C1BDF0}" dt="2023-02-21T23:27:05.050" v="314" actId="1076"/>
          <ac:picMkLst>
            <pc:docMk/>
            <pc:sldMk cId="2122535314" sldId="553"/>
            <ac:picMk id="8" creationId="{00000000-0000-0000-0000-000000000000}"/>
          </ac:picMkLst>
        </pc:picChg>
        <pc:picChg chg="mod">
          <ac:chgData name="Димитър Минчев" userId="6da192e4-d32c-454b-8615-bbadf07b6639" providerId="ADAL" clId="{4EA6C6C3-496E-4B71-97DF-BD4329C1BDF0}" dt="2023-02-21T23:27:03.500" v="313" actId="1076"/>
          <ac:picMkLst>
            <pc:docMk/>
            <pc:sldMk cId="2122535314" sldId="553"/>
            <ac:picMk id="10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28:43.635" v="345" actId="1076"/>
        <pc:sldMkLst>
          <pc:docMk/>
          <pc:sldMk cId="2019069756" sldId="555"/>
        </pc:sldMkLst>
        <pc:spChg chg="mod">
          <ac:chgData name="Димитър Минчев" userId="6da192e4-d32c-454b-8615-bbadf07b6639" providerId="ADAL" clId="{4EA6C6C3-496E-4B71-97DF-BD4329C1BDF0}" dt="2023-02-21T23:28:43.635" v="345" actId="1076"/>
          <ac:spMkLst>
            <pc:docMk/>
            <pc:sldMk cId="2019069756" sldId="55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8:39.026" v="344" actId="1076"/>
          <ac:spMkLst>
            <pc:docMk/>
            <pc:sldMk cId="2019069756" sldId="555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8:39.026" v="344" actId="1076"/>
          <ac:spMkLst>
            <pc:docMk/>
            <pc:sldMk cId="2019069756" sldId="555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8:39.026" v="344" actId="1076"/>
          <ac:spMkLst>
            <pc:docMk/>
            <pc:sldMk cId="2019069756" sldId="555"/>
            <ac:spMk id="6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8:39.026" v="344" actId="1076"/>
          <ac:spMkLst>
            <pc:docMk/>
            <pc:sldMk cId="2019069756" sldId="555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8:34.796" v="343" actId="478"/>
          <ac:spMkLst>
            <pc:docMk/>
            <pc:sldMk cId="2019069756" sldId="555"/>
            <ac:spMk id="11" creationId="{6916D185-4687-4111-A0D4-69D55E7D09D2}"/>
          </ac:spMkLst>
        </pc:spChg>
        <pc:picChg chg="mod">
          <ac:chgData name="Димитър Минчев" userId="6da192e4-d32c-454b-8615-bbadf07b6639" providerId="ADAL" clId="{4EA6C6C3-496E-4B71-97DF-BD4329C1BDF0}" dt="2023-02-21T23:28:39.026" v="344" actId="1076"/>
          <ac:picMkLst>
            <pc:docMk/>
            <pc:sldMk cId="2019069756" sldId="555"/>
            <ac:picMk id="9" creationId="{00000000-0000-0000-0000-000000000000}"/>
          </ac:picMkLst>
        </pc:picChg>
        <pc:picChg chg="mod">
          <ac:chgData name="Димитър Минчев" userId="6da192e4-d32c-454b-8615-bbadf07b6639" providerId="ADAL" clId="{4EA6C6C3-496E-4B71-97DF-BD4329C1BDF0}" dt="2023-02-21T23:28:39.026" v="344" actId="1076"/>
          <ac:picMkLst>
            <pc:docMk/>
            <pc:sldMk cId="2019069756" sldId="555"/>
            <ac:picMk id="13" creationId="{00000000-0000-0000-0000-000000000000}"/>
          </ac:picMkLst>
        </pc:picChg>
        <pc:picChg chg="mod">
          <ac:chgData name="Димитър Минчев" userId="6da192e4-d32c-454b-8615-bbadf07b6639" providerId="ADAL" clId="{4EA6C6C3-496E-4B71-97DF-BD4329C1BDF0}" dt="2023-02-21T23:28:39.026" v="344" actId="1076"/>
          <ac:picMkLst>
            <pc:docMk/>
            <pc:sldMk cId="2019069756" sldId="555"/>
            <ac:picMk id="14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28:54.426" v="349" actId="478"/>
        <pc:sldMkLst>
          <pc:docMk/>
          <pc:sldMk cId="85565620" sldId="556"/>
        </pc:sldMkLst>
        <pc:spChg chg="mod">
          <ac:chgData name="Димитър Минчев" userId="6da192e4-d32c-454b-8615-bbadf07b6639" providerId="ADAL" clId="{4EA6C6C3-496E-4B71-97DF-BD4329C1BDF0}" dt="2023-02-21T23:28:51.611" v="347" actId="2711"/>
          <ac:spMkLst>
            <pc:docMk/>
            <pc:sldMk cId="85565620" sldId="55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8:51.626" v="348" actId="27636"/>
          <ac:spMkLst>
            <pc:docMk/>
            <pc:sldMk cId="85565620" sldId="55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8:54.426" v="349" actId="478"/>
          <ac:spMkLst>
            <pc:docMk/>
            <pc:sldMk cId="85565620" sldId="556"/>
            <ac:spMk id="5" creationId="{91E41FBD-614E-422A-9802-5CBC47CD2E32}"/>
          </ac:spMkLst>
        </pc:spChg>
      </pc:sldChg>
      <pc:sldChg chg="delSp modSp add mod">
        <pc:chgData name="Димитър Минчев" userId="6da192e4-d32c-454b-8615-bbadf07b6639" providerId="ADAL" clId="{4EA6C6C3-496E-4B71-97DF-BD4329C1BDF0}" dt="2023-02-21T23:22:55.452" v="246" actId="478"/>
        <pc:sldMkLst>
          <pc:docMk/>
          <pc:sldMk cId="2510349633" sldId="558"/>
        </pc:sldMkLst>
        <pc:spChg chg="mod">
          <ac:chgData name="Димитър Минчев" userId="6da192e4-d32c-454b-8615-bbadf07b6639" providerId="ADAL" clId="{4EA6C6C3-496E-4B71-97DF-BD4329C1BDF0}" dt="2023-02-21T23:22:43.940" v="241" actId="2711"/>
          <ac:spMkLst>
            <pc:docMk/>
            <pc:sldMk cId="2510349633" sldId="55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2:47.729" v="242" actId="207"/>
          <ac:spMkLst>
            <pc:docMk/>
            <pc:sldMk cId="2510349633" sldId="55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2:55.452" v="246" actId="478"/>
          <ac:spMkLst>
            <pc:docMk/>
            <pc:sldMk cId="2510349633" sldId="558"/>
            <ac:spMk id="6" creationId="{5D2C8E01-AAF7-46E2-B96C-35BB7CFC42FC}"/>
          </ac:spMkLst>
        </pc:spChg>
        <pc:picChg chg="mod">
          <ac:chgData name="Димитър Минчев" userId="6da192e4-d32c-454b-8615-bbadf07b6639" providerId="ADAL" clId="{4EA6C6C3-496E-4B71-97DF-BD4329C1BDF0}" dt="2023-02-21T23:22:54.222" v="245" actId="1076"/>
          <ac:picMkLst>
            <pc:docMk/>
            <pc:sldMk cId="2510349633" sldId="558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4EA6C6C3-496E-4B71-97DF-BD4329C1BDF0}" dt="2023-02-21T23:29:17.932" v="370" actId="20577"/>
        <pc:sldMkLst>
          <pc:docMk/>
          <pc:sldMk cId="3090098590" sldId="568"/>
        </pc:sldMkLst>
        <pc:spChg chg="mod">
          <ac:chgData name="Димитър Минчев" userId="6da192e4-d32c-454b-8615-bbadf07b6639" providerId="ADAL" clId="{4EA6C6C3-496E-4B71-97DF-BD4329C1BDF0}" dt="2023-02-21T23:29:06.700" v="354" actId="2711"/>
          <ac:spMkLst>
            <pc:docMk/>
            <pc:sldMk cId="3090098590" sldId="56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4EA6C6C3-496E-4B71-97DF-BD4329C1BDF0}" dt="2023-02-21T23:29:17.932" v="370" actId="20577"/>
          <ac:spMkLst>
            <pc:docMk/>
            <pc:sldMk cId="3090098590" sldId="568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4EA6C6C3-496E-4B71-97DF-BD4329C1BDF0}" dt="2023-02-21T23:28:58.605" v="351" actId="478"/>
          <ac:spMkLst>
            <pc:docMk/>
            <pc:sldMk cId="3090098590" sldId="568"/>
            <ac:spMk id="7" creationId="{4BF63FFE-1A6B-4E29-A45D-4DA6E22CEE3C}"/>
          </ac:spMkLst>
        </pc:spChg>
        <pc:picChg chg="del">
          <ac:chgData name="Димитър Минчев" userId="6da192e4-d32c-454b-8615-bbadf07b6639" providerId="ADAL" clId="{4EA6C6C3-496E-4B71-97DF-BD4329C1BDF0}" dt="2023-02-21T23:28:56.888" v="350" actId="478"/>
          <ac:picMkLst>
            <pc:docMk/>
            <pc:sldMk cId="3090098590" sldId="568"/>
            <ac:picMk id="6" creationId="{00000000-0000-0000-0000-000000000000}"/>
          </ac:picMkLst>
        </pc:picChg>
      </pc:sldChg>
      <pc:sldChg chg="modSp mod">
        <pc:chgData name="Димитър Минчев" userId="6da192e4-d32c-454b-8615-bbadf07b6639" providerId="ADAL" clId="{4EA6C6C3-496E-4B71-97DF-BD4329C1BDF0}" dt="2023-02-21T23:13:09.993" v="6" actId="15"/>
        <pc:sldMkLst>
          <pc:docMk/>
          <pc:sldMk cId="2385751420" sldId="571"/>
        </pc:sldMkLst>
        <pc:spChg chg="mod">
          <ac:chgData name="Димитър Минчев" userId="6da192e4-d32c-454b-8615-bbadf07b6639" providerId="ADAL" clId="{4EA6C6C3-496E-4B71-97DF-BD4329C1BDF0}" dt="2023-02-21T23:13:09.993" v="6" actId="15"/>
          <ac:spMkLst>
            <pc:docMk/>
            <pc:sldMk cId="2385751420" sldId="571"/>
            <ac:spMk id="8" creationId="{00000000-0000-0000-0000-000000000000}"/>
          </ac:spMkLst>
        </pc:sp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ПРЕГЛЕД НА СЪДЪРЖАНИЕТО (1 мин.)</a:t>
            </a:r>
            <a:endParaRPr lang="bg-BG"/>
          </a:p>
          <a:p>
            <a:r>
              <a:rPr sz="1300"/>
              <a:t>Посочете накратко структурата:</a:t>
            </a:r>
          </a:p>
          <a:p>
            <a:r>
              <a:rPr sz="1300"/>
              <a:t>  "Ще минем от инициализация -&gt; обхват -&gt; именуване -&gt; изрази -&gt; константи."</a:t>
            </a:r>
          </a:p>
          <a:p>
            <a:r>
              <a:rPr sz="1300"/>
              <a:t>Акцент: "Всяка тема изглежда проста, но всяка има клопки."</a:t>
            </a:r>
          </a:p>
          <a:p>
            <a:r>
              <a:rPr sz="1300"/>
              <a:t>Не четете точките - просто ги посочете с ръка.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ВСТЪПЛЕНИЕ (1-2 мин.)</a:t>
            </a:r>
          </a:p>
          <a:p>
            <a:r>
              <a:rPr sz="1300"/>
              <a:t>Кажете: "Днес ще говорим за нещо, което изглежда тривиално - как декларираме и използваме променливи. Но лошите навици тук водят до трудно откриваеми грешки."</a:t>
            </a:r>
          </a:p>
          <a:p>
            <a:r>
              <a:rPr sz="1300"/>
              <a:t>Въпрос: "Кой е забравял да инициализира брояч в цикъл и после е получил грешни резултати?"</a:t>
            </a:r>
          </a:p>
          <a:p>
            <a:r>
              <a:rPr sz="1300"/>
              <a:t>Изчакайте реакция - ако никой не вдигне ръка: "Скоро ще ви се случи. Затова сме тук."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ИНИЦИАЛИЗАЦИЯ НА ПРОМЕНЛИВИ - Ч.1 (3 мин.)</a:t>
            </a:r>
          </a:p>
          <a:p>
            <a:r>
              <a:rPr sz="1300"/>
              <a:t>Задайте: "Какво ще се случи, ако пуснем: int value; Console.WriteLine(value);"</a:t>
            </a:r>
          </a:p>
          <a:p>
            <a:r>
              <a:rPr sz="1300"/>
              <a:t>Изчакайте отговор -&gt; compile error в C# (грешка при компилация).</a:t>
            </a:r>
          </a:p>
          <a:p>
            <a:r>
              <a:rPr sz="1300"/>
              <a:t>Обяснете: "C# е строго типизиран - не позволява използване на неинициализирани локални."</a:t>
            </a:r>
          </a:p>
          <a:p>
            <a:r>
              <a:rPr sz="1300"/>
              <a:t>Акцент: "Декларирайте БЛИЗО до употребата - не в началото на метода, а точно преди нужния ред."</a:t>
            </a:r>
          </a:p>
          <a:p>
            <a:r>
              <a:rPr sz="1300"/>
              <a:t>Защо? "По-малко разстояние между декларация и употреба = по-лесно четиво."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ИНИЦИАЛИЗАЦИЯ - БРОЯЧИ И КОЛЕКТОРИ (3 мин.)</a:t>
            </a:r>
          </a:p>
          <a:p>
            <a:r>
              <a:rPr sz="1300"/>
              <a:t>Покажете примера с вложените цикли.</a:t>
            </a:r>
          </a:p>
          <a:p>
            <a:r>
              <a:rPr sz="1300"/>
              <a:t>Задайте: "Каква е грешката?" - изчакайте учениците да я открият.</a:t>
            </a:r>
          </a:p>
          <a:p>
            <a:r>
              <a:rPr sz="1300"/>
              <a:t>Отговор: сумата (sum) не се нулира преди вътрешния цикъл -&gt; резултатите се натрупват.</a:t>
            </a:r>
          </a:p>
          <a:p>
            <a:r>
              <a:rPr sz="1300"/>
              <a:t>Акцент: "Това е КЛАСИЧЕСКА грешка при матрични операции и обработка на данни."</a:t>
            </a:r>
          </a:p>
          <a:p>
            <a:r>
              <a:rPr sz="1300"/>
              <a:t>Правило: "Инициализирайте колектора точно преди цикъла, от който го пълните."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ИНИЦИАЛИЗАЦИЯ - ПОВТОРНА И ВАЛИДАЦИЯ (3 мин.)</a:t>
            </a:r>
          </a:p>
          <a:p>
            <a:r>
              <a:rPr sz="1300"/>
              <a:t>Обяснете двете точки:</a:t>
            </a:r>
          </a:p>
          <a:p>
            <a:r>
              <a:rPr sz="1300"/>
              <a:t>  1. Повторна инициализация: при многократно изпълнение на цикъл - инициализацията трябва да е ВЪТРЕ.</a:t>
            </a:r>
          </a:p>
          <a:p>
            <a:r>
              <a:rPr sz="1300"/>
              <a:t>  2. Валидация: int.TryParse вместо int.Parse.</a:t>
            </a:r>
          </a:p>
          <a:p>
            <a:r>
              <a:rPr sz="1300"/>
              <a:t>Задайте: "Каква е разликата между Parse и TryParse?"</a:t>
            </a:r>
          </a:p>
          <a:p>
            <a:r>
              <a:rPr sz="1300"/>
              <a:t>Отговор: Parse хвърля изключение при грешен вход; TryParse връща bool и не хвърля.</a:t>
            </a:r>
          </a:p>
          <a:p>
            <a:r>
              <a:rPr sz="1300"/>
              <a:t>Практика: "При четене от конзола - ВИНАГИ ползвайте TryParse."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ОТЧАСТИ ИНИЦИАЛИЗИРАНИ ОБЕКТИ (3 мин.)</a:t>
            </a:r>
          </a:p>
          <a:p>
            <a:r>
              <a:rPr sz="1300"/>
              <a:t>Обяснете проблема: "Обект, в който не всички задължителни полета са зададени, е опасен."</a:t>
            </a:r>
          </a:p>
          <a:p>
            <a:r>
              <a:rPr sz="1300"/>
              <a:t>Покажете примера: Student без FacultyNumber - ако базата изисква това поле, ще получим грешка.</a:t>
            </a:r>
          </a:p>
          <a:p>
            <a:r>
              <a:rPr sz="1300"/>
              <a:t>Решение: конструкторът изисква задължителните параметри -&gt; невъзможно е да създадете невалиден обект.</a:t>
            </a:r>
          </a:p>
          <a:p>
            <a:r>
              <a:rPr sz="1300"/>
              <a:t>Акцент: "Правете невалидните обекти невъзможни за конструиране - не разчитайте на проверки след това."</a:t>
            </a:r>
          </a:p>
          <a:p>
            <a:r>
              <a:rPr sz="1300"/>
              <a:t>Свързване: "Ще видите това и в Design Patterns."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СЪВЕТИ ЗА ПОЛЗВАНЕ НА ПРОМЕНЛИВИ (3 мин.)</a:t>
            </a:r>
          </a:p>
          <a:p>
            <a:r>
              <a:rPr sz="1300"/>
              <a:t>Обяснете двете точки с примери:</a:t>
            </a:r>
          </a:p>
          <a:p>
            <a:r>
              <a:rPr sz="1300"/>
              <a:t>  1. Неизползвани променливи -&gt; компилаторът предупреждава -&gt; изтрийте ги.</a:t>
            </a:r>
          </a:p>
          <a:p>
            <a:r>
              <a:rPr sz="1300"/>
              <a:t>  2. Скрита цел: int mode = 1/2/3 - ЛОШО. Ползвайте enum ResourceAccessMode.</a:t>
            </a:r>
          </a:p>
          <a:p>
            <a:r>
              <a:rPr sz="1300"/>
              <a:t>Задайте: "Защо enum е по-добър от magic number за режим на достъп?"</a:t>
            </a:r>
          </a:p>
          <a:p>
            <a:r>
              <a:rPr sz="1300"/>
              <a:t>Отговор: четимост, IntelliSense, compile-time проверка, лесна промяна.</a:t>
            </a:r>
          </a:p>
          <a:p>
            <a:r>
              <a:rPr sz="1300"/>
              <a:t>Акцент: "Никога не кодирайте смисъл в числа. Дайте им имена."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ВРЪЩАНЕ НА РЕЗУЛТАТ ОТ МЕТОД (3 мин.)</a:t>
            </a:r>
          </a:p>
          <a:p>
            <a:r>
              <a:rPr sz="1300"/>
              <a:t>Покажете двата варианта. Задайте: "Кой предпочитате? Защо?"</a:t>
            </a:r>
          </a:p>
          <a:p>
            <a:r>
              <a:rPr sz="1300"/>
              <a:t>Предимства на именуваната променлива:</a:t>
            </a:r>
          </a:p>
          <a:p>
            <a:r>
              <a:rPr sz="1300"/>
              <a:t>  1. Четимост: salary е по-ясно от сложния израз.</a:t>
            </a:r>
          </a:p>
          <a:p>
            <a:r>
              <a:rPr sz="1300"/>
              <a:t>  2. Дебъгване: можете да поставите breakpoint и да видите стойността.</a:t>
            </a:r>
          </a:p>
          <a:p>
            <a:r>
              <a:rPr sz="1300"/>
              <a:t>  3. Самодокументиращо се: int salary = days * rate - ясно какво е.</a:t>
            </a:r>
          </a:p>
          <a:p>
            <a:r>
              <a:rPr sz="1300"/>
              <a:t>Практика: "При сложен return израз - ВИНАГИ го разбивайте на именувана стъпка."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ОБХВАТ И ВИДИМОСТ (3 мин.)</a:t>
            </a:r>
          </a:p>
          <a:p>
            <a:r>
              <a:rPr sz="1300"/>
              <a:t>Обяснете принципа: "Минимален обхват = минимална зависимост."</a:t>
            </a:r>
          </a:p>
          <a:p>
            <a:r>
              <a:rPr sz="1300"/>
              <a:t>Конкретно:</a:t>
            </a:r>
          </a:p>
          <a:p>
            <a:r>
              <a:rPr sz="1300"/>
              <a:t>  - public поле -&gt; достъпно отвсякъде -&gt; трудно да следите кой го променя.</a:t>
            </a:r>
          </a:p>
          <a:p>
            <a:r>
              <a:rPr sz="1300"/>
              <a:t>  - private поле + свойство -&gt; контролиран достъп.</a:t>
            </a:r>
          </a:p>
          <a:p>
            <a:r>
              <a:rPr sz="1300"/>
              <a:t>Задайте: "Защо избягваме public полета освен readonly/const?"</a:t>
            </a:r>
          </a:p>
          <a:p>
            <a:r>
              <a:rPr sz="1300"/>
              <a:t>Отговор: не можем да контролираме кой ги променя и кога - води до трудно открити грешки.</a:t>
            </a:r>
          </a:p>
          <a:p>
            <a:r>
              <a:rPr sz="1300"/>
              <a:t>Акцент: "Принципът 'need to know' - давайте достъп само на тези, на които е нужен."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ПРИМЕР ЗА НАДХВЪРЛЕН ОБХВАТ (3 мин.)</a:t>
            </a:r>
          </a:p>
          <a:p>
            <a:r>
              <a:rPr sz="1300"/>
              <a:t>Покажете класа Globals с глобален state.</a:t>
            </a:r>
          </a:p>
          <a:p>
            <a:r>
              <a:rPr sz="1300"/>
              <a:t>Задайте: "Какъв е проблемът с глобалните променливи?"</a:t>
            </a:r>
          </a:p>
          <a:p>
            <a:r>
              <a:rPr sz="1300"/>
              <a:t>Очаквани отговори: трудно следене кой ги промени, проблеми с нишки, трудно тестване.</a:t>
            </a:r>
          </a:p>
          <a:p>
            <a:r>
              <a:rPr sz="1300"/>
              <a:t>Обяснете: "ConsolePrinter зависи от Globals - скрита зависимост. Не се вижда от сигнатурата."</a:t>
            </a:r>
          </a:p>
          <a:p>
            <a:r>
              <a:rPr sz="1300"/>
              <a:t>Акцент: "Скритите зависимости са по-опасни от явните - не се виждат при code review."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НАЙ-ДОБРИ ПРАКТИКИ ПРИ ПРОМЕНЛИВИТЕ (3 мин.)</a:t>
            </a:r>
          </a:p>
          <a:p>
            <a:r>
              <a:rPr sz="1300"/>
              <a:t>Акцентирайте на:</a:t>
            </a:r>
          </a:p>
          <a:p>
            <a:r>
              <a:rPr sz="1300"/>
              <a:t>  1. "Инициализирайте преди цикъла" - вече го знаем.</a:t>
            </a:r>
          </a:p>
          <a:p>
            <a:r>
              <a:rPr sz="1300"/>
              <a:t>  2. "Не следвайте стария C стил: int i, j, k; в началото на метода." -&gt; Защо? Далеч от употребата.</a:t>
            </a:r>
          </a:p>
          <a:p>
            <a:r>
              <a:rPr sz="1300"/>
              <a:t>  3. "Започнете с най-ограничената видимост." -&gt; Default: private. Разширявайте само при нужда.</a:t>
            </a:r>
          </a:p>
          <a:p>
            <a:r>
              <a:rPr sz="1300"/>
              <a:t>  4. "Групирайте свързани изрази." -&gt; Преход към следващия слайд.</a:t>
            </a:r>
          </a:p>
          <a:p>
            <a:r>
              <a:rPr sz="1300"/>
              <a:t>Задайте: "В кой езиков стил декларирате всички променливи в началото на метода?" -&gt; C, Pascal, стар C#.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ПРИМЕР ЗА ПРЕКАЛЕНО МНОГО ПРОМЕНЛИВИ (3 мин.)</a:t>
            </a:r>
          </a:p>
          <a:p>
            <a:r>
              <a:rPr sz="1300"/>
              <a:t>Покажете SummarizeData с 6 променливи.</a:t>
            </a:r>
          </a:p>
          <a:p>
            <a:r>
              <a:rPr sz="1300"/>
              <a:t>Задайте: "Колко информация трябва да пазите в главата си, за да разберете метода?"</a:t>
            </a:r>
          </a:p>
          <a:p>
            <a:r>
              <a:rPr sz="1300"/>
              <a:t>Отговор: 6 стойности едновременно - трудно.</a:t>
            </a:r>
          </a:p>
          <a:p>
            <a:r>
              <a:rPr sz="1300"/>
              <a:t>Обяснете: "Когато методът работи с твърде много данни едновременно, той прави твърде много неща."</a:t>
            </a:r>
          </a:p>
          <a:p>
            <a:r>
              <a:rPr sz="1300"/>
              <a:t>Преход: "Нека видим как изглежда по-добро решение."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ПРИМЕР ЗА ПО-ДОБРО ГРУПИРАНЕ (3 мин.)</a:t>
            </a:r>
          </a:p>
          <a:p>
            <a:r>
              <a:rPr sz="1300"/>
              <a:t>Покажете рефакторирания SummarizeDaily.</a:t>
            </a:r>
          </a:p>
          <a:p>
            <a:r>
              <a:rPr sz="1300"/>
              <a:t>Задайте: "Каква е разликата? Защо е по-добре?"</a:t>
            </a:r>
          </a:p>
          <a:p>
            <a:r>
              <a:rPr sz="1300"/>
              <a:t>Отговор:</a:t>
            </a:r>
          </a:p>
          <a:p>
            <a:r>
              <a:rPr sz="1300"/>
              <a:t>  - Разделено на два блока - стари данни и нови данни.</a:t>
            </a:r>
          </a:p>
          <a:p>
            <a:r>
              <a:rPr sz="1300"/>
              <a:t>  - Всеки блок е по-кратък и работи с по-малко едновременни данни.</a:t>
            </a:r>
          </a:p>
          <a:p>
            <a:r>
              <a:rPr sz="1300"/>
              <a:t>Акцент: "Метод, в чийто код може да поставите хоризонтална линия - може да се раздели на части."</a:t>
            </a:r>
          </a:p>
          <a:p>
            <a:r>
              <a:rPr sz="1300"/>
              <a:t>Свързване: "Това ще видите като Extract Method при рефакторирането."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ЕДИНСТВЕНА ЦЕЛ НА ПРОМЕНЛИВАТА (3 мин.)</a:t>
            </a:r>
          </a:p>
          <a:p>
            <a:r>
              <a:rPr sz="1300"/>
              <a:t>Прочетете правилото: "Никога не ползвайте една променлива за много цели!"</a:t>
            </a:r>
          </a:p>
          <a:p>
            <a:r>
              <a:rPr sz="1300"/>
              <a:t>Покажете примера: studentsCountOrAvgGrade - ужасяващо название.</a:t>
            </a:r>
          </a:p>
          <a:p>
            <a:r>
              <a:rPr sz="1300"/>
              <a:t>Задайте: "Какъв е проблемът при повторно използване на променлива за различна цел?"</a:t>
            </a:r>
          </a:p>
          <a:p>
            <a:r>
              <a:rPr sz="1300"/>
              <a:t>Отговор: объркване, трудно дебъгване, може да забравите да нулирате.</a:t>
            </a:r>
          </a:p>
          <a:p>
            <a:r>
              <a:rPr sz="1300"/>
              <a:t>Акцент: "Паметта е евтина. Четимостта е скъпа. Никога не пестете на имена на променливи."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ИЗБЯГВАЙТЕ СЛОЖНИ ИЗРАЗИ (3 мин.)</a:t>
            </a:r>
          </a:p>
          <a:p>
            <a:r>
              <a:rPr sz="1300"/>
              <a:t>Покажете матричния пример. Задайте: "Колко потенциални грешки виждате?"</a:t>
            </a:r>
          </a:p>
          <a:p>
            <a:r>
              <a:rPr sz="1300"/>
              <a:t>Отговор от слайда: "10 потенциални IndexOutOfRangeException."</a:t>
            </a:r>
          </a:p>
          <a:p>
            <a:r>
              <a:rPr sz="1300"/>
              <a:t>Обяснете: "Всеки [i+offset] е потенциален срив. Сложните изрази натрупват риск."</a:t>
            </a:r>
          </a:p>
          <a:p>
            <a:r>
              <a:rPr sz="1300"/>
              <a:t>Задайте: "Как бихте опростили?" -&gt; насочете към: именувани междинни стъпки.</a:t>
            </a:r>
          </a:p>
          <a:p>
            <a:r>
              <a:rPr sz="1300"/>
              <a:t>Преход: "Нека видим как изглежда опростеният вариант."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ОПРОСТЯВАНЕ НА СЛОЖНИ ИЗРАЗИ (3 мин.)</a:t>
            </a:r>
          </a:p>
          <a:p>
            <a:r>
              <a:rPr sz="1300"/>
              <a:t>Покажете рефакторирания вариант.</a:t>
            </a:r>
          </a:p>
          <a:p>
            <a:r>
              <a:rPr sz="1300"/>
              <a:t>Посочете: minXStartIndex, maxXcoord - всяка стъпка е именувана.</a:t>
            </a:r>
          </a:p>
          <a:p>
            <a:r>
              <a:rPr sz="1300"/>
              <a:t>Задайте: "Колко потенциални грешки сега?"</a:t>
            </a:r>
          </a:p>
          <a:p>
            <a:r>
              <a:rPr sz="1300"/>
              <a:t>Отговор: много по-малко - всяка стъпка се вижда и може да се тества отделно.</a:t>
            </a:r>
          </a:p>
          <a:p>
            <a:r>
              <a:rPr sz="1300"/>
              <a:t>Акцент: "Именуваната временна стъпка е БЕЗПЛАТНА - компилаторът я оптимизира."</a:t>
            </a:r>
          </a:p>
          <a:p>
            <a:r>
              <a:rPr sz="1300"/>
              <a:t>Преход: "Нека поговорим за мистериозните числа."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МИСТЕРИОЗНИ ЧИСЛА - ВЪВЕДЕНИЕ (3 мин.)</a:t>
            </a:r>
          </a:p>
          <a:p>
            <a:r>
              <a:rPr sz="1300"/>
              <a:t>Задайте: "Виждали ли сте число като 1024 в код без обяснение?"</a:t>
            </a:r>
          </a:p>
          <a:p>
            <a:r>
              <a:rPr sz="1300"/>
              <a:t>Попитайте: "Какво значи 1024 в: if (size &gt; 1024)?"</a:t>
            </a:r>
          </a:p>
          <a:p>
            <a:r>
              <a:rPr sz="1300"/>
              <a:t>Отговор: не знаем! 1 KB? максимален брой потребители? буферен размер?</a:t>
            </a:r>
          </a:p>
          <a:p>
            <a:r>
              <a:rPr sz="1300"/>
              <a:t>Прочетете правилото: "Избягвайте всички литерали освен 0, 1, -1, null и празен низ."</a:t>
            </a:r>
          </a:p>
          <a:p>
            <a:r>
              <a:rPr sz="1300"/>
              <a:t>Акцент: "Всичко друго трябва да е именувана константа."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ЗЛИТЕ МИСТЕРИОЗНИ ЧИСЛА - ПРИМЕР (2 мин.)</a:t>
            </a:r>
          </a:p>
          <a:p>
            <a:r>
              <a:rPr sz="1300"/>
              <a:t>Покажете GeometryUtils с 3.14159206 директно в кода.</a:t>
            </a:r>
          </a:p>
          <a:p>
            <a:r>
              <a:rPr sz="1300"/>
              <a:t>Задайте: "Ако трябва да промените точността на PI - колко места в кода ще трябва да промените?"</a:t>
            </a:r>
          </a:p>
          <a:p>
            <a:r>
              <a:rPr sz="1300"/>
              <a:t>Отговор: всеки метод поотделно - опасно, лесно се пропуска.</a:t>
            </a:r>
          </a:p>
          <a:p>
            <a:r>
              <a:rPr sz="1300"/>
              <a:t>Акцент: "Мистериозните числа нарушават DRY: Don't Repeat Yourself."</a:t>
            </a:r>
          </a:p>
          <a:p>
            <a:r>
              <a:rPr sz="1300"/>
              <a:t>Преход: "Нека видим как се поправя с константа."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КОНСТАНТИ ВМЕСТО МИСТЕРИОЗНИ ЧИСЛА (3 мин.)</a:t>
            </a:r>
          </a:p>
          <a:p>
            <a:r>
              <a:rPr sz="1300"/>
              <a:t>Покажете рефакторирания GeometryUtils с public const double PI = 3.14159206;</a:t>
            </a:r>
          </a:p>
          <a:p>
            <a:r>
              <a:rPr sz="1300"/>
              <a:t>Задайте: "Какви са предимствата?"</a:t>
            </a:r>
          </a:p>
          <a:p>
            <a:r>
              <a:rPr sz="1300"/>
              <a:t>Отговор:</a:t>
            </a:r>
          </a:p>
          <a:p>
            <a:r>
              <a:rPr sz="1300"/>
              <a:t>  1. Промяна само на едно място.</a:t>
            </a:r>
          </a:p>
          <a:p>
            <a:r>
              <a:rPr sz="1300"/>
              <a:t>  2. Самодокументиращо: PI е по-ясно от 3.14159206.</a:t>
            </a:r>
          </a:p>
          <a:p>
            <a:r>
              <a:rPr sz="1300"/>
              <a:t>  3. IntelliSense показва PI при автодопълване.</a:t>
            </a:r>
          </a:p>
          <a:p>
            <a:r>
              <a:rPr sz="1300"/>
              <a:t>Акцент: "Константата е документация + защита от грешки при промяна."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ВИДОВЕ КОНСТАНТИ В C# (3 мин.)</a:t>
            </a:r>
          </a:p>
          <a:p>
            <a:r>
              <a:rPr sz="1300"/>
              <a:t>Обяснете двата вида:</a:t>
            </a:r>
          </a:p>
          <a:p>
            <a:r>
              <a:rPr sz="1300"/>
              <a:t>  const double PI = 3.14...; -&gt; compile-time: заменя се директно в кода, не може да се промени при runtime.</a:t>
            </a:r>
          </a:p>
          <a:p>
            <a:r>
              <a:rPr sz="1300"/>
              <a:t>  static readonly string ConfigFile = ...; -&gt; run-time: инициализира се при стартиране, по-гъвкав.</a:t>
            </a:r>
          </a:p>
          <a:p>
            <a:r>
              <a:rPr sz="1300"/>
              <a:t>Задайте: "Кога ще ползвате readonly вместо const?"</a:t>
            </a:r>
          </a:p>
          <a:p>
            <a:r>
              <a:rPr sz="1300"/>
              <a:t>Отговор: когато стойността се изчислява при стартиране (от конфиг файл, от среда).</a:t>
            </a:r>
          </a:p>
          <a:p>
            <a:r>
              <a:rPr sz="1300"/>
              <a:t>Практика: "При числови математически константи: const. При конфигурации: readonly."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КОГА ДА ПОЛЗВАМЕ КОНСТАНТИ (2 мин.)</a:t>
            </a:r>
          </a:p>
          <a:p>
            <a:r>
              <a:rPr sz="1300"/>
              <a:t>Бърз преглед на трите случая:</a:t>
            </a:r>
          </a:p>
          <a:p>
            <a:r>
              <a:rPr sz="1300"/>
              <a:t>  1. Имена на файлове: SettingsFileName = "ApplicationSettings.xml"</a:t>
            </a:r>
          </a:p>
          <a:p>
            <a:r>
              <a:rPr sz="1300"/>
              <a:t>  2. Математически константи: E = 2.718...</a:t>
            </a:r>
          </a:p>
          <a:p>
            <a:r>
              <a:rPr sz="1300"/>
              <a:t>  3. Граници: ReadBufferSize = 5 * 1024 * 1024 - 5 MB, ясно изразено</a:t>
            </a:r>
          </a:p>
          <a:p>
            <a:r>
              <a:rPr sz="1300"/>
              <a:t>Акцент: "5 * 1024 * 1024 е по-ясно от 5242880 - даже константите могат да са изрази."</a:t>
            </a:r>
          </a:p>
          <a:p>
            <a:r>
              <a:rPr sz="1300"/>
              <a:t>Задайте: "Дайте пример за константа от реален проект."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КОГА ДА ИЗБЯГВАМЕ КОНСТАНТИ (3 мин.)</a:t>
            </a:r>
          </a:p>
          <a:p>
            <a:r>
              <a:rPr sz="1300"/>
              <a:t>Обяснете: "Не всичко трябва да е константа."</a:t>
            </a:r>
          </a:p>
          <a:p>
            <a:r>
              <a:rPr sz="1300"/>
              <a:t>  - Съобщения за грешки -&gt; ресурси (за интернационализация)</a:t>
            </a:r>
          </a:p>
          <a:p>
            <a:r>
              <a:rPr sz="1300"/>
              <a:t>  - SQL команди -&gt; ползвайте ORM или отделно хранилище</a:t>
            </a:r>
          </a:p>
          <a:p>
            <a:r>
              <a:rPr sz="1300"/>
              <a:t>  - GUI етикети -&gt; ресурси, не константи</a:t>
            </a:r>
          </a:p>
          <a:p>
            <a:r>
              <a:rPr sz="1300"/>
              <a:t>Задайте: "Защо SQL командата не е добра константа?"</a:t>
            </a:r>
          </a:p>
          <a:p>
            <a:r>
              <a:rPr sz="1300"/>
              <a:t>Отговор: промяна на схемата изисква промяна на константата + рекомпилация.</a:t>
            </a:r>
          </a:p>
          <a:p>
            <a:r>
              <a:rPr sz="1300"/>
              <a:t>Акцент: "За всичко, свързано с локализация - ползвайте .resx ресурси."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ОБОБЩЕНИЕ (3 мин.)</a:t>
            </a:r>
          </a:p>
          <a:p>
            <a:r>
              <a:rPr sz="1300"/>
              <a:t>Задайте тези въпроси за преговор:</a:t>
            </a:r>
          </a:p>
          <a:p>
            <a:r>
              <a:rPr sz="1300"/>
              <a:t>  "Кои са трите правила за инициализация?"</a:t>
            </a:r>
          </a:p>
          <a:p>
            <a:r>
              <a:rPr sz="1300"/>
              <a:t>  "Защо избягваме голям обхват на променливите?"</a:t>
            </a:r>
          </a:p>
          <a:p>
            <a:r>
              <a:rPr sz="1300"/>
              <a:t>  "Какво е magic number и как го елиминираме?"</a:t>
            </a:r>
          </a:p>
          <a:p>
            <a:r>
              <a:rPr sz="1300"/>
              <a:t>Ключово послание: "Добрият код с добри имена, малък обхват и константи вместо числа е по-лесен за четене, промяна и дебъгване."</a:t>
            </a:r>
          </a:p>
          <a:p>
            <a:r>
              <a:rPr sz="1300"/>
              <a:t>Ако има упражнения: обявете ги сега.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/>
              <a:t>КРАЙ НА ПРЕЗЕНТАЦИЯТА</a:t>
            </a:r>
          </a:p>
          <a:p>
            <a:r>
              <a:rPr sz="1300"/>
              <a:t>Приключете с: "Материалите са достъпни в системата. На следващия час - упражнения."</a:t>
            </a:r>
          </a:p>
          <a:p>
            <a:r>
              <a:rPr sz="1300"/>
              <a:t>Ако са останали въпроси - отговорете сега.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www.mon.bg/" TargetMode="External"/><Relationship Id="rId5" Type="http://schemas.openxmlformats.org/officeDocument/2006/relationships/hyperlink" Target="https://creativecommons.org/licenses/by-nc-sa/4.0" TargetMode="External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" pitchFamily="2" charset="0"/>
              </a:rPr>
              <a:t>Използване на променливи, изрази и константи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Правилна организация </a:t>
            </a:r>
            <a:br>
              <a:rPr lang="ru-RU" dirty="0">
                <a:latin typeface="Comfortaa" pitchFamily="2" charset="0"/>
              </a:rPr>
            </a:br>
            <a:r>
              <a:rPr lang="ru-RU" dirty="0">
                <a:latin typeface="Comfortaa" pitchFamily="2" charset="0"/>
              </a:rPr>
              <a:t>на изрази и данни</a:t>
            </a: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Принципи за инициализация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Обхват, живот, времетраене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променливи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Именуване на променливи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Конвенции при именуването</a:t>
            </a:r>
          </a:p>
          <a:p>
            <a:pPr lvl="1">
              <a:lnSpc>
                <a:spcPct val="100000"/>
              </a:lnSpc>
            </a:pPr>
            <a:r>
              <a:rPr lang="ru-RU" sz="2800" dirty="0">
                <a:latin typeface="Comfortaa" pitchFamily="2" charset="0"/>
              </a:rPr>
              <a:t>Стандартни представки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изрази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константи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Инициализирайте всички променливи преди да ги ползвате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Локалните променливи да се инициализират ръчно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Декларирайте и дефинирайте всяка променлива близо до мястото, където се използва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Този</a:t>
            </a:r>
            <a:r>
              <a:rPr lang="en-US" sz="2000" dirty="0">
                <a:latin typeface="Comfortaa" pitchFamily="2" charset="0"/>
              </a:rPr>
              <a:t> C# </a:t>
            </a:r>
            <a:r>
              <a:rPr lang="bg-BG" sz="2000" dirty="0">
                <a:latin typeface="Comfortaa" pitchFamily="2" charset="0"/>
              </a:rPr>
              <a:t>код ще доведе до грешка в компилирането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buNone/>
            </a:pP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2400"/>
              </a:spcBef>
            </a:pPr>
            <a:r>
              <a:rPr lang="bg-BG" sz="2000" dirty="0">
                <a:latin typeface="Comfortaa" pitchFamily="2" charset="0"/>
              </a:rPr>
              <a:t>Може да инициализираме променливата при декларирането</a:t>
            </a:r>
            <a:r>
              <a:rPr lang="en-US" sz="2000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60875" cy="1325563"/>
          </a:xfrm>
        </p:spPr>
        <p:txBody>
          <a:bodyPr>
            <a:normAutofit/>
          </a:bodyPr>
          <a:lstStyle/>
          <a:p>
            <a:r>
              <a:rPr lang="bg-BG" sz="4200" dirty="0">
                <a:latin typeface="Comfortaa" pitchFamily="2" charset="0"/>
              </a:rPr>
              <a:t>Инициализация на променливи</a:t>
            </a:r>
            <a:r>
              <a:rPr lang="en-US" sz="4200" dirty="0">
                <a:latin typeface="Comfortaa" pitchFamily="2" charset="0"/>
              </a:rPr>
              <a:t> [1/3]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98582" y="4129083"/>
            <a:ext cx="8406379" cy="7078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value;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Console.WriteLine(value);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98583" y="5558709"/>
            <a:ext cx="8406380" cy="7078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value =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Console.WriteLine(value);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00207" y="5473269"/>
            <a:ext cx="780191" cy="780191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69068" y="4086751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70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905" y="1499054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Особено внимавайте 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броячи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колектори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Честа грешка е да забравите да нулирате брояч или колектор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11447" y="2929247"/>
            <a:ext cx="10462075" cy="34778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sum = 0;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 = 0; i &lt; array.GetLength(0); i++)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 (int j = 0; j &lt; array.GetLength(1); j++)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sum = sum + array[i, j];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endParaRPr lang="en-US" sz="20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Console.WriteLine(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"The sum of the elements in row {0} is {1}", i, sum);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6804286" y="4375299"/>
            <a:ext cx="4570809" cy="1188056"/>
          </a:xfrm>
          <a:prstGeom prst="wedgeRoundRectCallout">
            <a:avLst>
              <a:gd name="adj1" fmla="val -61547"/>
              <a:gd name="adj2" fmla="val -1766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Сумата трябва да се нулира след края на вътрешния цикъл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for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08299" y="3263928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A983CFA-8C88-7686-24D0-F05F7C08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60875" cy="1325563"/>
          </a:xfrm>
        </p:spPr>
        <p:txBody>
          <a:bodyPr>
            <a:normAutofit/>
          </a:bodyPr>
          <a:lstStyle/>
          <a:p>
            <a:r>
              <a:rPr lang="bg-BG" sz="4200" dirty="0">
                <a:latin typeface="Comfortaa" pitchFamily="2" charset="0"/>
              </a:rPr>
              <a:t>Инициализация на променливи</a:t>
            </a:r>
            <a:r>
              <a:rPr lang="en-US" sz="4200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304550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Вижте необходима ли е повторна инициализация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Уверете се, че изразът за инициализация е в тази част от кода, която се повтаря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Проверете валидността на входните параметри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Преди да присвоявате каквито и да е входни данни от конзолата</a:t>
            </a:r>
            <a:r>
              <a:rPr lang="en-US" sz="2000" dirty="0">
                <a:latin typeface="Comfortaa" pitchFamily="2" charset="0"/>
              </a:rPr>
              <a:t>, </a:t>
            </a:r>
            <a:r>
              <a:rPr lang="bg-BG" sz="2000" dirty="0">
                <a:latin typeface="Comfortaa" pitchFamily="2" charset="0"/>
              </a:rPr>
              <a:t>уверете се, че стойностите са адекватни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07424" y="4368007"/>
            <a:ext cx="10287000" cy="163121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input;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bool validInput = int.TryParse(Console.ReadLine(), out input);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(validInput)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...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03825" y="4814813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7C957C0-38EF-9763-017F-AC7E6584B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60875" cy="1325563"/>
          </a:xfrm>
        </p:spPr>
        <p:txBody>
          <a:bodyPr>
            <a:normAutofit/>
          </a:bodyPr>
          <a:lstStyle/>
          <a:p>
            <a:r>
              <a:rPr lang="bg-BG" sz="4200" dirty="0">
                <a:latin typeface="Comfortaa" pitchFamily="2" charset="0"/>
              </a:rPr>
              <a:t>Инициализация на променливи</a:t>
            </a:r>
            <a:r>
              <a:rPr lang="en-US" sz="4200" dirty="0">
                <a:latin typeface="Comfortaa" pitchFamily="2" charset="0"/>
              </a:rPr>
              <a:t> [3/3]</a:t>
            </a:r>
          </a:p>
        </p:txBody>
      </p:sp>
    </p:spTree>
    <p:extLst>
      <p:ext uri="{BB962C8B-B14F-4D97-AF65-F5344CB8AC3E}">
        <p14:creationId xmlns:p14="http://schemas.microsoft.com/office/powerpoint/2010/main" val="34064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Уверете се, че обектите не могат да са инициализирани само отчасти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Направете всички полета </a:t>
            </a:r>
            <a:r>
              <a:rPr lang="en-US" sz="2000" dirty="0">
                <a:latin typeface="Comfortaa" pitchFamily="2" charset="0"/>
              </a:rPr>
              <a:t>private </a:t>
            </a:r>
            <a:r>
              <a:rPr lang="bg-BG" sz="2000" dirty="0">
                <a:latin typeface="Comfortaa" pitchFamily="2" charset="0"/>
              </a:rPr>
              <a:t>и изисквайте валидни стойности за всички задължителни полета в конструкторите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Пример</a:t>
            </a:r>
            <a:r>
              <a:rPr lang="en-US" sz="2000" dirty="0">
                <a:latin typeface="Comfortaa" pitchFamily="2" charset="0"/>
              </a:rPr>
              <a:t>:</a:t>
            </a:r>
            <a:r>
              <a:rPr lang="bg-BG" sz="2000" dirty="0">
                <a:latin typeface="Comfortaa" pitchFamily="2" charset="0"/>
              </a:rPr>
              <a:t> обектът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noProof="1">
                <a:latin typeface="Comfortaa" pitchFamily="2" charset="0"/>
                <a:cs typeface="Consolas" panose="020B0609020204030204" pitchFamily="49" charset="0"/>
              </a:rPr>
              <a:t>Student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е невалиден ако няма </a:t>
            </a:r>
            <a:r>
              <a:rPr lang="en-US" sz="2000" b="1" noProof="1">
                <a:latin typeface="Comfortaa" pitchFamily="2" charset="0"/>
                <a:cs typeface="Consolas" panose="020B0609020204030204" pitchFamily="49" charset="0"/>
              </a:rPr>
              <a:t>Name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b="1" noProof="1">
                <a:latin typeface="Comfortaa" pitchFamily="2" charset="0"/>
                <a:cs typeface="Consolas" panose="020B0609020204030204" pitchFamily="49" charset="0"/>
              </a:rPr>
              <a:t>FacultyNumber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Отчасти инициализирани обекти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66536" y="4161027"/>
            <a:ext cx="10258928" cy="201593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class Student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private string name, facultyNumber;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Student(string name, string facultyNumber)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 …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01815" y="4719165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623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дефинирайте неизползвани променливи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600" dirty="0">
                <a:latin typeface="Comfortaa" pitchFamily="2" charset="0"/>
              </a:rPr>
              <a:t>Компилаторът обикновено извежда </a:t>
            </a:r>
            <a:br>
              <a:rPr lang="bg-BG" sz="2600" dirty="0">
                <a:latin typeface="Comfortaa" pitchFamily="2" charset="0"/>
              </a:rPr>
            </a:br>
            <a:r>
              <a:rPr lang="bg-BG" sz="2600" dirty="0">
                <a:latin typeface="Comfortaa" pitchFamily="2" charset="0"/>
              </a:rPr>
              <a:t>предупреждение</a:t>
            </a:r>
            <a:endParaRPr lang="en-US" sz="26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ползвайте променливи със скрита цел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sz="1800" dirty="0">
              <a:latin typeface="Comfortaa" pitchFamily="2" charset="0"/>
            </a:endParaRPr>
          </a:p>
          <a:p>
            <a:pPr marL="377887" lvl="1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4200"/>
              </a:spcBef>
            </a:pPr>
            <a:r>
              <a:rPr lang="bg-BG" dirty="0">
                <a:latin typeface="Comfortaa" pitchFamily="2" charset="0"/>
              </a:rPr>
              <a:t>Вместо това ползвайте изброяване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Променливи </a:t>
            </a:r>
            <a:r>
              <a:rPr lang="en-US" dirty="0">
                <a:latin typeface="Comfortaa" pitchFamily="2" charset="0"/>
              </a:rPr>
              <a:t>– </a:t>
            </a:r>
            <a:r>
              <a:rPr lang="bg-BG" dirty="0">
                <a:latin typeface="Comfortaa" pitchFamily="2" charset="0"/>
              </a:rPr>
              <a:t>други съвети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09516" y="3608527"/>
            <a:ext cx="9142650" cy="163121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mode = 1;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…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if (mode == 1) …; // Read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 if (mode == 2) …; // Write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else if (mode == 3) …; // Read and write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09516" y="5858622"/>
            <a:ext cx="9142650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enum ResourceAccessMode { Read, Write, ReadWrite }</a:t>
            </a:r>
          </a:p>
        </p:txBody>
      </p:sp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7896" y="4045871"/>
            <a:ext cx="792549" cy="792549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07896" y="5452272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03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Винаги присвоете резултата на метод на променлива преди да го върнете</a:t>
            </a:r>
            <a:r>
              <a:rPr lang="en-US" dirty="0">
                <a:latin typeface="Comfortaa" pitchFamily="2" charset="0"/>
              </a:rPr>
              <a:t>. </a:t>
            </a:r>
            <a:r>
              <a:rPr lang="bg-BG" dirty="0">
                <a:latin typeface="Comfortaa" pitchFamily="2" charset="0"/>
              </a:rPr>
              <a:t>Плюсове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Подобрява четливостта на кода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Връщаната стойност има </a:t>
            </a:r>
            <a:r>
              <a:rPr lang="bg-BG" dirty="0" err="1">
                <a:latin typeface="Comfortaa" pitchFamily="2" charset="0"/>
              </a:rPr>
              <a:t>самоописателно</a:t>
            </a:r>
            <a:r>
              <a:rPr lang="bg-BG" dirty="0">
                <a:latin typeface="Comfortaa" pitchFamily="2" charset="0"/>
              </a:rPr>
              <a:t> име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Опростява </a:t>
            </a:r>
            <a:r>
              <a:rPr lang="bg-BG" dirty="0" err="1">
                <a:latin typeface="Comfortaa" pitchFamily="2" charset="0"/>
              </a:rPr>
              <a:t>дебъгването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Добър 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Връщане на резултат от метод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66536" y="5725486"/>
            <a:ext cx="10258928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return days * HoursPerDay * ratePerHour;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66536" y="4481840"/>
            <a:ext cx="10258928" cy="7078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int salary = days * HoursPerDay * ratePerHour;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return salary;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518783" y="3725883"/>
            <a:ext cx="3555074" cy="868820"/>
          </a:xfrm>
          <a:prstGeom prst="wedgeRoundRectCallout">
            <a:avLst>
              <a:gd name="adj1" fmla="val -92829"/>
              <a:gd name="adj2" fmla="val 38041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Функцията на формулата е очевидна</a:t>
            </a:r>
            <a:endParaRPr lang="en-US" sz="2000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061187" y="5045808"/>
            <a:ext cx="4470267" cy="1266092"/>
          </a:xfrm>
          <a:prstGeom prst="wedgeRoundRectCallout">
            <a:avLst>
              <a:gd name="adj1" fmla="val -132455"/>
              <a:gd name="adj2" fmla="val -5453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hangingPunct="0">
              <a:lnSpc>
                <a:spcPts val="28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Тук може да сложим точка на прекъсване и да проверим дали резултатът е верен</a:t>
            </a:r>
            <a:endParaRPr lang="en-US" sz="2000" b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447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260" y="2306576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bg-BG" dirty="0">
                <a:latin typeface="Comfortaa" pitchFamily="2" charset="0"/>
              </a:rPr>
              <a:t>Винаги опитвайте максимално да намалите обхвата и видимостта на променливите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Това намалява потенциалната зависимост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Избягвайте </a:t>
            </a:r>
            <a:r>
              <a:rPr lang="en-US" dirty="0">
                <a:latin typeface="Comfortaa" pitchFamily="2" charset="0"/>
              </a:rPr>
              <a:t>public </a:t>
            </a:r>
            <a:r>
              <a:rPr lang="bg-BG" dirty="0">
                <a:latin typeface="Comfortaa" pitchFamily="2" charset="0"/>
              </a:rPr>
              <a:t>полета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изключения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readonly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en-US" b="1" noProof="1">
                <a:latin typeface="Comfortaa" pitchFamily="2" charset="0"/>
                <a:cs typeface="Consolas" pitchFamily="49" charset="0"/>
              </a:rPr>
              <a:t>const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/>
            <a:r>
              <a:rPr lang="bg-BG" dirty="0">
                <a:latin typeface="Comfortaa" pitchFamily="2" charset="0"/>
              </a:rPr>
              <a:t>Достъпвайте всички полета чрез свойства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bg-BG" dirty="0">
                <a:latin typeface="Comfortaa" pitchFamily="2" charset="0"/>
              </a:rPr>
              <a:t>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260" y="846076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Обхват и видимост на променливи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48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891" y="-29969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надхвърлен обхват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90891" y="1209918"/>
            <a:ext cx="10766795" cy="507831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Globals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static int state = 0;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ConsolePrinter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public static void PrintSomething()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if (Globals.state == 0)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Console.WriteLine("Hello.");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else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Console.WriteLine("Good bye.");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7" name="Picture 6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21885" y="3099461"/>
            <a:ext cx="1045890" cy="1045890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216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Инициализирайте променливи използвани в цикъл непосредствено преди него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задавайте на променлива стойност докато не трябва да я използвате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Не следвайте стария </a:t>
            </a:r>
            <a:r>
              <a:rPr lang="en-US" dirty="0">
                <a:latin typeface="Comfortaa" pitchFamily="2" charset="0"/>
              </a:rPr>
              <a:t>C / Pascal </a:t>
            </a:r>
            <a:r>
              <a:rPr lang="bg-BG" dirty="0">
                <a:latin typeface="Comfortaa" pitchFamily="2" charset="0"/>
              </a:rPr>
              <a:t>стил на деклариране на променливи в началото на всеки метод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Започнете с най-ограничената видимост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Разширете видимостта само при необходимост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Групирайте свързани изрази заедно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7743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Най-добри практики при променливите</a:t>
            </a:r>
            <a:endParaRPr lang="en-US" sz="3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935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2604" y="1905000"/>
            <a:ext cx="10766795" cy="41148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SummarizeData(…) 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GetOldData(oldData, numOldData);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GetNewData(newData, numNewData);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totalOldData = Sum(oldData, numOldData);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totalNewData = Sum(newData, numNewData);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PrintOldDataSummary(oldData, totalOldData);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PrintNewDataSummary(newData, totalNewData);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SaveOldDataSummary(totalOldData, numOldData);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SaveNewDataSummary(totalNewData, numNewData);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712601" y="1297174"/>
            <a:ext cx="10766794" cy="54535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Шест променливи само в този кратък фрагмент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85862" cy="932049"/>
          </a:xfrm>
        </p:spPr>
        <p:txBody>
          <a:bodyPr>
            <a:normAutofit/>
          </a:bodyPr>
          <a:lstStyle/>
          <a:p>
            <a:pPr>
              <a:spcBef>
                <a:spcPct val="35000"/>
              </a:spcBef>
            </a:pPr>
            <a:r>
              <a:rPr lang="bg-BG" dirty="0">
                <a:latin typeface="Comfortaa" pitchFamily="2" charset="0"/>
              </a:rPr>
              <a:t>Пример за групиране на свързани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8537495" y="3544491"/>
            <a:ext cx="3243328" cy="2043113"/>
          </a:xfrm>
          <a:prstGeom prst="wedgeRoundRectCallout">
            <a:avLst>
              <a:gd name="adj1" fmla="val -61491"/>
              <a:gd name="adj2" fmla="val -1793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6000" tIns="0" rIns="36000" bIns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Трябва да следите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oldData</a:t>
            </a:r>
            <a:r>
              <a:rPr lang="en-US" sz="2000" b="1" i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newData</a:t>
            </a:r>
            <a:r>
              <a:rPr lang="en-US" sz="2000" b="1" i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numOldData</a:t>
            </a:r>
            <a:r>
              <a:rPr lang="en-US" sz="2000" b="1" i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numNewData</a:t>
            </a:r>
            <a:r>
              <a:rPr lang="en-US" sz="2000" b="1" i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,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totalOldData </a:t>
            </a: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и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totalNewData </a:t>
            </a: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77450" y="2117557"/>
            <a:ext cx="1151906" cy="1151906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808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469" y="350093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Пример за по-добро групиране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96469" y="1858891"/>
            <a:ext cx="10969943" cy="427867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void SummarizeDaily( … 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GetOldData(oldData, numOldData);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totalOldData = Sum(oldData, numOldData);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PrintOldDataSummary(oldData, totalOldData);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SaveOldDataSummary(totalOldData, numOldData);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GetNewData(newData, numNewData);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totalNewData = Sum(newData, numNewData);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PrintNewDataSummary(newData, totalNewData);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SaveNewDataSummary(totalNewData, numNewData);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8076018" y="3025238"/>
            <a:ext cx="3656648" cy="1498283"/>
          </a:xfrm>
          <a:prstGeom prst="wedgeRoundRectCallout">
            <a:avLst>
              <a:gd name="adj1" fmla="val -65074"/>
              <a:gd name="adj2" fmla="val -3309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36000" tIns="0" rIns="36000" bIns="0">
            <a:sp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2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Всеки от двата блока е по-кратък и съдържа по-малко променливи</a:t>
            </a:r>
            <a:endParaRPr lang="en-US" sz="2200" b="1" i="1" noProof="1">
              <a:solidFill>
                <a:schemeClr val="bg1"/>
              </a:solidFill>
              <a:latin typeface="Comfortaa" pitchFamily="2" charset="0"/>
              <a:cs typeface="Consolas" pitchFamily="49" charset="0"/>
            </a:endParaRP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93208" y="1858891"/>
            <a:ext cx="1022267" cy="1022267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430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Променливите трябва да имат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една-единствена цел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/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Никога </a:t>
            </a:r>
            <a:r>
              <a:rPr lang="bg-BG" dirty="0">
                <a:latin typeface="Comfortaa" pitchFamily="2" charset="0"/>
              </a:rPr>
              <a:t>не ползвайте една променлива за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много цели</a:t>
            </a:r>
            <a:r>
              <a:rPr lang="en-US" dirty="0">
                <a:latin typeface="Comfortaa" pitchFamily="2" charset="0"/>
              </a:rPr>
              <a:t>!</a:t>
            </a:r>
          </a:p>
          <a:p>
            <a:pPr lvl="1"/>
            <a:r>
              <a:rPr lang="bg-BG" dirty="0">
                <a:latin typeface="Comfortaa" pitchFamily="2" charset="0"/>
              </a:rPr>
              <a:t>Пестенето на памет не е извинение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Можете ли да измислите добро име на променлива, използвана с няколко цели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/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променлива, използвана да изброи ученици или да съхранява средния им успех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Предложението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studentsCountOrAvgGrade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Единствена цел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4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71924" y="4897584"/>
            <a:ext cx="666006" cy="666006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0349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Избягвайте сложни изрази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Никога не ползвайте сложни изрази в кода</a:t>
            </a:r>
            <a:r>
              <a:rPr lang="en-US" dirty="0">
                <a:latin typeface="Comfortaa" pitchFamily="2" charset="0"/>
              </a:rPr>
              <a:t>!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bg-BG" dirty="0">
                <a:latin typeface="Comfortaa" pitchFamily="2" charset="0"/>
              </a:rPr>
              <a:t>Лош 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bg-BG" dirty="0">
                <a:latin typeface="Comfortaa" pitchFamily="2" charset="0"/>
              </a:rPr>
              <a:t>Сложните изрази са лоши, защото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Затрудняват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четенето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разбирането </a:t>
            </a:r>
            <a:r>
              <a:rPr lang="bg-BG" dirty="0">
                <a:latin typeface="Comfortaa" pitchFamily="2" charset="0"/>
              </a:rPr>
              <a:t>на кода,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трудни са за </a:t>
            </a:r>
            <a:r>
              <a:rPr lang="bg-BG" dirty="0" err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дебъгване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промяна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поддръжка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64469" y="2782630"/>
            <a:ext cx="10969943" cy="175945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 = 0; i &lt; xCoords.Length; i++)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for (int j = 0; j &lt; yCoords.Length; j++)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matrix[i][j] = 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matrix[xCoords[FindMax(i) + 1]][yCoords[FindMin(j) - 1]] *</a:t>
            </a:r>
          </a:p>
          <a:p>
            <a:pPr>
              <a:lnSpc>
                <a:spcPts val="2600"/>
              </a:lnSpc>
            </a:pPr>
            <a:r>
              <a:rPr lang="en-US" sz="19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matrix[yCoords[FindMax(j) + 1]][xCoords[FindMin(i) - 1]];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6957057" y="2459218"/>
            <a:ext cx="4503015" cy="1085901"/>
          </a:xfrm>
          <a:prstGeom prst="wedgeRoundRectCallout">
            <a:avLst>
              <a:gd name="adj1" fmla="val -38028"/>
              <a:gd name="adj2" fmla="val 11296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72000" tIns="0" rIns="72000" bIns="0">
            <a:spAutoFit/>
          </a:bodyPr>
          <a:lstStyle/>
          <a:p>
            <a:pPr algn="ctr"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Какво ще правим като стигнем реда 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IndexOutOfRangeException?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890649" y="4733461"/>
            <a:ext cx="10569422" cy="348110"/>
          </a:xfrm>
          <a:prstGeom prst="wedgeRoundRectCallout">
            <a:avLst>
              <a:gd name="adj1" fmla="val -21676"/>
              <a:gd name="adj2" fmla="val -113458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72000" tIns="0" rIns="72000" bIns="0">
            <a:spAutoFit/>
          </a:bodyPr>
          <a:lstStyle/>
          <a:p>
            <a:pPr algn="ctr" eaLnBrk="0" hangingPunct="0">
              <a:lnSpc>
                <a:spcPts val="26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Има 10 потенциални източника на</a:t>
            </a:r>
            <a:r>
              <a:rPr lang="en-US" sz="2000" b="1" noProof="1">
                <a:solidFill>
                  <a:schemeClr val="bg1"/>
                </a:solidFill>
                <a:latin typeface="Comfortaa" pitchFamily="2" charset="0"/>
                <a:cs typeface="Consolas" pitchFamily="49" charset="0"/>
              </a:rPr>
              <a:t> IndexOutOfRangeException.</a:t>
            </a:r>
          </a:p>
        </p:txBody>
      </p:sp>
      <p:pic>
        <p:nvPicPr>
          <p:cNvPr id="8" name="Picture 7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07356" y="3699148"/>
            <a:ext cx="688908" cy="688908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812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601" y="0"/>
            <a:ext cx="10766794" cy="1145683"/>
          </a:xfrm>
        </p:spPr>
        <p:txBody>
          <a:bodyPr/>
          <a:lstStyle/>
          <a:p>
            <a:r>
              <a:rPr lang="bg-BG" sz="3800" dirty="0">
                <a:latin typeface="Comfortaa" pitchFamily="2" charset="0"/>
              </a:rPr>
              <a:t>Опростяване на сложни изрази</a:t>
            </a:r>
            <a:endParaRPr lang="en-US" sz="38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2604" y="1145683"/>
            <a:ext cx="10766795" cy="507831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 (int i = 0; i &lt; xCoords.Length; i++)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for (int j = 0; j &lt; yCoords.Length; j++)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minXStartIndex = FindMin(i) - 1;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maxXStartIndex = FindMax(i) + 1;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minYStartIndex = FindMin(j) - 1;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maxYStartIndex = FindMax(j) + 1;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minXcoord = xCoords[minXStartIndex];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maxXcoord = xCoords[maxXStartIndex];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minYcoord = yCoords[minYStartIndex];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maxYcoord = yCoords[maxYStartIndex];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int newValue =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matrix[maxXcoord][minYcoord] 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  matrix[maxYcoord][minXcoord];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matrix[i][j] = newValue;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11266" name="Picture 2" descr="http://connectandwork.net/shared/themes/default/images/images/dialogs/ok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696" b="8696"/>
          <a:stretch/>
        </p:blipFill>
        <p:spPr bwMode="auto">
          <a:xfrm>
            <a:off x="9870376" y="3279326"/>
            <a:ext cx="990600" cy="8110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4910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13" y="2173664"/>
            <a:ext cx="1051560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Какво е „мистериозно“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число или стойност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„Мистериозни“ числа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bg-BG" dirty="0">
                <a:latin typeface="Comfortaa" pitchFamily="2" charset="0"/>
              </a:rPr>
              <a:t>стойности са всички литерали, различни от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0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1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-1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null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""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празен низ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Избягвайте използването им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Те са трудни за поддръжка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 промяна може да трябва да коригирате навсякъде където се появява това „мистериозно“ число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bg-BG" dirty="0">
                <a:latin typeface="Comfortaa" pitchFamily="2" charset="0"/>
              </a:rPr>
              <a:t>константа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Значението им не е очевидно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Пример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какво значи числото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1024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116" y="753340"/>
            <a:ext cx="9612677" cy="1420324"/>
          </a:xfrm>
        </p:spPr>
        <p:txBody>
          <a:bodyPr/>
          <a:lstStyle/>
          <a:p>
            <a:r>
              <a:rPr lang="ru-RU" sz="3700" dirty="0">
                <a:latin typeface="Comfortaa" pitchFamily="2" charset="0"/>
              </a:rPr>
              <a:t>Избягвайте „мистериозни“ числа (Magic Numbers)</a:t>
            </a:r>
            <a:endParaRPr lang="en-US" sz="37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807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4" y="73803"/>
            <a:ext cx="11173090" cy="10901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Злите „мистериозни“ числа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09456" y="1170087"/>
            <a:ext cx="11173090" cy="523220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GeometryUtils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static double CalcCircleArea(double radius)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double area = 3.14159206 * radius * radius;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area;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static double CalcCirclePerimeter(double radius)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double perimeter = 6.28318412 * radius;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perimeter;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public static double CalcElipseArea(double axis1, double axis2)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double area = 3.14159206 * axis1 * axis2;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return area;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4953000" y="2270227"/>
            <a:ext cx="2031072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"/>
            </a:schemeClr>
          </a:solidFill>
          <a:ln w="38100">
            <a:solidFill>
              <a:srgbClr val="00B0F0"/>
            </a:solidFill>
            <a:prstDash val="sysDash"/>
          </a:ln>
        </p:spPr>
        <p:txBody>
          <a:bodyPr wrap="none">
            <a:noAutofit/>
          </a:bodyPr>
          <a:lstStyle/>
          <a:p>
            <a:pPr>
              <a:lnSpc>
                <a:spcPts val="2400"/>
              </a:lnSpc>
            </a:pPr>
            <a:endParaRPr lang="en-US" b="1" noProof="1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515805" y="3694383"/>
            <a:ext cx="1066801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"/>
            </a:schemeClr>
          </a:solidFill>
          <a:ln w="38100">
            <a:solidFill>
              <a:srgbClr val="00B0F0"/>
            </a:solidFill>
            <a:prstDash val="sysDash"/>
          </a:ln>
        </p:spPr>
        <p:txBody>
          <a:bodyPr wrap="none">
            <a:noAutofit/>
          </a:bodyPr>
          <a:lstStyle/>
          <a:p>
            <a:pPr>
              <a:lnSpc>
                <a:spcPts val="2400"/>
              </a:lnSpc>
            </a:pPr>
            <a:endParaRPr lang="en-US" b="1" noProof="1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924002" y="5168586"/>
            <a:ext cx="184102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"/>
            </a:schemeClr>
          </a:solidFill>
          <a:ln w="38100">
            <a:solidFill>
              <a:srgbClr val="00B0F0"/>
            </a:solidFill>
            <a:prstDash val="sysDash"/>
          </a:ln>
        </p:spPr>
        <p:txBody>
          <a:bodyPr wrap="none">
            <a:noAutofit/>
          </a:bodyPr>
          <a:lstStyle/>
          <a:p>
            <a:pPr>
              <a:lnSpc>
                <a:spcPts val="2400"/>
              </a:lnSpc>
            </a:pPr>
            <a:endParaRPr lang="en-US" b="1" noProof="1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10" name="Picture 9" descr="approve, block, cancel, delete, reject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07782" y="3108969"/>
            <a:ext cx="985524" cy="985524"/>
          </a:xfrm>
          <a:prstGeom prst="rect">
            <a:avLst/>
          </a:prstGeom>
          <a:noFill/>
          <a:effectLst>
            <a:outerShdw blurRad="101600" sx="102000" sy="102000" algn="ctr" rotWithShape="0">
              <a:srgbClr val="FF3300">
                <a:alpha val="69804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505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978" y="182845"/>
            <a:ext cx="11274663" cy="1110780"/>
          </a:xfrm>
        </p:spPr>
        <p:txBody>
          <a:bodyPr>
            <a:noAutofit/>
          </a:bodyPr>
          <a:lstStyle/>
          <a:p>
            <a:r>
              <a:rPr lang="bg-BG" sz="2800" dirty="0">
                <a:latin typeface="Comfortaa" pitchFamily="2" charset="0"/>
              </a:rPr>
              <a:t>Превръщане на „мистериозните“ числа в константи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7978" y="1245352"/>
            <a:ext cx="11274663" cy="527965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class GeometryUtils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public const double PI = 3.14159206;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public static double CalcCircleArea(double radius)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double area = PI * radius * radius;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return area;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}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public static double CalcCirclePerimeter(double radius)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double perimeter = 2 * PI * radius;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return perimeter;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}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public static double CalcElipseArea(double axis1, double axis2)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{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double area = PI * axis1 * axis2;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    return area;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}</a:t>
            </a:r>
          </a:p>
          <a:p>
            <a:pPr eaLnBrk="0" hangingPunct="0">
              <a:lnSpc>
                <a:spcPct val="7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6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4490" y="3183332"/>
            <a:ext cx="1245366" cy="1245366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565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 </a:t>
            </a:r>
            <a:r>
              <a:rPr lang="en-US" dirty="0">
                <a:latin typeface="Comfortaa" pitchFamily="2" charset="0"/>
              </a:rPr>
              <a:t>C#</a:t>
            </a:r>
            <a:r>
              <a:rPr lang="bg-BG" dirty="0">
                <a:latin typeface="Comfortaa" pitchFamily="2" charset="0"/>
              </a:rPr>
              <a:t> има два типа константи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Compile-time </a:t>
            </a:r>
            <a:r>
              <a:rPr lang="bg-BG" dirty="0">
                <a:latin typeface="Comfortaa" pitchFamily="2" charset="0"/>
              </a:rPr>
              <a:t>константи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Заменят се със стойността си по време на компилация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Зад тях не стои никакво поле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Run-time </a:t>
            </a:r>
            <a:r>
              <a:rPr lang="bg-BG" dirty="0">
                <a:latin typeface="Comfortaa" pitchFamily="2" charset="0"/>
              </a:rPr>
              <a:t>константи: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Специални полета, инициализирани в </a:t>
            </a:r>
            <a:r>
              <a:rPr lang="en-US" dirty="0">
                <a:latin typeface="Comfortaa" pitchFamily="2" charset="0"/>
              </a:rPr>
              <a:t>static </a:t>
            </a:r>
            <a:r>
              <a:rPr lang="bg-BG" dirty="0">
                <a:latin typeface="Comfortaa" pitchFamily="2" charset="0"/>
              </a:rPr>
              <a:t>конструктора</a:t>
            </a:r>
            <a:endParaRPr lang="en-US" dirty="0">
              <a:latin typeface="Comfortaa" pitchFamily="2" charset="0"/>
            </a:endParaRPr>
          </a:p>
          <a:p>
            <a:pPr lvl="2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Компилират се в </a:t>
            </a:r>
            <a:r>
              <a:rPr lang="bg-BG" dirty="0" err="1">
                <a:latin typeface="Comfortaa" pitchFamily="2" charset="0"/>
              </a:rPr>
              <a:t>асемблито</a:t>
            </a:r>
            <a:r>
              <a:rPr lang="bg-BG" dirty="0">
                <a:latin typeface="Comfortaa" pitchFamily="2" charset="0"/>
              </a:rPr>
              <a:t> като всеки друг член на клас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2842" y="365125"/>
            <a:ext cx="10290958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Константи в </a:t>
            </a:r>
            <a:r>
              <a:rPr lang="en-US" dirty="0">
                <a:latin typeface="Comfortaa" pitchFamily="2" charset="0"/>
              </a:rPr>
              <a:t>C#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57958" y="2772769"/>
            <a:ext cx="8804203" cy="3847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const double PI = 3.14159206;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657958" y="4341927"/>
            <a:ext cx="8804203" cy="38472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readonly string ConfigFile = "app.xml";</a:t>
            </a:r>
          </a:p>
        </p:txBody>
      </p:sp>
      <p:pic>
        <p:nvPicPr>
          <p:cNvPr id="8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12098" y="2397320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12099" y="4054330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535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818" y="159405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Константите трябва да се използват в следните случаи</a:t>
            </a:r>
            <a:r>
              <a:rPr lang="en-US" sz="2400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400"/>
              </a:spcBef>
            </a:pPr>
            <a:r>
              <a:rPr lang="bg-BG" sz="2000" dirty="0">
                <a:latin typeface="Comfortaa" pitchFamily="2" charset="0"/>
              </a:rPr>
              <a:t>Когато трябва да използваме имена или други стойности и техните логически смисъл и стойност не са очевидни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Имена на файлове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2400"/>
              </a:spcBef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Математически константи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  <a:spcBef>
                <a:spcPts val="2400"/>
              </a:spcBef>
            </a:pP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Граници и диапазони</a:t>
            </a:r>
            <a:endParaRPr lang="en-US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6279"/>
            <a:ext cx="10515600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Кога да ползваме константи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272513" y="3256549"/>
            <a:ext cx="8803700" cy="70788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static readonly string SettingsFileName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"ApplicationSettings.xml";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31386" y="4773844"/>
            <a:ext cx="8803700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const double E = 2.7182818284;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331386" y="5856481"/>
            <a:ext cx="8803700" cy="40011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0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public const int ReadBufferSize = 5 * 1024 * 1024;</a:t>
            </a:r>
          </a:p>
        </p:txBody>
      </p:sp>
      <p:pic>
        <p:nvPicPr>
          <p:cNvPr id="9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53558" y="3151736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53557" y="4424830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aken, installed, ok, package, richtig, right, tick, updated ic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53557" y="5466363"/>
            <a:ext cx="812699" cy="812699"/>
          </a:xfrm>
          <a:prstGeom prst="rect">
            <a:avLst/>
          </a:prstGeom>
          <a:noFill/>
          <a:effectLst>
            <a:outerShdw blurRad="101600" sx="102000" sy="102000" algn="ctr" rotWithShape="0">
              <a:schemeClr val="tx2">
                <a:lumMod val="60000"/>
                <a:lumOff val="40000"/>
                <a:alpha val="7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069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Понякога е по-добре да си останем с твърдо закованата стойност вместо да ползваме константа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Съобщения за грешки и описания на изключения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SQL </a:t>
            </a:r>
            <a:r>
              <a:rPr lang="bg-BG" dirty="0">
                <a:latin typeface="Comfortaa" pitchFamily="2" charset="0"/>
              </a:rPr>
              <a:t>команди за операции с бази данни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Имена на </a:t>
            </a:r>
            <a:r>
              <a:rPr lang="en-US" dirty="0">
                <a:latin typeface="Comfortaa" pitchFamily="2" charset="0"/>
              </a:rPr>
              <a:t>GUI </a:t>
            </a:r>
            <a:r>
              <a:rPr lang="bg-BG" dirty="0">
                <a:latin typeface="Comfortaa" pitchFamily="2" charset="0"/>
              </a:rPr>
              <a:t>елементи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етикети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бутони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менюта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диалози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 интернационализация ползвайте ресурси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не константи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Ресурсите са специални файлове, вградени в </a:t>
            </a:r>
            <a:r>
              <a:rPr lang="bg-BG" dirty="0" err="1">
                <a:latin typeface="Comfortaa" pitchFamily="2" charset="0"/>
              </a:rPr>
              <a:t>асемблито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Достъпни са по време на изпълнение на програмата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Кога да избягваме константи</a:t>
            </a:r>
            <a:r>
              <a:rPr lang="en-US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5565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7792" y="1744888"/>
            <a:ext cx="10436415" cy="4281839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Инициализиране на променливи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Съвети за използване на променливи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Използвайте ги да покажете целта на кода</a:t>
            </a:r>
            <a:endParaRPr lang="en-US" dirty="0">
              <a:latin typeface="Comfortaa" pitchFamily="2" charset="0"/>
            </a:endParaRPr>
          </a:p>
          <a:p>
            <a:pPr marL="1066693" lvl="2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Например когато връщате стойност от метод</a:t>
            </a:r>
            <a:endParaRPr lang="en-US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Дръжте обхвата и живота им малки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Опростявайте изразите, за да избегнете трудно </a:t>
            </a:r>
            <a:r>
              <a:rPr lang="bg-BG" dirty="0" err="1">
                <a:latin typeface="Comfortaa" pitchFamily="2" charset="0"/>
              </a:rPr>
              <a:t>дебъгване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Ползвайте константи, за да няма </a:t>
            </a:r>
            <a:r>
              <a:rPr lang="en-US" dirty="0">
                <a:latin typeface="Comfortaa" pitchFamily="2" charset="0"/>
              </a:rPr>
              <a:t>„</a:t>
            </a:r>
            <a:r>
              <a:rPr lang="bg-BG" dirty="0">
                <a:latin typeface="Comfortaa" pitchFamily="2" charset="0"/>
              </a:rPr>
              <a:t>мистериозни</a:t>
            </a:r>
            <a:r>
              <a:rPr lang="en-US" dirty="0">
                <a:latin typeface="Comfortaa" pitchFamily="2" charset="0"/>
              </a:rPr>
              <a:t>" </a:t>
            </a:r>
            <a:r>
              <a:rPr lang="bg-BG" dirty="0">
                <a:latin typeface="Comfortaa" pitchFamily="2" charset="0"/>
              </a:rPr>
              <a:t>стойности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098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</TotalTime>
  <Words>1638</Words>
  <Application>Microsoft Office PowerPoint</Application>
  <PresentationFormat>Widescreen</PresentationFormat>
  <Paragraphs>293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Comfortaa</vt:lpstr>
      <vt:lpstr>Consolas</vt:lpstr>
      <vt:lpstr>Times New Roman</vt:lpstr>
      <vt:lpstr>Office Theme</vt:lpstr>
      <vt:lpstr>Използване на променливи, изрази и константи</vt:lpstr>
      <vt:lpstr>Съдържание</vt:lpstr>
      <vt:lpstr>Инициализация на променливи [1/3]</vt:lpstr>
      <vt:lpstr>Инициализация на променливи [2/3]</vt:lpstr>
      <vt:lpstr>Инициализация на променливи [3/3]</vt:lpstr>
      <vt:lpstr>Отчасти инициализирани обекти</vt:lpstr>
      <vt:lpstr>Променливи – други съвети</vt:lpstr>
      <vt:lpstr>Връщане на резултат от метод</vt:lpstr>
      <vt:lpstr>Обхват и видимост на променливи</vt:lpstr>
      <vt:lpstr>Пример за надхвърлен обхват</vt:lpstr>
      <vt:lpstr>Най-добри практики при променливите</vt:lpstr>
      <vt:lpstr>Пример за групиране на свързани</vt:lpstr>
      <vt:lpstr>Пример за по-добро групиране</vt:lpstr>
      <vt:lpstr>Единствена цел</vt:lpstr>
      <vt:lpstr>Избягвайте сложни изрази</vt:lpstr>
      <vt:lpstr>Опростяване на сложни изрази</vt:lpstr>
      <vt:lpstr>Избягвайте „мистериозни“ числа (Magic Numbers)</vt:lpstr>
      <vt:lpstr>Злите „мистериозни“ числа</vt:lpstr>
      <vt:lpstr>Превръщане на „мистериозните“ числа в константи</vt:lpstr>
      <vt:lpstr>Константи в C#</vt:lpstr>
      <vt:lpstr>Кога да ползваме константи?</vt:lpstr>
      <vt:lpstr>Кога да избягваме константи?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11</cp:revision>
  <dcterms:created xsi:type="dcterms:W3CDTF">2022-08-09T09:25:46Z</dcterms:created>
  <dcterms:modified xsi:type="dcterms:W3CDTF">2025-12-18T10:47:51Z</dcterms:modified>
</cp:coreProperties>
</file>