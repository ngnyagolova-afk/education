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9"/>
  </p:notesMasterIdLst>
  <p:sldIdLst>
    <p:sldId id="258" r:id="rId2"/>
    <p:sldId id="571" r:id="rId3"/>
    <p:sldId id="637" r:id="rId4"/>
    <p:sldId id="625" r:id="rId5"/>
    <p:sldId id="626" r:id="rId6"/>
    <p:sldId id="638" r:id="rId7"/>
    <p:sldId id="639" r:id="rId8"/>
    <p:sldId id="627" r:id="rId9"/>
    <p:sldId id="640" r:id="rId10"/>
    <p:sldId id="642" r:id="rId11"/>
    <p:sldId id="643" r:id="rId12"/>
    <p:sldId id="644" r:id="rId13"/>
    <p:sldId id="645" r:id="rId14"/>
    <p:sldId id="646" r:id="rId15"/>
    <p:sldId id="647" r:id="rId16"/>
    <p:sldId id="648" r:id="rId17"/>
    <p:sldId id="5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Съдържание" id="{0B0C01F3-1F60-4ADB-AC1E-9589654EAEF3}">
          <p14:sldIdLst>
            <p14:sldId id="637"/>
            <p14:sldId id="625"/>
            <p14:sldId id="626"/>
            <p14:sldId id="638"/>
            <p14:sldId id="639"/>
            <p14:sldId id="627"/>
            <p14:sldId id="640"/>
            <p14:sldId id="642"/>
            <p14:sldId id="643"/>
            <p14:sldId id="644"/>
            <p14:sldId id="645"/>
            <p14:sldId id="646"/>
            <p14:sldId id="647"/>
            <p14:sldId id="648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56DDD9-295C-4A40-A752-6DBFB140C852}" v="71" dt="2023-02-22T12:12:07.2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>
        <p:scale>
          <a:sx n="75" d="100"/>
          <a:sy n="75" d="100"/>
        </p:scale>
        <p:origin x="699" y="3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  <pc:docChgLst>
    <pc:chgData name="БСУ" userId="bdbaa275-9249-41b1-8d15-242f632c67bf" providerId="ADAL" clId="{E8EBBEA8-749B-4042-B043-5A6FD507A9B3}"/>
    <pc:docChg chg="modSld sldOrd modSection">
      <pc:chgData name="БСУ" userId="bdbaa275-9249-41b1-8d15-242f632c67bf" providerId="ADAL" clId="{E8EBBEA8-749B-4042-B043-5A6FD507A9B3}" dt="2023-02-17T11:21:52.587" v="1"/>
      <pc:docMkLst>
        <pc:docMk/>
      </pc:docMkLst>
      <pc:sldChg chg="ord">
        <pc:chgData name="БСУ" userId="bdbaa275-9249-41b1-8d15-242f632c67bf" providerId="ADAL" clId="{E8EBBEA8-749B-4042-B043-5A6FD507A9B3}" dt="2023-02-17T11:21:52.587" v="1"/>
        <pc:sldMkLst>
          <pc:docMk/>
          <pc:sldMk cId="2385751420" sldId="571"/>
        </pc:sldMkLst>
      </pc:sldChg>
    </pc:docChg>
  </pc:docChgLst>
  <pc:docChgLst>
    <pc:chgData name="Димитър Минчев" userId="6da192e4-d32c-454b-8615-bbadf07b6639" providerId="ADAL" clId="{B056DDD9-295C-4A40-A752-6DBFB140C852}"/>
    <pc:docChg chg="custSel addSld modSld">
      <pc:chgData name="Димитър Минчев" userId="6da192e4-d32c-454b-8615-bbadf07b6639" providerId="ADAL" clId="{B056DDD9-295C-4A40-A752-6DBFB140C852}" dt="2023-02-22T12:12:14.423" v="255" actId="1076"/>
      <pc:docMkLst>
        <pc:docMk/>
      </pc:docMkLst>
      <pc:sldChg chg="modSp mod">
        <pc:chgData name="Димитър Минчев" userId="6da192e4-d32c-454b-8615-bbadf07b6639" providerId="ADAL" clId="{B056DDD9-295C-4A40-A752-6DBFB140C852}" dt="2023-02-22T11:59:31.106" v="29" actId="20577"/>
        <pc:sldMkLst>
          <pc:docMk/>
          <pc:sldMk cId="2386959723" sldId="258"/>
        </pc:sldMkLst>
        <pc:spChg chg="mod">
          <ac:chgData name="Димитър Минчев" userId="6da192e4-d32c-454b-8615-bbadf07b6639" providerId="ADAL" clId="{B056DDD9-295C-4A40-A752-6DBFB140C852}" dt="2023-02-22T11:59:21.626" v="2" actId="20577"/>
          <ac:spMkLst>
            <pc:docMk/>
            <pc:sldMk cId="2386959723" sldId="258"/>
            <ac:spMk id="4" creationId="{31A11B2B-6DC7-2642-A5E2-7E3177B71883}"/>
          </ac:spMkLst>
        </pc:spChg>
        <pc:spChg chg="mod">
          <ac:chgData name="Димитър Минчев" userId="6da192e4-d32c-454b-8615-bbadf07b6639" providerId="ADAL" clId="{B056DDD9-295C-4A40-A752-6DBFB140C852}" dt="2023-02-22T11:59:31.106" v="29" actId="20577"/>
          <ac:spMkLst>
            <pc:docMk/>
            <pc:sldMk cId="2386959723" sldId="258"/>
            <ac:spMk id="5" creationId="{FD72CEAD-2598-2D6F-7FF9-AF95330D8A09}"/>
          </ac:spMkLst>
        </pc:spChg>
      </pc:sldChg>
      <pc:sldChg chg="modSp mod">
        <pc:chgData name="Димитър Минчев" userId="6da192e4-d32c-454b-8615-bbadf07b6639" providerId="ADAL" clId="{B056DDD9-295C-4A40-A752-6DBFB140C852}" dt="2023-02-22T11:59:40.790" v="30"/>
        <pc:sldMkLst>
          <pc:docMk/>
          <pc:sldMk cId="2385751420" sldId="571"/>
        </pc:sldMkLst>
        <pc:spChg chg="mod">
          <ac:chgData name="Димитър Минчев" userId="6da192e4-d32c-454b-8615-bbadf07b6639" providerId="ADAL" clId="{B056DDD9-295C-4A40-A752-6DBFB140C852}" dt="2023-02-22T11:59:40.790" v="30"/>
          <ac:spMkLst>
            <pc:docMk/>
            <pc:sldMk cId="2385751420" sldId="571"/>
            <ac:spMk id="8" creationId="{00000000-0000-0000-0000-000000000000}"/>
          </ac:spMkLst>
        </pc:spChg>
      </pc:sldChg>
      <pc:sldChg chg="delSp modSp add mod">
        <pc:chgData name="Димитър Минчев" userId="6da192e4-d32c-454b-8615-bbadf07b6639" providerId="ADAL" clId="{B056DDD9-295C-4A40-A752-6DBFB140C852}" dt="2023-02-22T12:00:44.752" v="47" actId="1076"/>
        <pc:sldMkLst>
          <pc:docMk/>
          <pc:sldMk cId="3003375666" sldId="625"/>
        </pc:sldMkLst>
        <pc:spChg chg="mod">
          <ac:chgData name="Димитър Минчев" userId="6da192e4-d32c-454b-8615-bbadf07b6639" providerId="ADAL" clId="{B056DDD9-295C-4A40-A752-6DBFB140C852}" dt="2023-02-22T12:00:29.877" v="41" actId="404"/>
          <ac:spMkLst>
            <pc:docMk/>
            <pc:sldMk cId="3003375666" sldId="625"/>
            <ac:spMk id="2" creationId="{E715F848-B858-442A-A11B-296D7AE694F3}"/>
          </ac:spMkLst>
        </pc:spChg>
        <pc:spChg chg="mod">
          <ac:chgData name="Димитър Минчев" userId="6da192e4-d32c-454b-8615-bbadf07b6639" providerId="ADAL" clId="{B056DDD9-295C-4A40-A752-6DBFB140C852}" dt="2023-02-22T12:00:24.384" v="38" actId="2711"/>
          <ac:spMkLst>
            <pc:docMk/>
            <pc:sldMk cId="3003375666" sldId="625"/>
            <ac:spMk id="3" creationId="{CF920B0D-3E89-4F76-AEDB-6C3B938E4466}"/>
          </ac:spMkLst>
        </pc:spChg>
        <pc:picChg chg="del">
          <ac:chgData name="Димитър Минчев" userId="6da192e4-d32c-454b-8615-bbadf07b6639" providerId="ADAL" clId="{B056DDD9-295C-4A40-A752-6DBFB140C852}" dt="2023-02-22T12:00:15.839" v="36" actId="478"/>
          <ac:picMkLst>
            <pc:docMk/>
            <pc:sldMk cId="3003375666" sldId="625"/>
            <ac:picMk id="4" creationId="{0C4FE5A3-213C-4A5C-A9A4-36E2CC89D4A3}"/>
          </ac:picMkLst>
        </pc:picChg>
        <pc:picChg chg="mod modCrop">
          <ac:chgData name="Димитър Минчев" userId="6da192e4-d32c-454b-8615-bbadf07b6639" providerId="ADAL" clId="{B056DDD9-295C-4A40-A752-6DBFB140C852}" dt="2023-02-22T12:00:44.752" v="47" actId="1076"/>
          <ac:picMkLst>
            <pc:docMk/>
            <pc:sldMk cId="3003375666" sldId="625"/>
            <ac:picMk id="5" creationId="{00000000-0000-0000-0000-000000000000}"/>
          </ac:picMkLst>
        </pc:picChg>
      </pc:sldChg>
      <pc:sldChg chg="delSp modSp add mod modAnim">
        <pc:chgData name="Димитър Минчев" userId="6da192e4-d32c-454b-8615-bbadf07b6639" providerId="ADAL" clId="{B056DDD9-295C-4A40-A752-6DBFB140C852}" dt="2023-02-22T12:01:50.824" v="66" actId="20577"/>
        <pc:sldMkLst>
          <pc:docMk/>
          <pc:sldMk cId="3608097024" sldId="626"/>
        </pc:sldMkLst>
        <pc:spChg chg="mod">
          <ac:chgData name="Димитър Минчев" userId="6da192e4-d32c-454b-8615-bbadf07b6639" providerId="ADAL" clId="{B056DDD9-295C-4A40-A752-6DBFB140C852}" dt="2023-02-22T12:01:50.824" v="66" actId="20577"/>
          <ac:spMkLst>
            <pc:docMk/>
            <pc:sldMk cId="3608097024" sldId="626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B056DDD9-295C-4A40-A752-6DBFB140C852}" dt="2023-02-22T12:01:03.520" v="51" actId="113"/>
          <ac:spMkLst>
            <pc:docMk/>
            <pc:sldMk cId="3608097024" sldId="626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B056DDD9-295C-4A40-A752-6DBFB140C852}" dt="2023-02-22T12:01:29.219" v="57" actId="478"/>
          <ac:spMkLst>
            <pc:docMk/>
            <pc:sldMk cId="3608097024" sldId="626"/>
            <ac:spMk id="6" creationId="{9BAC5E71-4E86-457C-B590-C304B50CD177}"/>
          </ac:spMkLst>
        </pc:spChg>
        <pc:picChg chg="mod modCrop">
          <ac:chgData name="Димитър Минчев" userId="6da192e4-d32c-454b-8615-bbadf07b6639" providerId="ADAL" clId="{B056DDD9-295C-4A40-A752-6DBFB140C852}" dt="2023-02-22T12:01:27.174" v="56" actId="732"/>
          <ac:picMkLst>
            <pc:docMk/>
            <pc:sldMk cId="3608097024" sldId="626"/>
            <ac:picMk id="5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B056DDD9-295C-4A40-A752-6DBFB140C852}" dt="2023-02-22T12:04:37.594" v="112" actId="27636"/>
        <pc:sldMkLst>
          <pc:docMk/>
          <pc:sldMk cId="1414025751" sldId="627"/>
        </pc:sldMkLst>
        <pc:spChg chg="mod">
          <ac:chgData name="Димитър Минчев" userId="6da192e4-d32c-454b-8615-bbadf07b6639" providerId="ADAL" clId="{B056DDD9-295C-4A40-A752-6DBFB140C852}" dt="2023-02-22T12:04:06.503" v="103" actId="2711"/>
          <ac:spMkLst>
            <pc:docMk/>
            <pc:sldMk cId="1414025751" sldId="62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B056DDD9-295C-4A40-A752-6DBFB140C852}" dt="2023-02-22T12:04:37.594" v="112" actId="27636"/>
          <ac:spMkLst>
            <pc:docMk/>
            <pc:sldMk cId="1414025751" sldId="627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B056DDD9-295C-4A40-A752-6DBFB140C852}" dt="2023-02-22T12:04:31.910" v="109" actId="478"/>
          <ac:spMkLst>
            <pc:docMk/>
            <pc:sldMk cId="1414025751" sldId="627"/>
            <ac:spMk id="6" creationId="{1808846C-1964-411D-A4BF-5C0D47F1D1BF}"/>
          </ac:spMkLst>
        </pc:spChg>
        <pc:picChg chg="mod modCrop">
          <ac:chgData name="Димитър Минчев" userId="6da192e4-d32c-454b-8615-bbadf07b6639" providerId="ADAL" clId="{B056DDD9-295C-4A40-A752-6DBFB140C852}" dt="2023-02-22T12:04:00.870" v="102" actId="732"/>
          <ac:picMkLst>
            <pc:docMk/>
            <pc:sldMk cId="1414025751" sldId="627"/>
            <ac:picMk id="5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B056DDD9-295C-4A40-A752-6DBFB140C852}" dt="2023-02-22T12:00:04.664" v="34" actId="478"/>
        <pc:sldMkLst>
          <pc:docMk/>
          <pc:sldMk cId="2995147956" sldId="637"/>
        </pc:sldMkLst>
        <pc:spChg chg="mod">
          <ac:chgData name="Димитър Минчев" userId="6da192e4-d32c-454b-8615-bbadf07b6639" providerId="ADAL" clId="{B056DDD9-295C-4A40-A752-6DBFB140C852}" dt="2023-02-22T12:00:01.713" v="33" actId="2711"/>
          <ac:spMkLst>
            <pc:docMk/>
            <pc:sldMk cId="2995147956" sldId="637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B056DDD9-295C-4A40-A752-6DBFB140C852}" dt="2023-02-22T12:00:01.713" v="33" actId="2711"/>
          <ac:spMkLst>
            <pc:docMk/>
            <pc:sldMk cId="2995147956" sldId="637"/>
            <ac:spMk id="4" creationId="{00000000-0000-0000-0000-000000000000}"/>
          </ac:spMkLst>
        </pc:spChg>
        <pc:spChg chg="del mod">
          <ac:chgData name="Димитър Минчев" userId="6da192e4-d32c-454b-8615-bbadf07b6639" providerId="ADAL" clId="{B056DDD9-295C-4A40-A752-6DBFB140C852}" dt="2023-02-22T12:00:04.664" v="34" actId="478"/>
          <ac:spMkLst>
            <pc:docMk/>
            <pc:sldMk cId="2995147956" sldId="637"/>
            <ac:spMk id="5" creationId="{FF34523B-CA33-4E66-8DBB-28FB25267018}"/>
          </ac:spMkLst>
        </pc:spChg>
      </pc:sldChg>
      <pc:sldChg chg="addSp delSp modSp add mod modAnim">
        <pc:chgData name="Димитър Минчев" userId="6da192e4-d32c-454b-8615-bbadf07b6639" providerId="ADAL" clId="{B056DDD9-295C-4A40-A752-6DBFB140C852}" dt="2023-02-22T12:02:46.776" v="83"/>
        <pc:sldMkLst>
          <pc:docMk/>
          <pc:sldMk cId="3444623438" sldId="638"/>
        </pc:sldMkLst>
        <pc:spChg chg="del">
          <ac:chgData name="Димитър Минчев" userId="6da192e4-d32c-454b-8615-bbadf07b6639" providerId="ADAL" clId="{B056DDD9-295C-4A40-A752-6DBFB140C852}" dt="2023-02-22T12:01:57.380" v="67" actId="478"/>
          <ac:spMkLst>
            <pc:docMk/>
            <pc:sldMk cId="3444623438" sldId="638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B056DDD9-295C-4A40-A752-6DBFB140C852}" dt="2023-02-22T12:02:16.104" v="75" actId="207"/>
          <ac:spMkLst>
            <pc:docMk/>
            <pc:sldMk cId="3444623438" sldId="638"/>
            <ac:spMk id="3" creationId="{00000000-0000-0000-0000-000000000000}"/>
          </ac:spMkLst>
        </pc:spChg>
        <pc:spChg chg="add del mod">
          <ac:chgData name="Димитър Минчев" userId="6da192e4-d32c-454b-8615-bbadf07b6639" providerId="ADAL" clId="{B056DDD9-295C-4A40-A752-6DBFB140C852}" dt="2023-02-22T12:01:59.299" v="68" actId="478"/>
          <ac:spMkLst>
            <pc:docMk/>
            <pc:sldMk cId="3444623438" sldId="638"/>
            <ac:spMk id="5" creationId="{3815C4B2-7726-049A-BEF4-A7CA8E532789}"/>
          </ac:spMkLst>
        </pc:spChg>
        <pc:spChg chg="del mod">
          <ac:chgData name="Димитър Минчев" userId="6da192e4-d32c-454b-8615-bbadf07b6639" providerId="ADAL" clId="{B056DDD9-295C-4A40-A752-6DBFB140C852}" dt="2023-02-22T12:02:29.055" v="79" actId="478"/>
          <ac:spMkLst>
            <pc:docMk/>
            <pc:sldMk cId="3444623438" sldId="638"/>
            <ac:spMk id="7" creationId="{88EE8C2E-ADD9-41A5-9C5E-7010AAB48F3C}"/>
          </ac:spMkLst>
        </pc:spChg>
        <pc:spChg chg="add mod">
          <ac:chgData name="Димитър Минчев" userId="6da192e4-d32c-454b-8615-bbadf07b6639" providerId="ADAL" clId="{B056DDD9-295C-4A40-A752-6DBFB140C852}" dt="2023-02-22T12:02:02.983" v="70" actId="20577"/>
          <ac:spMkLst>
            <pc:docMk/>
            <pc:sldMk cId="3444623438" sldId="638"/>
            <ac:spMk id="8" creationId="{9E91B3C1-E708-A999-A989-A3377E6872AB}"/>
          </ac:spMkLst>
        </pc:spChg>
        <pc:picChg chg="mod modCrop">
          <ac:chgData name="Димитър Минчев" userId="6da192e4-d32c-454b-8615-bbadf07b6639" providerId="ADAL" clId="{B056DDD9-295C-4A40-A752-6DBFB140C852}" dt="2023-02-22T12:02:43.820" v="82" actId="1076"/>
          <ac:picMkLst>
            <pc:docMk/>
            <pc:sldMk cId="3444623438" sldId="638"/>
            <ac:picMk id="6" creationId="{00000000-0000-0000-0000-000000000000}"/>
          </ac:picMkLst>
        </pc:picChg>
      </pc:sldChg>
      <pc:sldChg chg="addSp delSp modSp add mod modAnim">
        <pc:chgData name="Димитър Минчев" userId="6da192e4-d32c-454b-8615-bbadf07b6639" providerId="ADAL" clId="{B056DDD9-295C-4A40-A752-6DBFB140C852}" dt="2023-02-22T12:03:21.862" v="95"/>
        <pc:sldMkLst>
          <pc:docMk/>
          <pc:sldMk cId="1103010991" sldId="639"/>
        </pc:sldMkLst>
        <pc:spChg chg="del">
          <ac:chgData name="Димитър Минчев" userId="6da192e4-d32c-454b-8615-bbadf07b6639" providerId="ADAL" clId="{B056DDD9-295C-4A40-A752-6DBFB140C852}" dt="2023-02-22T12:02:51.716" v="84" actId="478"/>
          <ac:spMkLst>
            <pc:docMk/>
            <pc:sldMk cId="1103010991" sldId="639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B056DDD9-295C-4A40-A752-6DBFB140C852}" dt="2023-02-22T12:03:07.446" v="91" actId="1076"/>
          <ac:spMkLst>
            <pc:docMk/>
            <pc:sldMk cId="1103010991" sldId="639"/>
            <ac:spMk id="3" creationId="{00000000-0000-0000-0000-000000000000}"/>
          </ac:spMkLst>
        </pc:spChg>
        <pc:spChg chg="add del mod">
          <ac:chgData name="Димитър Минчев" userId="6da192e4-d32c-454b-8615-bbadf07b6639" providerId="ADAL" clId="{B056DDD9-295C-4A40-A752-6DBFB140C852}" dt="2023-02-22T12:02:53.401" v="85" actId="478"/>
          <ac:spMkLst>
            <pc:docMk/>
            <pc:sldMk cId="1103010991" sldId="639"/>
            <ac:spMk id="5" creationId="{8DFFC597-0C16-A1AF-1F4D-10A78E2C5E06}"/>
          </ac:spMkLst>
        </pc:spChg>
        <pc:spChg chg="del mod">
          <ac:chgData name="Димитър Минчев" userId="6da192e4-d32c-454b-8615-bbadf07b6639" providerId="ADAL" clId="{B056DDD9-295C-4A40-A752-6DBFB140C852}" dt="2023-02-22T12:03:16.762" v="94" actId="478"/>
          <ac:spMkLst>
            <pc:docMk/>
            <pc:sldMk cId="1103010991" sldId="639"/>
            <ac:spMk id="7" creationId="{57D83668-FDC4-45EF-8DED-5297CE583C5B}"/>
          </ac:spMkLst>
        </pc:spChg>
        <pc:spChg chg="add mod">
          <ac:chgData name="Димитър Минчев" userId="6da192e4-d32c-454b-8615-bbadf07b6639" providerId="ADAL" clId="{B056DDD9-295C-4A40-A752-6DBFB140C852}" dt="2023-02-22T12:02:56.794" v="87" actId="20577"/>
          <ac:spMkLst>
            <pc:docMk/>
            <pc:sldMk cId="1103010991" sldId="639"/>
            <ac:spMk id="8" creationId="{83E6BAF9-8794-9CB3-22F9-3A97FD450D56}"/>
          </ac:spMkLst>
        </pc:spChg>
        <pc:picChg chg="mod">
          <ac:chgData name="Димитър Минчев" userId="6da192e4-d32c-454b-8615-bbadf07b6639" providerId="ADAL" clId="{B056DDD9-295C-4A40-A752-6DBFB140C852}" dt="2023-02-22T12:03:13.032" v="93" actId="1076"/>
          <ac:picMkLst>
            <pc:docMk/>
            <pc:sldMk cId="1103010991" sldId="639"/>
            <ac:picMk id="6" creationId="{00000000-0000-0000-0000-000000000000}"/>
          </ac:picMkLst>
        </pc:picChg>
      </pc:sldChg>
      <pc:sldChg chg="delSp modSp add mod">
        <pc:chgData name="Димитър Минчев" userId="6da192e4-d32c-454b-8615-bbadf07b6639" providerId="ADAL" clId="{B056DDD9-295C-4A40-A752-6DBFB140C852}" dt="2023-02-22T12:05:33.445" v="124" actId="1076"/>
        <pc:sldMkLst>
          <pc:docMk/>
          <pc:sldMk cId="571574609" sldId="640"/>
        </pc:sldMkLst>
        <pc:spChg chg="mod">
          <ac:chgData name="Димитър Минчев" userId="6da192e4-d32c-454b-8615-bbadf07b6639" providerId="ADAL" clId="{B056DDD9-295C-4A40-A752-6DBFB140C852}" dt="2023-02-22T12:04:54.995" v="114" actId="207"/>
          <ac:spMkLst>
            <pc:docMk/>
            <pc:sldMk cId="571574609" sldId="640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B056DDD9-295C-4A40-A752-6DBFB140C852}" dt="2023-02-22T12:05:33.445" v="124" actId="1076"/>
          <ac:spMkLst>
            <pc:docMk/>
            <pc:sldMk cId="571574609" sldId="640"/>
            <ac:spMk id="3" creationId="{00000000-0000-0000-0000-000000000000}"/>
          </ac:spMkLst>
        </pc:spChg>
        <pc:spChg chg="del mod">
          <ac:chgData name="Димитър Минчев" userId="6da192e4-d32c-454b-8615-bbadf07b6639" providerId="ADAL" clId="{B056DDD9-295C-4A40-A752-6DBFB140C852}" dt="2023-02-22T12:05:27.445" v="123" actId="478"/>
          <ac:spMkLst>
            <pc:docMk/>
            <pc:sldMk cId="571574609" sldId="640"/>
            <ac:spMk id="5" creationId="{B2FCF206-3D7C-4327-858B-9D8D022FEFCA}"/>
          </ac:spMkLst>
        </pc:spChg>
      </pc:sldChg>
      <pc:sldChg chg="delSp modSp add mod modAnim">
        <pc:chgData name="Димитър Минчев" userId="6da192e4-d32c-454b-8615-bbadf07b6639" providerId="ADAL" clId="{B056DDD9-295C-4A40-A752-6DBFB140C852}" dt="2023-02-22T12:06:16.004" v="135"/>
        <pc:sldMkLst>
          <pc:docMk/>
          <pc:sldMk cId="1915969941" sldId="642"/>
        </pc:sldMkLst>
        <pc:spChg chg="mod">
          <ac:chgData name="Димитър Минчев" userId="6da192e4-d32c-454b-8615-bbadf07b6639" providerId="ADAL" clId="{B056DDD9-295C-4A40-A752-6DBFB140C852}" dt="2023-02-22T12:05:43.587" v="125" actId="2711"/>
          <ac:spMkLst>
            <pc:docMk/>
            <pc:sldMk cId="1915969941" sldId="642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B056DDD9-295C-4A40-A752-6DBFB140C852}" dt="2023-02-22T12:05:56.102" v="130" actId="113"/>
          <ac:spMkLst>
            <pc:docMk/>
            <pc:sldMk cId="1915969941" sldId="642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B056DDD9-295C-4A40-A752-6DBFB140C852}" dt="2023-02-22T12:06:10.420" v="133" actId="207"/>
          <ac:spMkLst>
            <pc:docMk/>
            <pc:sldMk cId="1915969941" sldId="642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B056DDD9-295C-4A40-A752-6DBFB140C852}" dt="2023-02-22T12:06:12.450" v="134" actId="478"/>
          <ac:spMkLst>
            <pc:docMk/>
            <pc:sldMk cId="1915969941" sldId="642"/>
            <ac:spMk id="6" creationId="{11FEDAD3-1895-493F-8CC3-A2421E2F7D4E}"/>
          </ac:spMkLst>
        </pc:spChg>
      </pc:sldChg>
      <pc:sldChg chg="delSp modSp add mod modAnim">
        <pc:chgData name="Димитър Минчев" userId="6da192e4-d32c-454b-8615-bbadf07b6639" providerId="ADAL" clId="{B056DDD9-295C-4A40-A752-6DBFB140C852}" dt="2023-02-22T12:06:53.405" v="146"/>
        <pc:sldMkLst>
          <pc:docMk/>
          <pc:sldMk cId="1876833737" sldId="643"/>
        </pc:sldMkLst>
        <pc:spChg chg="mod">
          <ac:chgData name="Димитър Минчев" userId="6da192e4-d32c-454b-8615-bbadf07b6639" providerId="ADAL" clId="{B056DDD9-295C-4A40-A752-6DBFB140C852}" dt="2023-02-22T12:06:22.489" v="136" actId="2711"/>
          <ac:spMkLst>
            <pc:docMk/>
            <pc:sldMk cId="1876833737" sldId="643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B056DDD9-295C-4A40-A752-6DBFB140C852}" dt="2023-02-22T12:06:34.905" v="141" actId="113"/>
          <ac:spMkLst>
            <pc:docMk/>
            <pc:sldMk cId="1876833737" sldId="643"/>
            <ac:spMk id="3" creationId="{00000000-0000-0000-0000-000000000000}"/>
          </ac:spMkLst>
        </pc:spChg>
        <pc:spChg chg="mod">
          <ac:chgData name="Димитър Минчев" userId="6da192e4-d32c-454b-8615-bbadf07b6639" providerId="ADAL" clId="{B056DDD9-295C-4A40-A752-6DBFB140C852}" dt="2023-02-22T12:06:47.129" v="145" actId="20577"/>
          <ac:spMkLst>
            <pc:docMk/>
            <pc:sldMk cId="1876833737" sldId="643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B056DDD9-295C-4A40-A752-6DBFB140C852}" dt="2023-02-22T12:06:43.838" v="144" actId="478"/>
          <ac:spMkLst>
            <pc:docMk/>
            <pc:sldMk cId="1876833737" sldId="643"/>
            <ac:spMk id="6" creationId="{D279F361-CD86-43DA-9B6F-E0B6C370D105}"/>
          </ac:spMkLst>
        </pc:spChg>
      </pc:sldChg>
      <pc:sldChg chg="delSp modSp add mod modAnim">
        <pc:chgData name="Димитър Минчев" userId="6da192e4-d32c-454b-8615-bbadf07b6639" providerId="ADAL" clId="{B056DDD9-295C-4A40-A752-6DBFB140C852}" dt="2023-02-22T12:09:00.922" v="190" actId="14100"/>
        <pc:sldMkLst>
          <pc:docMk/>
          <pc:sldMk cId="2089292836" sldId="644"/>
        </pc:sldMkLst>
        <pc:spChg chg="mod">
          <ac:chgData name="Димитър Минчев" userId="6da192e4-d32c-454b-8615-bbadf07b6639" providerId="ADAL" clId="{B056DDD9-295C-4A40-A752-6DBFB140C852}" dt="2023-02-22T12:07:00.304" v="147" actId="2711"/>
          <ac:spMkLst>
            <pc:docMk/>
            <pc:sldMk cId="2089292836" sldId="644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B056DDD9-295C-4A40-A752-6DBFB140C852}" dt="2023-02-22T12:08:48.890" v="188" actId="207"/>
          <ac:spMkLst>
            <pc:docMk/>
            <pc:sldMk cId="2089292836" sldId="644"/>
            <ac:spMk id="5" creationId="{00000000-0000-0000-0000-000000000000}"/>
          </ac:spMkLst>
        </pc:spChg>
        <pc:spChg chg="mod">
          <ac:chgData name="Димитър Минчев" userId="6da192e4-d32c-454b-8615-bbadf07b6639" providerId="ADAL" clId="{B056DDD9-295C-4A40-A752-6DBFB140C852}" dt="2023-02-22T12:09:00.922" v="190" actId="14100"/>
          <ac:spMkLst>
            <pc:docMk/>
            <pc:sldMk cId="2089292836" sldId="644"/>
            <ac:spMk id="7" creationId="{00000000-0000-0000-0000-000000000000}"/>
          </ac:spMkLst>
        </pc:spChg>
        <pc:spChg chg="del mod">
          <ac:chgData name="Димитър Минчев" userId="6da192e4-d32c-454b-8615-bbadf07b6639" providerId="ADAL" clId="{B056DDD9-295C-4A40-A752-6DBFB140C852}" dt="2023-02-22T12:07:14.948" v="151" actId="478"/>
          <ac:spMkLst>
            <pc:docMk/>
            <pc:sldMk cId="2089292836" sldId="644"/>
            <ac:spMk id="8" creationId="{6D4C5E5D-BD9D-417B-A183-2DCE44CF40F0}"/>
          </ac:spMkLst>
        </pc:spChg>
        <pc:spChg chg="mod">
          <ac:chgData name="Димитър Минчев" userId="6da192e4-d32c-454b-8615-bbadf07b6639" providerId="ADAL" clId="{B056DDD9-295C-4A40-A752-6DBFB140C852}" dt="2023-02-22T12:09:00.922" v="190" actId="14100"/>
          <ac:spMkLst>
            <pc:docMk/>
            <pc:sldMk cId="2089292836" sldId="644"/>
            <ac:spMk id="11" creationId="{00000000-0000-0000-0000-000000000000}"/>
          </ac:spMkLst>
        </pc:spChg>
      </pc:sldChg>
      <pc:sldChg chg="delSp modSp add mod modAnim">
        <pc:chgData name="Димитър Минчев" userId="6da192e4-d32c-454b-8615-bbadf07b6639" providerId="ADAL" clId="{B056DDD9-295C-4A40-A752-6DBFB140C852}" dt="2023-02-22T12:10:20.463" v="215"/>
        <pc:sldMkLst>
          <pc:docMk/>
          <pc:sldMk cId="47107768" sldId="645"/>
        </pc:sldMkLst>
        <pc:spChg chg="mod">
          <ac:chgData name="Димитър Минчев" userId="6da192e4-d32c-454b-8615-bbadf07b6639" providerId="ADAL" clId="{B056DDD9-295C-4A40-A752-6DBFB140C852}" dt="2023-02-22T12:09:26.926" v="202" actId="14100"/>
          <ac:spMkLst>
            <pc:docMk/>
            <pc:sldMk cId="47107768" sldId="645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B056DDD9-295C-4A40-A752-6DBFB140C852}" dt="2023-02-22T12:10:13.785" v="213" actId="113"/>
          <ac:spMkLst>
            <pc:docMk/>
            <pc:sldMk cId="47107768" sldId="645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B056DDD9-295C-4A40-A752-6DBFB140C852}" dt="2023-02-22T12:10:16.269" v="214" actId="478"/>
          <ac:spMkLst>
            <pc:docMk/>
            <pc:sldMk cId="47107768" sldId="645"/>
            <ac:spMk id="6" creationId="{2102FA10-ED7B-4B06-85A5-C7A002EEF88C}"/>
          </ac:spMkLst>
        </pc:spChg>
        <pc:spChg chg="mod">
          <ac:chgData name="Димитър Минчев" userId="6da192e4-d32c-454b-8615-bbadf07b6639" providerId="ADAL" clId="{B056DDD9-295C-4A40-A752-6DBFB140C852}" dt="2023-02-22T12:10:00.528" v="211" actId="207"/>
          <ac:spMkLst>
            <pc:docMk/>
            <pc:sldMk cId="47107768" sldId="645"/>
            <ac:spMk id="11" creationId="{00000000-0000-0000-0000-000000000000}"/>
          </ac:spMkLst>
        </pc:spChg>
      </pc:sldChg>
      <pc:sldChg chg="addSp delSp modSp add mod">
        <pc:chgData name="Димитър Минчев" userId="6da192e4-d32c-454b-8615-bbadf07b6639" providerId="ADAL" clId="{B056DDD9-295C-4A40-A752-6DBFB140C852}" dt="2023-02-22T12:11:08.862" v="227" actId="478"/>
        <pc:sldMkLst>
          <pc:docMk/>
          <pc:sldMk cId="200463230" sldId="646"/>
        </pc:sldMkLst>
        <pc:spChg chg="del">
          <ac:chgData name="Димитър Минчев" userId="6da192e4-d32c-454b-8615-bbadf07b6639" providerId="ADAL" clId="{B056DDD9-295C-4A40-A752-6DBFB140C852}" dt="2023-02-22T12:10:24.036" v="216" actId="478"/>
          <ac:spMkLst>
            <pc:docMk/>
            <pc:sldMk cId="200463230" sldId="646"/>
            <ac:spMk id="2" creationId="{00000000-0000-0000-0000-000000000000}"/>
          </ac:spMkLst>
        </pc:spChg>
        <pc:spChg chg="add del mod">
          <ac:chgData name="Димитър Минчев" userId="6da192e4-d32c-454b-8615-bbadf07b6639" providerId="ADAL" clId="{B056DDD9-295C-4A40-A752-6DBFB140C852}" dt="2023-02-22T12:10:26.043" v="217" actId="478"/>
          <ac:spMkLst>
            <pc:docMk/>
            <pc:sldMk cId="200463230" sldId="646"/>
            <ac:spMk id="4" creationId="{42CF7D29-641E-4722-C724-413C163F318B}"/>
          </ac:spMkLst>
        </pc:spChg>
        <pc:spChg chg="mod">
          <ac:chgData name="Димитър Минчев" userId="6da192e4-d32c-454b-8615-bbadf07b6639" providerId="ADAL" clId="{B056DDD9-295C-4A40-A752-6DBFB140C852}" dt="2023-02-22T12:11:05.891" v="225" actId="14100"/>
          <ac:spMkLst>
            <pc:docMk/>
            <pc:sldMk cId="200463230" sldId="646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B056DDD9-295C-4A40-A752-6DBFB140C852}" dt="2023-02-22T12:11:08.862" v="227" actId="478"/>
          <ac:spMkLst>
            <pc:docMk/>
            <pc:sldMk cId="200463230" sldId="646"/>
            <ac:spMk id="6" creationId="{533A4D47-F095-4C17-9714-CB2C5C9B2735}"/>
          </ac:spMkLst>
        </pc:spChg>
        <pc:spChg chg="add mod">
          <ac:chgData name="Димитър Минчев" userId="6da192e4-d32c-454b-8615-bbadf07b6639" providerId="ADAL" clId="{B056DDD9-295C-4A40-A752-6DBFB140C852}" dt="2023-02-22T12:10:27.075" v="218"/>
          <ac:spMkLst>
            <pc:docMk/>
            <pc:sldMk cId="200463230" sldId="646"/>
            <ac:spMk id="7" creationId="{EF37ED7D-63DB-141C-5EF4-309140784C0D}"/>
          </ac:spMkLst>
        </pc:spChg>
      </pc:sldChg>
      <pc:sldChg chg="delSp modSp add mod">
        <pc:chgData name="Димитър Минчев" userId="6da192e4-d32c-454b-8615-bbadf07b6639" providerId="ADAL" clId="{B056DDD9-295C-4A40-A752-6DBFB140C852}" dt="2023-02-22T12:12:01.142" v="249" actId="478"/>
        <pc:sldMkLst>
          <pc:docMk/>
          <pc:sldMk cId="2015071761" sldId="647"/>
        </pc:sldMkLst>
        <pc:spChg chg="mod">
          <ac:chgData name="Димитър Минчев" userId="6da192e4-d32c-454b-8615-bbadf07b6639" providerId="ADAL" clId="{B056DDD9-295C-4A40-A752-6DBFB140C852}" dt="2023-02-22T12:11:40.686" v="240" actId="207"/>
          <ac:spMkLst>
            <pc:docMk/>
            <pc:sldMk cId="2015071761" sldId="647"/>
            <ac:spMk id="2" creationId="{00000000-0000-0000-0000-000000000000}"/>
          </ac:spMkLst>
        </pc:spChg>
        <pc:spChg chg="mod">
          <ac:chgData name="Димитър Минчев" userId="6da192e4-d32c-454b-8615-bbadf07b6639" providerId="ADAL" clId="{B056DDD9-295C-4A40-A752-6DBFB140C852}" dt="2023-02-22T12:11:56.755" v="248" actId="1076"/>
          <ac:spMkLst>
            <pc:docMk/>
            <pc:sldMk cId="2015071761" sldId="647"/>
            <ac:spMk id="5" creationId="{00000000-0000-0000-0000-000000000000}"/>
          </ac:spMkLst>
        </pc:spChg>
        <pc:spChg chg="del mod">
          <ac:chgData name="Димитър Минчев" userId="6da192e4-d32c-454b-8615-bbadf07b6639" providerId="ADAL" clId="{B056DDD9-295C-4A40-A752-6DBFB140C852}" dt="2023-02-22T12:12:01.142" v="249" actId="478"/>
          <ac:spMkLst>
            <pc:docMk/>
            <pc:sldMk cId="2015071761" sldId="647"/>
            <ac:spMk id="6" creationId="{3AFEB732-F441-4453-B604-D71210F066F7}"/>
          </ac:spMkLst>
        </pc:spChg>
      </pc:sldChg>
      <pc:sldChg chg="addSp delSp modSp add mod">
        <pc:chgData name="Димитър Минчев" userId="6da192e4-d32c-454b-8615-bbadf07b6639" providerId="ADAL" clId="{B056DDD9-295C-4A40-A752-6DBFB140C852}" dt="2023-02-22T12:12:14.423" v="255" actId="1076"/>
        <pc:sldMkLst>
          <pc:docMk/>
          <pc:sldMk cId="3673039980" sldId="648"/>
        </pc:sldMkLst>
        <pc:spChg chg="del">
          <ac:chgData name="Димитър Минчев" userId="6da192e4-d32c-454b-8615-bbadf07b6639" providerId="ADAL" clId="{B056DDD9-295C-4A40-A752-6DBFB140C852}" dt="2023-02-22T12:12:04.305" v="250" actId="478"/>
          <ac:spMkLst>
            <pc:docMk/>
            <pc:sldMk cId="3673039980" sldId="648"/>
            <ac:spMk id="2" creationId="{00000000-0000-0000-0000-000000000000}"/>
          </ac:spMkLst>
        </pc:spChg>
        <pc:spChg chg="add del mod">
          <ac:chgData name="Димитър Минчев" userId="6da192e4-d32c-454b-8615-bbadf07b6639" providerId="ADAL" clId="{B056DDD9-295C-4A40-A752-6DBFB140C852}" dt="2023-02-22T12:12:06.214" v="251" actId="478"/>
          <ac:spMkLst>
            <pc:docMk/>
            <pc:sldMk cId="3673039980" sldId="648"/>
            <ac:spMk id="4" creationId="{5A260DC9-706E-4F80-5EF6-E3887672E6E2}"/>
          </ac:spMkLst>
        </pc:spChg>
        <pc:spChg chg="mod">
          <ac:chgData name="Димитър Минчев" userId="6da192e4-d32c-454b-8615-bbadf07b6639" providerId="ADAL" clId="{B056DDD9-295C-4A40-A752-6DBFB140C852}" dt="2023-02-22T11:59:52.698" v="31"/>
          <ac:spMkLst>
            <pc:docMk/>
            <pc:sldMk cId="3673039980" sldId="648"/>
            <ac:spMk id="5" creationId="{32E2CF54-2C90-42CE-8D1D-03D88AD365B7}"/>
          </ac:spMkLst>
        </pc:spChg>
        <pc:spChg chg="add mod">
          <ac:chgData name="Димитър Минчев" userId="6da192e4-d32c-454b-8615-bbadf07b6639" providerId="ADAL" clId="{B056DDD9-295C-4A40-A752-6DBFB140C852}" dt="2023-02-22T12:12:09.495" v="253" actId="20577"/>
          <ac:spMkLst>
            <pc:docMk/>
            <pc:sldMk cId="3673039980" sldId="648"/>
            <ac:spMk id="7" creationId="{30AEA600-50A2-B07C-A211-CF8DFB9C0E6B}"/>
          </ac:spMkLst>
        </pc:spChg>
        <pc:picChg chg="mod modCrop">
          <ac:chgData name="Димитър Минчев" userId="6da192e4-d32c-454b-8615-bbadf07b6639" providerId="ADAL" clId="{B056DDD9-295C-4A40-A752-6DBFB140C852}" dt="2023-02-22T12:12:14.423" v="255" actId="1076"/>
          <ac:picMkLst>
            <pc:docMk/>
            <pc:sldMk cId="3673039980" sldId="648"/>
            <ac:picMk id="6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7361E2BA-9F90-4245-B474-9C1AC45B014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882348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30F3FCC8-2821-43CF-88D1-9F2301194E1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527063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989CA5D-D6B2-45E8-B796-03CE1C1C464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625303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6095B954-0570-42D5-B135-B36A7CCBC47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264741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5BFE13E-C579-4C89-9AC8-7B409570FE1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5268085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5A262879-334B-4FAE-B136-7CA6CF849E8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44369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4F6EA-423E-42DF-9292-215E7D886C4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78D94715-8671-474A-BDAE-9B840B356AF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14737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22.2.2023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Comfortaa" pitchFamily="2" charset="0"/>
              </a:rPr>
              <a:t>ASP.NET MVC като потребителски интерфейс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Разработка на софтуер</a:t>
            </a: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Използване на ASP.NET MVC за презента-</a:t>
            </a:r>
            <a:br>
              <a:rPr lang="ru-RU" sz="3200" dirty="0">
                <a:latin typeface="Comfortaa" pitchFamily="2" charset="0"/>
              </a:rPr>
            </a:br>
            <a:r>
              <a:rPr lang="ru-RU" sz="3200" dirty="0">
                <a:latin typeface="Comfortaa" pitchFamily="2" charset="0"/>
              </a:rPr>
              <a:t>ционен слой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r>
              <a:rPr lang="ru-RU" sz="3200" dirty="0">
                <a:latin typeface="Comfortaa" pitchFamily="2" charset="0"/>
              </a:rPr>
              <a:t>Разделяне на приложението на проекти според слоя</a:t>
            </a: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lang="ru-RU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lang="ru-RU" sz="32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mfortaa" pitchFamily="2" charset="0"/>
              </a:rPr>
              <a:t>ASP.NET MVC </a:t>
            </a:r>
            <a:r>
              <a:rPr lang="bg-BG" dirty="0">
                <a:latin typeface="Comfortaa" pitchFamily="2" charset="0"/>
              </a:rPr>
              <a:t>е рамка за изграждане на уеб приложения.</a:t>
            </a:r>
          </a:p>
          <a:p>
            <a:pPr lvl="1"/>
            <a:r>
              <a:rPr lang="bg-BG" dirty="0">
                <a:latin typeface="Comfortaa" pitchFamily="2" charset="0"/>
              </a:rPr>
              <a:t>Базирана на </a:t>
            </a:r>
            <a:r>
              <a:rPr lang="en-US" dirty="0">
                <a:latin typeface="Comfortaa" pitchFamily="2" charset="0"/>
              </a:rPr>
              <a:t>MVC </a:t>
            </a:r>
            <a:r>
              <a:rPr lang="bg-BG" dirty="0">
                <a:latin typeface="Comfortaa" pitchFamily="2" charset="0"/>
              </a:rPr>
              <a:t>шаблона</a:t>
            </a:r>
          </a:p>
          <a:p>
            <a:pPr lvl="1"/>
            <a:r>
              <a:rPr lang="bg-BG" dirty="0">
                <a:latin typeface="Comfortaa" pitchFamily="2" charset="0"/>
              </a:rPr>
              <a:t>Лесна и бърза за работа</a:t>
            </a:r>
          </a:p>
          <a:p>
            <a:pPr lvl="1"/>
            <a:r>
              <a:rPr lang="bg-BG" dirty="0">
                <a:latin typeface="Comfortaa" pitchFamily="2" charset="0"/>
              </a:rPr>
              <a:t>Чудесен визуален интерфейс за нашето приложение</a:t>
            </a:r>
          </a:p>
          <a:p>
            <a:pPr marL="377887" lvl="1" indent="0">
              <a:buNone/>
            </a:pPr>
            <a:r>
              <a:rPr lang="bg-BG" dirty="0">
                <a:latin typeface="Comfortaa" pitchFamily="2" charset="0"/>
              </a:rPr>
              <a:t>Благодарение на </a:t>
            </a:r>
            <a:r>
              <a:rPr lang="en-US" dirty="0">
                <a:latin typeface="Comfortaa" pitchFamily="2" charset="0"/>
              </a:rPr>
              <a:t>ASP.NET MVC </a:t>
            </a:r>
            <a:r>
              <a:rPr lang="bg-BG" dirty="0">
                <a:latin typeface="Comfortaa" pitchFamily="2" charset="0"/>
              </a:rPr>
              <a:t>ние ще дадем добър и удобен външен вид на нашето </a:t>
            </a:r>
            <a:r>
              <a:rPr lang="en-US" dirty="0">
                <a:latin typeface="Comfortaa" pitchFamily="2" charset="0"/>
              </a:rPr>
              <a:t>CRUD </a:t>
            </a:r>
            <a:r>
              <a:rPr lang="bg-BG" dirty="0">
                <a:latin typeface="Comfortaa" pitchFamily="2" charset="0"/>
              </a:rPr>
              <a:t>приложение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Какво е </a:t>
            </a:r>
            <a:r>
              <a:rPr lang="en-US" dirty="0">
                <a:latin typeface="Comfortaa" pitchFamily="2" charset="0"/>
              </a:rPr>
              <a:t>ASP.NET MVC</a:t>
            </a:r>
          </a:p>
        </p:txBody>
      </p:sp>
    </p:spTree>
    <p:extLst>
      <p:ext uri="{BB962C8B-B14F-4D97-AF65-F5344CB8AC3E}">
        <p14:creationId xmlns:p14="http://schemas.microsoft.com/office/powerpoint/2010/main" val="2995147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5F848-B858-442A-A11B-296D7AE6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3282556"/>
            <a:ext cx="9144000" cy="2387600"/>
          </a:xfrm>
        </p:spPr>
        <p:txBody>
          <a:bodyPr>
            <a:normAutofit/>
          </a:bodyPr>
          <a:lstStyle/>
          <a:p>
            <a:r>
              <a:rPr lang="bg-BG" sz="4400" dirty="0">
                <a:latin typeface="Comfortaa" pitchFamily="2" charset="0"/>
              </a:rPr>
              <a:t>Структура на проекта ни</a:t>
            </a:r>
            <a:endParaRPr lang="en-US" sz="4400" dirty="0">
              <a:latin typeface="Comfortaa" pitchFamily="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20B0D-3E89-4F76-AEDB-6C3B938E4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7800" y="5754969"/>
            <a:ext cx="8938472" cy="69287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С участието на </a:t>
            </a:r>
            <a:r>
              <a:rPr lang="en-US" dirty="0">
                <a:latin typeface="Comfortaa" pitchFamily="2" charset="0"/>
              </a:rPr>
              <a:t>ASP.NET MVC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38114"/>
          <a:stretch/>
        </p:blipFill>
        <p:spPr>
          <a:xfrm>
            <a:off x="1395503" y="1135256"/>
            <a:ext cx="9400994" cy="3099860"/>
          </a:xfrm>
          <a:prstGeom prst="rect">
            <a:avLst/>
          </a:prstGeom>
        </p:spPr>
      </p:pic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A15EB06-FDE6-4F91-90DC-84FD2ECCF965}"/>
              </a:ext>
            </a:extLst>
          </p:cNvPr>
          <p:cNvSpPr txBox="1">
            <a:spLocks/>
          </p:cNvSpPr>
          <p:nvPr/>
        </p:nvSpPr>
        <p:spPr>
          <a:xfrm>
            <a:off x="11568000" y="6525003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>
                <a:solidFill>
                  <a:prstClr val="white">
                    <a:tint val="75000"/>
                  </a:prstClr>
                </a:solidFill>
              </a:rPr>
              <a:pPr/>
              <a:t>4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3375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ASP.NET Web Application</a:t>
            </a:r>
          </a:p>
          <a:p>
            <a:pPr lvl="1"/>
            <a:r>
              <a:rPr lang="en-US" sz="2000" dirty="0">
                <a:latin typeface="Comfortaa" pitchFamily="2" charset="0"/>
              </a:rPr>
              <a:t>T</a:t>
            </a:r>
            <a:r>
              <a:rPr lang="bg-BG" sz="2000" dirty="0">
                <a:latin typeface="Comfortaa" pitchFamily="2" charset="0"/>
              </a:rPr>
              <a:t>ова ще е проекта ни, който ще действа като презентационен слой</a:t>
            </a:r>
            <a:endParaRPr lang="en-US" sz="2000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Какви проекти трябва да имаме?</a:t>
            </a:r>
            <a:r>
              <a:rPr lang="en-US" sz="3600" dirty="0">
                <a:latin typeface="Comfortaa" pitchFamily="2" charset="0"/>
              </a:rPr>
              <a:t> [1/3]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-976" t="-4441" r="976" b="24243"/>
          <a:stretch/>
        </p:blipFill>
        <p:spPr>
          <a:xfrm>
            <a:off x="1063049" y="2895124"/>
            <a:ext cx="9865999" cy="3150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097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4757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B0F0"/>
                </a:solidFill>
                <a:latin typeface="Comfortaa" pitchFamily="2" charset="0"/>
              </a:rPr>
              <a:t>Data</a:t>
            </a:r>
            <a:r>
              <a:rPr lang="bg-BG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- това ще е проекта ни, който ще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бъде слоят за данни. При създаването му от </a:t>
            </a:r>
            <a:r>
              <a:rPr lang="en-US" sz="2400" dirty="0">
                <a:latin typeface="Comfortaa" pitchFamily="2" charset="0"/>
              </a:rPr>
              <a:t>Visual C# -&gt; Windows </a:t>
            </a:r>
            <a:r>
              <a:rPr lang="bg-BG" sz="2400" dirty="0">
                <a:latin typeface="Comfortaa" pitchFamily="2" charset="0"/>
              </a:rPr>
              <a:t>трябва да изберем </a:t>
            </a:r>
            <a:r>
              <a:rPr lang="en-US" sz="2400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Class library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778" r="904" b="2179"/>
          <a:stretch/>
        </p:blipFill>
        <p:spPr>
          <a:xfrm>
            <a:off x="1143000" y="2749112"/>
            <a:ext cx="7236996" cy="345316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E91B3C1-E708-A999-A989-A3377E687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Какви проекти трябва да имаме?</a:t>
            </a:r>
            <a:r>
              <a:rPr lang="en-US" sz="3600" dirty="0">
                <a:latin typeface="Comfortaa" pitchFamily="2" charset="0"/>
              </a:rPr>
              <a:t> [2/3]</a:t>
            </a:r>
          </a:p>
        </p:txBody>
      </p:sp>
    </p:spTree>
    <p:extLst>
      <p:ext uri="{BB962C8B-B14F-4D97-AF65-F5344CB8AC3E}">
        <p14:creationId xmlns:p14="http://schemas.microsoft.com/office/powerpoint/2010/main" val="3444623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8820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Business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- това ще е проекта ни, който ще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бъде слоят за услуги. При създаването му от </a:t>
            </a:r>
            <a:r>
              <a:rPr lang="en-US" dirty="0">
                <a:latin typeface="Comfortaa" pitchFamily="2" charset="0"/>
              </a:rPr>
              <a:t>Visual C# -&gt; Windows </a:t>
            </a:r>
            <a:r>
              <a:rPr lang="bg-BG" dirty="0">
                <a:latin typeface="Comfortaa" pitchFamily="2" charset="0"/>
              </a:rPr>
              <a:t>трябва да изберем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Class library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717" y="2922588"/>
            <a:ext cx="7444594" cy="357028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3E6BAF9-8794-9CB3-22F9-3A97FD450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Какви проекти трябва да имаме?</a:t>
            </a:r>
            <a:r>
              <a:rPr lang="en-US" sz="3600" dirty="0">
                <a:latin typeface="Comfortaa" pitchFamily="2" charset="0"/>
              </a:rPr>
              <a:t> [3/3]</a:t>
            </a:r>
          </a:p>
        </p:txBody>
      </p:sp>
    </p:spTree>
    <p:extLst>
      <p:ext uri="{BB962C8B-B14F-4D97-AF65-F5344CB8AC3E}">
        <p14:creationId xmlns:p14="http://schemas.microsoft.com/office/powerpoint/2010/main" val="1103010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615" y="2526565"/>
            <a:ext cx="5123260" cy="2971867"/>
          </a:xfrm>
        </p:spPr>
        <p:txBody>
          <a:bodyPr>
            <a:normAutofit/>
          </a:bodyPr>
          <a:lstStyle/>
          <a:p>
            <a:r>
              <a:rPr lang="bg-BG" sz="2400" dirty="0">
                <a:latin typeface="Comfortaa" pitchFamily="2" charset="0"/>
              </a:rPr>
              <a:t>Цъкнете с десен бутон върху </a:t>
            </a:r>
            <a:r>
              <a:rPr lang="en-US" sz="2400" dirty="0">
                <a:latin typeface="Comfortaa" pitchFamily="2" charset="0"/>
              </a:rPr>
              <a:t>solution-a </a:t>
            </a:r>
            <a:r>
              <a:rPr lang="bg-BG" sz="2400" dirty="0">
                <a:latin typeface="Comfortaa" pitchFamily="2" charset="0"/>
              </a:rPr>
              <a:t>и изберете </a:t>
            </a:r>
            <a:r>
              <a:rPr lang="en-US" sz="2400" dirty="0">
                <a:latin typeface="Comfortaa" pitchFamily="2" charset="0"/>
              </a:rPr>
              <a:t>Manage </a:t>
            </a:r>
            <a:r>
              <a:rPr lang="en-US" sz="2400" dirty="0" err="1">
                <a:latin typeface="Comfortaa" pitchFamily="2" charset="0"/>
              </a:rPr>
              <a:t>NuGet</a:t>
            </a:r>
            <a:r>
              <a:rPr lang="en-US" sz="2400" dirty="0">
                <a:latin typeface="Comfortaa" pitchFamily="2" charset="0"/>
              </a:rPr>
              <a:t> Packages for Solution </a:t>
            </a:r>
            <a:r>
              <a:rPr lang="bg-BG" sz="2400" dirty="0">
                <a:latin typeface="Comfortaa" pitchFamily="2" charset="0"/>
              </a:rPr>
              <a:t>и инсталирайте </a:t>
            </a:r>
            <a:r>
              <a:rPr lang="en-US" sz="2400" dirty="0" err="1">
                <a:latin typeface="Comfortaa" pitchFamily="2" charset="0"/>
              </a:rPr>
              <a:t>EntityFramework</a:t>
            </a:r>
            <a:r>
              <a:rPr lang="bg-BG" sz="2400" dirty="0">
                <a:latin typeface="Comfortaa" pitchFamily="2" charset="0"/>
              </a:rPr>
              <a:t>. Изберете инсталация</a:t>
            </a:r>
            <a:br>
              <a:rPr lang="bg-BG" sz="2400" dirty="0">
                <a:latin typeface="Comfortaa" pitchFamily="2" charset="0"/>
              </a:rPr>
            </a:br>
            <a:r>
              <a:rPr lang="bg-BG" sz="2400" dirty="0">
                <a:latin typeface="Comfortaa" pitchFamily="2" charset="0"/>
              </a:rPr>
              <a:t>за всичките проекти</a:t>
            </a:r>
            <a:br>
              <a:rPr lang="bg-BG" sz="2400" dirty="0">
                <a:latin typeface="Comfortaa" pitchFamily="2" charset="0"/>
              </a:rPr>
            </a:br>
            <a:r>
              <a:rPr lang="bg-BG" sz="2400" dirty="0">
                <a:latin typeface="Comfortaa" pitchFamily="2" charset="0"/>
              </a:rPr>
              <a:t>в </a:t>
            </a:r>
            <a:r>
              <a:rPr lang="en-US" sz="2400" dirty="0">
                <a:latin typeface="Comfortaa" pitchFamily="2" charset="0"/>
              </a:rPr>
              <a:t>solution-a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Добавяне на </a:t>
            </a:r>
            <a:r>
              <a:rPr lang="en-US" dirty="0" err="1">
                <a:latin typeface="Comfortaa" pitchFamily="2" charset="0"/>
              </a:rPr>
              <a:t>EntityFramework</a:t>
            </a:r>
            <a:endParaRPr lang="en-US" dirty="0">
              <a:latin typeface="Comfortaa" pitchFamily="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4000" r="-1" b="3063"/>
          <a:stretch/>
        </p:blipFill>
        <p:spPr>
          <a:xfrm>
            <a:off x="5913520" y="1955065"/>
            <a:ext cx="5734865" cy="372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025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38562"/>
            <a:ext cx="10515600" cy="3764631"/>
          </a:xfrm>
        </p:spPr>
        <p:txBody>
          <a:bodyPr/>
          <a:lstStyle/>
          <a:p>
            <a:r>
              <a:rPr lang="bg-BG" sz="3200" dirty="0">
                <a:latin typeface="Comfortaa" pitchFamily="2" charset="0"/>
              </a:rPr>
              <a:t>На проект </a:t>
            </a:r>
            <a:r>
              <a:rPr lang="en-US" sz="3200" b="1" dirty="0">
                <a:solidFill>
                  <a:srgbClr val="00B0F0"/>
                </a:solidFill>
                <a:latin typeface="Comfortaa" pitchFamily="2" charset="0"/>
              </a:rPr>
              <a:t>Business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изберете </a:t>
            </a:r>
            <a:r>
              <a:rPr lang="en-US" sz="3200" dirty="0">
                <a:latin typeface="Comfortaa" pitchFamily="2" charset="0"/>
              </a:rPr>
              <a:t>[Add] -&gt; References. </a:t>
            </a:r>
            <a:r>
              <a:rPr lang="bg-BG" sz="3200" dirty="0">
                <a:latin typeface="Comfortaa" pitchFamily="2" charset="0"/>
              </a:rPr>
              <a:t>Добавете референция към </a:t>
            </a:r>
            <a:r>
              <a:rPr lang="en-US" sz="3200" dirty="0">
                <a:latin typeface="Comfortaa" pitchFamily="2" charset="0"/>
              </a:rPr>
              <a:t>Data</a:t>
            </a:r>
          </a:p>
          <a:p>
            <a:r>
              <a:rPr lang="bg-BG" sz="3200" dirty="0">
                <a:latin typeface="Comfortaa" pitchFamily="2" charset="0"/>
              </a:rPr>
              <a:t>На проект </a:t>
            </a:r>
            <a:r>
              <a:rPr lang="en-US" sz="3200" b="1" dirty="0" err="1">
                <a:solidFill>
                  <a:srgbClr val="00B0F0"/>
                </a:solidFill>
                <a:latin typeface="Comfortaa" pitchFamily="2" charset="0"/>
              </a:rPr>
              <a:t>ProductApp</a:t>
            </a:r>
            <a:r>
              <a:rPr lang="en-US" sz="3200" dirty="0">
                <a:latin typeface="Comfortaa" pitchFamily="2" charset="0"/>
              </a:rPr>
              <a:t> /</a:t>
            </a:r>
            <a:r>
              <a:rPr lang="bg-BG" sz="3200" dirty="0">
                <a:latin typeface="Comfortaa" pitchFamily="2" charset="0"/>
              </a:rPr>
              <a:t>проектът на </a:t>
            </a:r>
            <a:r>
              <a:rPr lang="en-US" sz="3200" dirty="0">
                <a:latin typeface="Comfortaa" pitchFamily="2" charset="0"/>
              </a:rPr>
              <a:t>ASP.NET/ </a:t>
            </a:r>
            <a:r>
              <a:rPr lang="bg-BG" sz="3200" dirty="0">
                <a:latin typeface="Comfortaa" pitchFamily="2" charset="0"/>
              </a:rPr>
              <a:t>изберете</a:t>
            </a:r>
            <a:r>
              <a:rPr lang="en-US" sz="3200" dirty="0">
                <a:latin typeface="Comfortaa" pitchFamily="2" charset="0"/>
              </a:rPr>
              <a:t> [Add]</a:t>
            </a:r>
            <a:r>
              <a:rPr lang="bg-BG" sz="3200" dirty="0">
                <a:latin typeface="Comfortaa" pitchFamily="2" charset="0"/>
              </a:rPr>
              <a:t> -</a:t>
            </a:r>
            <a:r>
              <a:rPr lang="en-US" sz="3200" dirty="0">
                <a:latin typeface="Comfortaa" pitchFamily="2" charset="0"/>
              </a:rPr>
              <a:t>&gt;</a:t>
            </a:r>
            <a:r>
              <a:rPr lang="bg-BG" sz="3200" dirty="0">
                <a:latin typeface="Comfortaa" pitchFamily="2" charset="0"/>
              </a:rPr>
              <a:t> </a:t>
            </a:r>
            <a:r>
              <a:rPr lang="en-US" sz="3200" dirty="0">
                <a:latin typeface="Comfortaa" pitchFamily="2" charset="0"/>
              </a:rPr>
              <a:t>References. </a:t>
            </a:r>
            <a:r>
              <a:rPr lang="bg-BG" sz="3200" dirty="0">
                <a:latin typeface="Comfortaa" pitchFamily="2" charset="0"/>
              </a:rPr>
              <a:t>Добавете референция към </a:t>
            </a:r>
            <a:r>
              <a:rPr lang="en-US" sz="3200" dirty="0">
                <a:latin typeface="Comfortaa" pitchFamily="2" charset="0"/>
              </a:rPr>
              <a:t>Business </a:t>
            </a:r>
            <a:r>
              <a:rPr lang="bg-BG" sz="3200" dirty="0">
                <a:latin typeface="Comfortaa" pitchFamily="2" charset="0"/>
              </a:rPr>
              <a:t>и </a:t>
            </a:r>
            <a:r>
              <a:rPr lang="en-US" sz="3200" dirty="0">
                <a:latin typeface="Comfortaa" pitchFamily="2" charset="0"/>
              </a:rPr>
              <a:t>Data</a:t>
            </a:r>
            <a:r>
              <a:rPr lang="bg-BG" sz="3200" dirty="0">
                <a:latin typeface="Comfortaa" pitchFamily="2" charset="0"/>
              </a:rPr>
              <a:t> </a:t>
            </a:r>
            <a:endParaRPr lang="en-US" sz="3200" dirty="0">
              <a:latin typeface="Comfortaa" pitchFamily="2" charset="0"/>
            </a:endParaRPr>
          </a:p>
          <a:p>
            <a:endParaRPr lang="en-US" dirty="0">
              <a:latin typeface="Comfortaa" pitchFamily="2" charset="0"/>
            </a:endParaRPr>
          </a:p>
          <a:p>
            <a:pPr marL="377887" lvl="1" indent="0">
              <a:buNone/>
            </a:pP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Добавяне на референции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574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Създайте подпапка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Model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Data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а в нея модел клас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Product.cs</a:t>
            </a:r>
            <a:endParaRPr lang="en-US" b="1" dirty="0">
              <a:solidFill>
                <a:srgbClr val="00B0F0"/>
              </a:solidFill>
              <a:latin typeface="Comfortaa" pitchFamily="2" charset="0"/>
              <a:cs typeface="Consolas" pitchFamily="49" charset="0"/>
            </a:endParaRPr>
          </a:p>
          <a:p>
            <a:pPr>
              <a:lnSpc>
                <a:spcPct val="100000"/>
              </a:lnSpc>
            </a:pPr>
            <a:endParaRPr lang="en-US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fortaa" pitchFamily="2" charset="0"/>
              </a:rPr>
              <a:t>Data/Model/</a:t>
            </a:r>
            <a:r>
              <a:rPr lang="en-US" dirty="0" err="1">
                <a:latin typeface="Comfortaa" pitchFamily="2" charset="0"/>
              </a:rPr>
              <a:t>Product.cs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Text Placeholder 4"/>
          <p:cNvSpPr txBox="1">
            <a:spLocks/>
          </p:cNvSpPr>
          <p:nvPr/>
        </p:nvSpPr>
        <p:spPr>
          <a:xfrm>
            <a:off x="1120942" y="3068420"/>
            <a:ext cx="10061576" cy="310854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public class Product</a:t>
            </a:r>
          </a:p>
          <a:p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        public </a:t>
            </a:r>
            <a:r>
              <a:rPr lang="en-US" sz="2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 Id { get; set; }</a:t>
            </a:r>
          </a:p>
          <a:p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        public string Name { get; set; }</a:t>
            </a:r>
          </a:p>
          <a:p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        public decimal Price { get; set; }</a:t>
            </a:r>
          </a:p>
          <a:p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        public </a:t>
            </a:r>
            <a:r>
              <a:rPr lang="en-US" sz="28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 Stock { get; set; }</a:t>
            </a:r>
          </a:p>
          <a:p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en-US" sz="28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9699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Създайте 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ProductContext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клас, който наследява 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DbContext</a:t>
            </a:r>
            <a:r>
              <a:rPr lang="en-US" sz="2400" dirty="0">
                <a:latin typeface="Comfortaa" pitchFamily="2" charset="0"/>
              </a:rPr>
              <a:t>. </a:t>
            </a:r>
            <a:r>
              <a:rPr lang="bg-BG" sz="2400" dirty="0">
                <a:latin typeface="Comfortaa" pitchFamily="2" charset="0"/>
              </a:rPr>
              <a:t>Ще има нужда да добавите и 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using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директива</a:t>
            </a:r>
            <a:r>
              <a:rPr lang="en-US" sz="2400" dirty="0">
                <a:latin typeface="Comfortaa" pitchFamily="2" charset="0"/>
              </a:rPr>
              <a:t>:</a:t>
            </a:r>
            <a:endParaRPr lang="en-US" sz="2400" b="1" dirty="0">
              <a:solidFill>
                <a:schemeClr val="tx2">
                  <a:lumMod val="75000"/>
                </a:schemeClr>
              </a:solidFill>
              <a:latin typeface="Comfortaa" pitchFamily="2" charset="0"/>
              <a:cs typeface="Consolas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fortaa" pitchFamily="2" charset="0"/>
              </a:rPr>
              <a:t>Data/</a:t>
            </a:r>
            <a:r>
              <a:rPr lang="en-US" dirty="0" err="1">
                <a:latin typeface="Comfortaa" pitchFamily="2" charset="0"/>
              </a:rPr>
              <a:t>ProductContext.cs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5" name="Text Placeholder 4"/>
          <p:cNvSpPr txBox="1">
            <a:spLocks/>
          </p:cNvSpPr>
          <p:nvPr/>
        </p:nvSpPr>
        <p:spPr>
          <a:xfrm>
            <a:off x="1138989" y="2935706"/>
            <a:ext cx="10061576" cy="286232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using 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System.Data.Entity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;</a:t>
            </a:r>
          </a:p>
          <a:p>
            <a:br>
              <a:rPr lang="bg-BG" b="1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public class 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ProductContext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 : 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DbContext</a:t>
            </a:r>
            <a:endParaRPr lang="en-US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        public 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ProductContext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() : base("name=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ProductContext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")</a:t>
            </a:r>
          </a:p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        {</a:t>
            </a:r>
          </a:p>
          <a:p>
            <a:endParaRPr lang="en-US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        }</a:t>
            </a:r>
          </a:p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        public 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DbSet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&lt;Product&gt; Products { get; set; }</a:t>
            </a:r>
          </a:p>
          <a:p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  <a:endParaRPr lang="en-US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833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493921"/>
            <a:ext cx="10446657" cy="499895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Създаваме управляващо поле от клас </a:t>
            </a:r>
            <a:r>
              <a:rPr lang="en-US" sz="2000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ProductContext</a:t>
            </a:r>
            <a:r>
              <a:rPr lang="en-US" sz="2000" dirty="0">
                <a:latin typeface="Comfortaa" pitchFamily="2" charset="0"/>
              </a:rPr>
              <a:t>:</a:t>
            </a:r>
          </a:p>
          <a:p>
            <a:pPr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Създаваме методи, които извършват желаните операции, извиквайки свойството </a:t>
            </a:r>
            <a:r>
              <a:rPr lang="en-US" sz="2000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Products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и методи върху него, познати ни от </a:t>
            </a:r>
            <a:r>
              <a:rPr lang="en-US" sz="2000" dirty="0">
                <a:latin typeface="Comfortaa" pitchFamily="2" charset="0"/>
                <a:cs typeface="Consolas" pitchFamily="49" charset="0"/>
              </a:rPr>
              <a:t>LINQ</a:t>
            </a:r>
            <a:r>
              <a:rPr lang="en-US" sz="2000" dirty="0">
                <a:latin typeface="Comfortaa" pitchFamily="2" charset="0"/>
              </a:rPr>
              <a:t>:</a:t>
            </a:r>
          </a:p>
          <a:p>
            <a:pPr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По аналогичен начин реализираме другите методи</a:t>
            </a: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0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mfortaa" pitchFamily="2" charset="0"/>
              </a:rPr>
              <a:t>Business/</a:t>
            </a:r>
            <a:r>
              <a:rPr lang="en-US" dirty="0" err="1">
                <a:latin typeface="Comfortaa" pitchFamily="2" charset="0"/>
              </a:rPr>
              <a:t>ProductBusiness.cs</a:t>
            </a:r>
            <a:endParaRPr lang="bg-BG" dirty="0">
              <a:latin typeface="Comfortaa" pitchFamily="2" charset="0"/>
            </a:endParaRPr>
          </a:p>
        </p:txBody>
      </p:sp>
      <p:sp>
        <p:nvSpPr>
          <p:cNvPr id="7" name="Text Placeholder 5"/>
          <p:cNvSpPr txBox="1">
            <a:spLocks/>
          </p:cNvSpPr>
          <p:nvPr/>
        </p:nvSpPr>
        <p:spPr>
          <a:xfrm>
            <a:off x="1132113" y="3877932"/>
            <a:ext cx="9342301" cy="175432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lvl="0" eaLnBrk="0" hangingPunct="0">
              <a:spcBef>
                <a:spcPts val="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defRPr sz="2000" b="1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400" noProof="1">
                <a:solidFill>
                  <a:schemeClr val="bg1"/>
                </a:solidFill>
              </a:rPr>
              <a:t>public List&lt;Product&gt; GetAll() {</a:t>
            </a:r>
          </a:p>
          <a:p>
            <a:pPr>
              <a:lnSpc>
                <a:spcPct val="90000"/>
              </a:lnSpc>
            </a:pPr>
            <a:r>
              <a:rPr lang="en-US" sz="2400" noProof="1">
                <a:solidFill>
                  <a:schemeClr val="bg1"/>
                </a:solidFill>
              </a:rPr>
              <a:t>   using (productContext = new ProductContext()) {</a:t>
            </a:r>
          </a:p>
          <a:p>
            <a:pPr>
              <a:lnSpc>
                <a:spcPct val="90000"/>
              </a:lnSpc>
            </a:pPr>
            <a:r>
              <a:rPr lang="en-US" sz="2400" noProof="1">
                <a:solidFill>
                  <a:schemeClr val="bg1"/>
                </a:solidFill>
              </a:rPr>
              <a:t>      return productContext.Products.ToList();    </a:t>
            </a:r>
          </a:p>
          <a:p>
            <a:pPr>
              <a:lnSpc>
                <a:spcPct val="90000"/>
              </a:lnSpc>
            </a:pPr>
            <a:r>
              <a:rPr lang="en-US" sz="2400" noProof="1">
                <a:solidFill>
                  <a:schemeClr val="bg1"/>
                </a:solidFill>
              </a:rPr>
              <a:t>   }</a:t>
            </a:r>
          </a:p>
          <a:p>
            <a:pPr>
              <a:lnSpc>
                <a:spcPct val="90000"/>
              </a:lnSpc>
            </a:pPr>
            <a:r>
              <a:rPr lang="en-US" sz="2400" noProof="1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11" name="Text Placeholder 5"/>
          <p:cNvSpPr txBox="1">
            <a:spLocks/>
          </p:cNvSpPr>
          <p:nvPr/>
        </p:nvSpPr>
        <p:spPr>
          <a:xfrm>
            <a:off x="1132113" y="1946568"/>
            <a:ext cx="9260116" cy="42473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lnSpc>
                <a:spcPct val="9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private </a:t>
            </a:r>
            <a:r>
              <a:rPr lang="en-US" sz="2400" b="1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ProductContext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 context;</a:t>
            </a:r>
            <a:endParaRPr lang="en-US" sz="24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292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48344" y="1473202"/>
            <a:ext cx="11234056" cy="486228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В 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Web.config</a:t>
            </a:r>
            <a:r>
              <a:rPr lang="en-US" sz="2400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 </a:t>
            </a:r>
            <a:r>
              <a:rPr lang="bg-BG" sz="2400" dirty="0">
                <a:latin typeface="Comfortaa" pitchFamily="2" charset="0"/>
              </a:rPr>
              <a:t>намираме 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&lt;</a:t>
            </a:r>
            <a:r>
              <a:rPr lang="en-US" sz="2400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connectionStrings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&gt;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секцията. Там под другия 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&lt;add&gt;</a:t>
            </a:r>
            <a:r>
              <a:rPr lang="en-US" sz="2400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добавяме и нашия:</a:t>
            </a: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След тази стъпка трябва да се уверим, че сме направили 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Build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на целия </a:t>
            </a: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Solution</a:t>
            </a:r>
          </a:p>
          <a:p>
            <a:pPr>
              <a:lnSpc>
                <a:spcPct val="100000"/>
              </a:lnSpc>
            </a:pPr>
            <a:endParaRPr lang="en-US" sz="2400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sz="2400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solidFill>
                <a:schemeClr val="accent5">
                  <a:lumMod val="20000"/>
                  <a:lumOff val="80000"/>
                </a:schemeClr>
              </a:solidFill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6599" y="319696"/>
            <a:ext cx="11477057" cy="1325563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Свързване на </a:t>
            </a:r>
            <a:r>
              <a:rPr lang="en-US" sz="3600" dirty="0">
                <a:latin typeface="Comfortaa" pitchFamily="2" charset="0"/>
              </a:rPr>
              <a:t>ASP.NET </a:t>
            </a:r>
            <a:r>
              <a:rPr lang="bg-BG" sz="3600" dirty="0">
                <a:latin typeface="Comfortaa" pitchFamily="2" charset="0"/>
              </a:rPr>
              <a:t>с другите слоеве</a:t>
            </a:r>
            <a:r>
              <a:rPr lang="en-US" sz="3600" dirty="0">
                <a:latin typeface="Comfortaa" pitchFamily="2" charset="0"/>
              </a:rPr>
              <a:t> [1/2]</a:t>
            </a:r>
            <a:endParaRPr lang="bg-BG" sz="3600" dirty="0">
              <a:latin typeface="Comfortaa" pitchFamily="2" charset="0"/>
            </a:endParaRPr>
          </a:p>
        </p:txBody>
      </p:sp>
      <p:sp>
        <p:nvSpPr>
          <p:cNvPr id="11" name="Text Placeholder 5"/>
          <p:cNvSpPr txBox="1">
            <a:spLocks/>
          </p:cNvSpPr>
          <p:nvPr/>
        </p:nvSpPr>
        <p:spPr>
          <a:xfrm>
            <a:off x="609600" y="2438401"/>
            <a:ext cx="10806000" cy="206210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&lt;add name="</a:t>
            </a:r>
            <a:r>
              <a:rPr lang="en-US" sz="3200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ProductContext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</a:t>
            </a:r>
            <a:r>
              <a:rPr lang="en-US" sz="3200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connectionString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="Data Source=.; Initial Catalog=</a:t>
            </a:r>
            <a:r>
              <a:rPr lang="en-US" sz="3200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ProductDb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Integrated Security=true„</a:t>
            </a:r>
            <a:r>
              <a:rPr lang="bg-BG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3200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providerName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sz="3200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System.Data.SqlClient</a:t>
            </a:r>
            <a:r>
              <a:rPr lang="en-US" sz="32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/&gt;</a:t>
            </a:r>
            <a:endParaRPr lang="en-US" sz="3200" b="1" noProof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07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82287" y="1799771"/>
            <a:ext cx="10911428" cy="454811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Добавяме </a:t>
            </a:r>
            <a:r>
              <a:rPr lang="bg-BG" dirty="0">
                <a:latin typeface="Comfortaa" pitchFamily="2" charset="0"/>
                <a:cs typeface="Consolas" pitchFamily="49" charset="0"/>
              </a:rPr>
              <a:t>контролер</a:t>
            </a:r>
            <a:r>
              <a:rPr lang="bg-BG" dirty="0">
                <a:latin typeface="Comfortaa" pitchFamily="2" charset="0"/>
              </a:rPr>
              <a:t>, чрез десен бутон върху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Controllers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папката -&gt;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Add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-&gt;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Controller</a:t>
            </a:r>
            <a:endParaRPr lang="bg-BG" b="1" dirty="0">
              <a:solidFill>
                <a:srgbClr val="00B0F0"/>
              </a:solidFill>
              <a:latin typeface="Comfortaa" pitchFamily="2" charset="0"/>
              <a:cs typeface="Consolas" pitchFamily="49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Изберете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MVC Controller with views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За име на контролера задайте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ProductController</a:t>
            </a:r>
            <a:endParaRPr lang="en-US" b="1" dirty="0">
              <a:solidFill>
                <a:srgbClr val="00B0F0"/>
              </a:solidFill>
              <a:latin typeface="Comfortaa" pitchFamily="2" charset="0"/>
              <a:cs typeface="Consolas" pitchFamily="49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За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Model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клас посочете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Product</a:t>
            </a:r>
            <a:r>
              <a:rPr lang="en-US" dirty="0">
                <a:latin typeface="Comfortaa" pitchFamily="2" charset="0"/>
                <a:cs typeface="Consolas" pitchFamily="49" charset="0"/>
              </a:rPr>
              <a:t> (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Data</a:t>
            </a:r>
            <a:r>
              <a:rPr lang="en-US" dirty="0" err="1">
                <a:latin typeface="Comfortaa" pitchFamily="2" charset="0"/>
                <a:cs typeface="Consolas" pitchFamily="49" charset="0"/>
              </a:rPr>
              <a:t>.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Model</a:t>
            </a:r>
            <a:r>
              <a:rPr lang="en-US" dirty="0">
                <a:latin typeface="Comfortaa" pitchFamily="2" charset="0"/>
                <a:cs typeface="Consolas" pitchFamily="49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За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Data Context </a:t>
            </a:r>
            <a:r>
              <a:rPr lang="bg-BG" dirty="0">
                <a:latin typeface="Comfortaa" pitchFamily="2" charset="0"/>
              </a:rPr>
              <a:t>клас посочете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ProductContext</a:t>
            </a:r>
            <a:r>
              <a:rPr lang="bg-BG" dirty="0">
                <a:latin typeface="Comfortaa" pitchFamily="2" charset="0"/>
                <a:cs typeface="Consolas" pitchFamily="49" charset="0"/>
              </a:rPr>
              <a:t> (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cs typeface="Consolas" pitchFamily="49" charset="0"/>
              </a:rPr>
              <a:t>Data</a:t>
            </a:r>
            <a:r>
              <a:rPr lang="en-US" dirty="0">
                <a:latin typeface="Comfortaa" pitchFamily="2" charset="0"/>
                <a:cs typeface="Consolas" pitchFamily="49" charset="0"/>
              </a:rPr>
              <a:t>)</a:t>
            </a:r>
            <a:endParaRPr lang="bg-BG" dirty="0">
              <a:latin typeface="Comfortaa" pitchFamily="2" charset="0"/>
              <a:cs typeface="Consolas" pitchFamily="49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dirty="0">
              <a:latin typeface="Comfortaa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F37ED7D-63DB-141C-5EF4-309140784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599" y="319696"/>
            <a:ext cx="11477057" cy="1325563"/>
          </a:xfrm>
        </p:spPr>
        <p:txBody>
          <a:bodyPr>
            <a:normAutofit/>
          </a:bodyPr>
          <a:lstStyle/>
          <a:p>
            <a:r>
              <a:rPr lang="bg-BG" sz="3600" dirty="0">
                <a:latin typeface="Comfortaa" pitchFamily="2" charset="0"/>
              </a:rPr>
              <a:t>Свързване на </a:t>
            </a:r>
            <a:r>
              <a:rPr lang="en-US" sz="3600" dirty="0">
                <a:latin typeface="Comfortaa" pitchFamily="2" charset="0"/>
              </a:rPr>
              <a:t>ASP.NET </a:t>
            </a:r>
            <a:r>
              <a:rPr lang="bg-BG" sz="3600" dirty="0">
                <a:latin typeface="Comfortaa" pitchFamily="2" charset="0"/>
              </a:rPr>
              <a:t>с другите слоеве</a:t>
            </a:r>
            <a:r>
              <a:rPr lang="en-US" sz="3600" dirty="0">
                <a:latin typeface="Comfortaa" pitchFamily="2" charset="0"/>
              </a:rPr>
              <a:t> [1/2]</a:t>
            </a:r>
            <a:endParaRPr lang="bg-BG" sz="36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63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838200" y="1901373"/>
            <a:ext cx="10055085" cy="402771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sz="3200" dirty="0">
                <a:latin typeface="Comfortaa" pitchFamily="2" charset="0"/>
              </a:rPr>
              <a:t>Компилирайте и стартирайте приложението.</a:t>
            </a:r>
          </a:p>
          <a:p>
            <a:pPr>
              <a:lnSpc>
                <a:spcPct val="100000"/>
              </a:lnSpc>
            </a:pPr>
            <a:r>
              <a:rPr lang="bg-BG" sz="3200" dirty="0">
                <a:latin typeface="Comfortaa" pitchFamily="2" charset="0"/>
              </a:rPr>
              <a:t>Добавете </a:t>
            </a:r>
            <a:r>
              <a:rPr lang="en-US" sz="3200" dirty="0">
                <a:latin typeface="Comfortaa" pitchFamily="2" charset="0"/>
              </a:rPr>
              <a:t>/Product </a:t>
            </a:r>
            <a:r>
              <a:rPr lang="bg-BG" sz="3200" dirty="0">
                <a:latin typeface="Comfortaa" pitchFamily="2" charset="0"/>
              </a:rPr>
              <a:t>в края на </a:t>
            </a:r>
            <a:r>
              <a:rPr lang="en-US" sz="3200" dirty="0">
                <a:latin typeface="Comfortaa" pitchFamily="2" charset="0"/>
              </a:rPr>
              <a:t>URL </a:t>
            </a:r>
            <a:r>
              <a:rPr lang="bg-BG" sz="3200" dirty="0">
                <a:latin typeface="Comfortaa" pitchFamily="2" charset="0"/>
              </a:rPr>
              <a:t>адреса и заредете страницата</a:t>
            </a:r>
          </a:p>
          <a:p>
            <a:pPr>
              <a:lnSpc>
                <a:spcPct val="100000"/>
              </a:lnSpc>
            </a:pPr>
            <a:r>
              <a:rPr lang="bg-BG" sz="3200" dirty="0">
                <a:latin typeface="Comfortaa" pitchFamily="2" charset="0"/>
              </a:rPr>
              <a:t>Пред вас вече е наличен уеб интерфейса за нашето приложение, в който може да извършите всички</a:t>
            </a:r>
            <a:r>
              <a:rPr lang="en-US" sz="3200" dirty="0">
                <a:latin typeface="Comfortaa" pitchFamily="2" charset="0"/>
              </a:rPr>
              <a:t> CRUD </a:t>
            </a:r>
            <a:r>
              <a:rPr lang="bg-BG" sz="3200" dirty="0">
                <a:latin typeface="Comfortaa" pitchFamily="2" charset="0"/>
              </a:rPr>
              <a:t>операции</a:t>
            </a:r>
            <a:endParaRPr lang="en-US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bg-BG" sz="32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3200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Използване на приложението</a:t>
            </a:r>
            <a:r>
              <a:rPr lang="en-US" sz="4000" dirty="0">
                <a:latin typeface="Comfortaa" pitchFamily="2" charset="0"/>
              </a:rPr>
              <a:t> [1/2]</a:t>
            </a:r>
            <a:endParaRPr lang="bg-BG" sz="40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071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39291"/>
          <a:stretch/>
        </p:blipFill>
        <p:spPr>
          <a:xfrm>
            <a:off x="537654" y="1934562"/>
            <a:ext cx="11116692" cy="3595915"/>
          </a:xfrm>
          <a:prstGeom prst="rect">
            <a:avLst/>
          </a:prstGeom>
        </p:spPr>
      </p:pic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32E2CF54-2C90-42CE-8D1D-03D88AD36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16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0AEA600-50A2-B07C-A211-CF8DFB9C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bg-BG" sz="4000" dirty="0">
                <a:latin typeface="Comfortaa" pitchFamily="2" charset="0"/>
              </a:rPr>
              <a:t>Използване на приложението</a:t>
            </a:r>
            <a:r>
              <a:rPr lang="en-US" sz="4000" dirty="0">
                <a:latin typeface="Comfortaa" pitchFamily="2" charset="0"/>
              </a:rPr>
              <a:t> [2/2]</a:t>
            </a:r>
            <a:endParaRPr lang="bg-BG" sz="40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039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</TotalTime>
  <Words>933</Words>
  <Application>Microsoft Office PowerPoint</Application>
  <PresentationFormat>Widescreen</PresentationFormat>
  <Paragraphs>120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Comfortaa</vt:lpstr>
      <vt:lpstr>Consolas</vt:lpstr>
      <vt:lpstr>Office Theme</vt:lpstr>
      <vt:lpstr>ASP.NET MVC като потребителски интерфейс</vt:lpstr>
      <vt:lpstr>Съдържание</vt:lpstr>
      <vt:lpstr>Какво е ASP.NET MVC</vt:lpstr>
      <vt:lpstr>Структура на проекта ни</vt:lpstr>
      <vt:lpstr>Какви проекти трябва да имаме? [1/3]</vt:lpstr>
      <vt:lpstr>Какви проекти трябва да имаме? [2/3]</vt:lpstr>
      <vt:lpstr>Какви проекти трябва да имаме? [3/3]</vt:lpstr>
      <vt:lpstr>Добавяне на EntityFramework</vt:lpstr>
      <vt:lpstr>Добавяне на референции</vt:lpstr>
      <vt:lpstr>Data/Model/Product.cs</vt:lpstr>
      <vt:lpstr>Data/ProductContext.cs</vt:lpstr>
      <vt:lpstr>Business/ProductBusiness.cs</vt:lpstr>
      <vt:lpstr>Свързване на ASP.NET с другите слоеве [1/2]</vt:lpstr>
      <vt:lpstr>Свързване на ASP.NET с другите слоеве [1/2]</vt:lpstr>
      <vt:lpstr>Използване на приложението [1/2]</vt:lpstr>
      <vt:lpstr>Използване на приложението [2/2]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10</cp:revision>
  <dcterms:created xsi:type="dcterms:W3CDTF">2022-08-09T09:25:46Z</dcterms:created>
  <dcterms:modified xsi:type="dcterms:W3CDTF">2023-02-22T12:12:20Z</dcterms:modified>
</cp:coreProperties>
</file>