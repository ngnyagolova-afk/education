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8" r:id="rId2"/>
    <p:sldId id="571" r:id="rId3"/>
    <p:sldId id="637" r:id="rId4"/>
    <p:sldId id="625" r:id="rId5"/>
    <p:sldId id="626" r:id="rId6"/>
    <p:sldId id="638" r:id="rId7"/>
    <p:sldId id="639" r:id="rId8"/>
    <p:sldId id="627" r:id="rId9"/>
    <p:sldId id="640" r:id="rId10"/>
    <p:sldId id="642" r:id="rId11"/>
    <p:sldId id="643" r:id="rId12"/>
    <p:sldId id="644" r:id="rId13"/>
    <p:sldId id="645" r:id="rId14"/>
    <p:sldId id="646" r:id="rId15"/>
    <p:sldId id="647" r:id="rId16"/>
    <p:sldId id="649" r:id="rId17"/>
    <p:sldId id="648" r:id="rId18"/>
    <p:sldId id="5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37"/>
            <p14:sldId id="625"/>
            <p14:sldId id="626"/>
            <p14:sldId id="638"/>
            <p14:sldId id="639"/>
            <p14:sldId id="627"/>
            <p14:sldId id="640"/>
            <p14:sldId id="642"/>
            <p14:sldId id="643"/>
            <p14:sldId id="644"/>
            <p14:sldId id="645"/>
            <p14:sldId id="646"/>
            <p14:sldId id="647"/>
            <p14:sldId id="649"/>
            <p14:sldId id="648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8F795C-0758-4B19-A74E-975BFB5A8A59}" v="80" dt="2023-02-22T12:25:51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BA8F795C-0758-4B19-A74E-975BFB5A8A59}"/>
    <pc:docChg chg="undo custSel addSld modSld">
      <pc:chgData name="Димитър Минчев" userId="6da192e4-d32c-454b-8615-bbadf07b6639" providerId="ADAL" clId="{BA8F795C-0758-4B19-A74E-975BFB5A8A59}" dt="2023-02-22T12:26:21.653" v="352" actId="207"/>
      <pc:docMkLst>
        <pc:docMk/>
      </pc:docMkLst>
      <pc:sldChg chg="modSp mod">
        <pc:chgData name="Димитър Минчев" userId="6da192e4-d32c-454b-8615-bbadf07b6639" providerId="ADAL" clId="{BA8F795C-0758-4B19-A74E-975BFB5A8A59}" dt="2023-02-22T12:12:57.578" v="27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BA8F795C-0758-4B19-A74E-975BFB5A8A59}" dt="2023-02-22T12:12:49.613" v="2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BA8F795C-0758-4B19-A74E-975BFB5A8A59}" dt="2023-02-22T12:12:57.578" v="27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BA8F795C-0758-4B19-A74E-975BFB5A8A59}" dt="2023-02-22T12:13:07.437" v="28"/>
        <pc:sldMkLst>
          <pc:docMk/>
          <pc:sldMk cId="2385751420" sldId="571"/>
        </pc:sldMkLst>
        <pc:spChg chg="mod">
          <ac:chgData name="Димитър Минчев" userId="6da192e4-d32c-454b-8615-bbadf07b6639" providerId="ADAL" clId="{BA8F795C-0758-4B19-A74E-975BFB5A8A59}" dt="2023-02-22T12:13:07.437" v="28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BA8F795C-0758-4B19-A74E-975BFB5A8A59}" dt="2023-02-22T12:14:22.056" v="79" actId="478"/>
        <pc:sldMkLst>
          <pc:docMk/>
          <pc:sldMk cId="3276254729" sldId="625"/>
        </pc:sldMkLst>
        <pc:spChg chg="mod">
          <ac:chgData name="Димитър Минчев" userId="6da192e4-d32c-454b-8615-bbadf07b6639" providerId="ADAL" clId="{BA8F795C-0758-4B19-A74E-975BFB5A8A59}" dt="2023-02-22T12:14:19.605" v="78" actId="404"/>
          <ac:spMkLst>
            <pc:docMk/>
            <pc:sldMk cId="3276254729" sldId="625"/>
            <ac:spMk id="2" creationId="{E715F848-B858-442A-A11B-296D7AE694F3}"/>
          </ac:spMkLst>
        </pc:spChg>
        <pc:spChg chg="mod">
          <ac:chgData name="Димитър Минчев" userId="6da192e4-d32c-454b-8615-bbadf07b6639" providerId="ADAL" clId="{BA8F795C-0758-4B19-A74E-975BFB5A8A59}" dt="2023-02-22T12:14:14.179" v="75" actId="2711"/>
          <ac:spMkLst>
            <pc:docMk/>
            <pc:sldMk cId="3276254729" sldId="625"/>
            <ac:spMk id="3" creationId="{CF920B0D-3E89-4F76-AEDB-6C3B938E4466}"/>
          </ac:spMkLst>
        </pc:spChg>
        <pc:spChg chg="del">
          <ac:chgData name="Димитър Минчев" userId="6da192e4-d32c-454b-8615-bbadf07b6639" providerId="ADAL" clId="{BA8F795C-0758-4B19-A74E-975BFB5A8A59}" dt="2023-02-22T12:14:22.056" v="79" actId="478"/>
          <ac:spMkLst>
            <pc:docMk/>
            <pc:sldMk cId="3276254729" sldId="625"/>
            <ac:spMk id="5" creationId="{B74D6754-A5C5-4318-82DA-176AAC82FC39}"/>
          </ac:spMkLst>
        </pc:spChg>
        <pc:picChg chg="mod">
          <ac:chgData name="Димитър Минчев" userId="6da192e4-d32c-454b-8615-bbadf07b6639" providerId="ADAL" clId="{BA8F795C-0758-4B19-A74E-975BFB5A8A59}" dt="2023-02-22T12:14:05.131" v="67" actId="1076"/>
          <ac:picMkLst>
            <pc:docMk/>
            <pc:sldMk cId="3276254729" sldId="625"/>
            <ac:picMk id="4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BA8F795C-0758-4B19-A74E-975BFB5A8A59}" dt="2023-02-22T12:15:46.148" v="106" actId="20577"/>
        <pc:sldMkLst>
          <pc:docMk/>
          <pc:sldMk cId="1648531191" sldId="626"/>
        </pc:sldMkLst>
        <pc:spChg chg="mod">
          <ac:chgData name="Димитър Минчев" userId="6da192e4-d32c-454b-8615-bbadf07b6639" providerId="ADAL" clId="{BA8F795C-0758-4B19-A74E-975BFB5A8A59}" dt="2023-02-22T12:15:46.148" v="106" actId="20577"/>
          <ac:spMkLst>
            <pc:docMk/>
            <pc:sldMk cId="1648531191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5:08.050" v="89" actId="113"/>
          <ac:spMkLst>
            <pc:docMk/>
            <pc:sldMk cId="1648531191" sldId="6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5:11.747" v="90" actId="478"/>
          <ac:spMkLst>
            <pc:docMk/>
            <pc:sldMk cId="1648531191" sldId="626"/>
            <ac:spMk id="6" creationId="{E41B6696-D060-442B-B017-4980A10C560E}"/>
          </ac:spMkLst>
        </pc:spChg>
      </pc:sldChg>
      <pc:sldChg chg="delSp modSp add mod">
        <pc:chgData name="Димитър Минчев" userId="6da192e4-d32c-454b-8615-bbadf07b6639" providerId="ADAL" clId="{BA8F795C-0758-4B19-A74E-975BFB5A8A59}" dt="2023-02-22T12:18:24.363" v="158" actId="478"/>
        <pc:sldMkLst>
          <pc:docMk/>
          <pc:sldMk cId="2875817541" sldId="627"/>
        </pc:sldMkLst>
        <pc:spChg chg="mod">
          <ac:chgData name="Димитър Минчев" userId="6da192e4-d32c-454b-8615-bbadf07b6639" providerId="ADAL" clId="{BA8F795C-0758-4B19-A74E-975BFB5A8A59}" dt="2023-02-22T12:17:43.707" v="144" actId="207"/>
          <ac:spMkLst>
            <pc:docMk/>
            <pc:sldMk cId="2875817541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8:22.355" v="157" actId="14100"/>
          <ac:spMkLst>
            <pc:docMk/>
            <pc:sldMk cId="2875817541" sldId="62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8:24.363" v="158" actId="478"/>
          <ac:spMkLst>
            <pc:docMk/>
            <pc:sldMk cId="2875817541" sldId="627"/>
            <ac:spMk id="6" creationId="{EB32536B-DD7F-45D0-83EF-107BC743858B}"/>
          </ac:spMkLst>
        </pc:spChg>
        <pc:picChg chg="mod modCrop">
          <ac:chgData name="Димитър Минчев" userId="6da192e4-d32c-454b-8615-bbadf07b6639" providerId="ADAL" clId="{BA8F795C-0758-4B19-A74E-975BFB5A8A59}" dt="2023-02-22T12:18:18.146" v="156" actId="1076"/>
          <ac:picMkLst>
            <pc:docMk/>
            <pc:sldMk cId="2875817541" sldId="627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BA8F795C-0758-4B19-A74E-975BFB5A8A59}" dt="2023-02-22T12:13:44.257" v="57" actId="478"/>
        <pc:sldMkLst>
          <pc:docMk/>
          <pc:sldMk cId="2644867442" sldId="637"/>
        </pc:sldMkLst>
        <pc:spChg chg="mod">
          <ac:chgData name="Димитър Минчев" userId="6da192e4-d32c-454b-8615-bbadf07b6639" providerId="ADAL" clId="{BA8F795C-0758-4B19-A74E-975BFB5A8A59}" dt="2023-02-22T12:13:41.994" v="56" actId="14100"/>
          <ac:spMkLst>
            <pc:docMk/>
            <pc:sldMk cId="2644867442" sldId="63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3:38.436" v="55" actId="2711"/>
          <ac:spMkLst>
            <pc:docMk/>
            <pc:sldMk cId="2644867442" sldId="637"/>
            <ac:spMk id="4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3:44.257" v="57" actId="478"/>
          <ac:spMkLst>
            <pc:docMk/>
            <pc:sldMk cId="2644867442" sldId="637"/>
            <ac:spMk id="5" creationId="{6C0569AE-92F5-4D21-9D10-AE4F67B5260B}"/>
          </ac:spMkLst>
        </pc:spChg>
      </pc:sldChg>
      <pc:sldChg chg="addSp delSp modSp add mod modAnim">
        <pc:chgData name="Димитър Минчев" userId="6da192e4-d32c-454b-8615-bbadf07b6639" providerId="ADAL" clId="{BA8F795C-0758-4B19-A74E-975BFB5A8A59}" dt="2023-02-22T12:17:22.040" v="140" actId="732"/>
        <pc:sldMkLst>
          <pc:docMk/>
          <pc:sldMk cId="557701599" sldId="638"/>
        </pc:sldMkLst>
        <pc:spChg chg="del">
          <ac:chgData name="Димитър Минчев" userId="6da192e4-d32c-454b-8615-bbadf07b6639" providerId="ADAL" clId="{BA8F795C-0758-4B19-A74E-975BFB5A8A59}" dt="2023-02-22T12:15:52.586" v="107" actId="478"/>
          <ac:spMkLst>
            <pc:docMk/>
            <pc:sldMk cId="557701599" sldId="6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6:10.918" v="116" actId="113"/>
          <ac:spMkLst>
            <pc:docMk/>
            <pc:sldMk cId="557701599" sldId="638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BA8F795C-0758-4B19-A74E-975BFB5A8A59}" dt="2023-02-22T12:15:53.470" v="108" actId="478"/>
          <ac:spMkLst>
            <pc:docMk/>
            <pc:sldMk cId="557701599" sldId="638"/>
            <ac:spMk id="5" creationId="{3AD2261E-DB67-84B7-4E55-1BAC5F3ABE53}"/>
          </ac:spMkLst>
        </pc:spChg>
        <pc:spChg chg="del mod">
          <ac:chgData name="Димитър Минчев" userId="6da192e4-d32c-454b-8615-bbadf07b6639" providerId="ADAL" clId="{BA8F795C-0758-4B19-A74E-975BFB5A8A59}" dt="2023-02-22T12:16:20.804" v="120" actId="478"/>
          <ac:spMkLst>
            <pc:docMk/>
            <pc:sldMk cId="557701599" sldId="638"/>
            <ac:spMk id="7" creationId="{BE24D537-A839-476F-9B78-3C1CAC1D9661}"/>
          </ac:spMkLst>
        </pc:spChg>
        <pc:spChg chg="add mod">
          <ac:chgData name="Димитър Минчев" userId="6da192e4-d32c-454b-8615-bbadf07b6639" providerId="ADAL" clId="{BA8F795C-0758-4B19-A74E-975BFB5A8A59}" dt="2023-02-22T12:15:56.660" v="110" actId="20577"/>
          <ac:spMkLst>
            <pc:docMk/>
            <pc:sldMk cId="557701599" sldId="638"/>
            <ac:spMk id="8" creationId="{CA300313-E3EC-CA59-E5CC-E09B2575D7E5}"/>
          </ac:spMkLst>
        </pc:spChg>
        <pc:picChg chg="mod modCrop">
          <ac:chgData name="Димитър Минчев" userId="6da192e4-d32c-454b-8615-bbadf07b6639" providerId="ADAL" clId="{BA8F795C-0758-4B19-A74E-975BFB5A8A59}" dt="2023-02-22T12:17:22.040" v="140" actId="732"/>
          <ac:picMkLst>
            <pc:docMk/>
            <pc:sldMk cId="557701599" sldId="638"/>
            <ac:picMk id="6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BA8F795C-0758-4B19-A74E-975BFB5A8A59}" dt="2023-02-22T12:17:31.098" v="142" actId="478"/>
        <pc:sldMkLst>
          <pc:docMk/>
          <pc:sldMk cId="736249677" sldId="639"/>
        </pc:sldMkLst>
        <pc:spChg chg="del">
          <ac:chgData name="Димитър Минчев" userId="6da192e4-d32c-454b-8615-bbadf07b6639" providerId="ADAL" clId="{BA8F795C-0758-4B19-A74E-975BFB5A8A59}" dt="2023-02-22T12:16:27.858" v="122" actId="478"/>
          <ac:spMkLst>
            <pc:docMk/>
            <pc:sldMk cId="736249677" sldId="6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6:48.447" v="131" actId="404"/>
          <ac:spMkLst>
            <pc:docMk/>
            <pc:sldMk cId="736249677" sldId="639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BA8F795C-0758-4B19-A74E-975BFB5A8A59}" dt="2023-02-22T12:16:32.060" v="123" actId="478"/>
          <ac:spMkLst>
            <pc:docMk/>
            <pc:sldMk cId="736249677" sldId="639"/>
            <ac:spMk id="5" creationId="{277DBC3D-CF1A-3D4F-0B17-B24197963F3E}"/>
          </ac:spMkLst>
        </pc:spChg>
        <pc:spChg chg="del mod">
          <ac:chgData name="Димитър Минчев" userId="6da192e4-d32c-454b-8615-bbadf07b6639" providerId="ADAL" clId="{BA8F795C-0758-4B19-A74E-975BFB5A8A59}" dt="2023-02-22T12:17:31.098" v="142" actId="478"/>
          <ac:spMkLst>
            <pc:docMk/>
            <pc:sldMk cId="736249677" sldId="639"/>
            <ac:spMk id="7" creationId="{0C4CB26D-8CD1-42F8-81F7-CCC9DAF0EEB2}"/>
          </ac:spMkLst>
        </pc:spChg>
        <pc:spChg chg="add mod">
          <ac:chgData name="Димитър Минчев" userId="6da192e4-d32c-454b-8615-bbadf07b6639" providerId="ADAL" clId="{BA8F795C-0758-4B19-A74E-975BFB5A8A59}" dt="2023-02-22T12:16:35.903" v="126" actId="20577"/>
          <ac:spMkLst>
            <pc:docMk/>
            <pc:sldMk cId="736249677" sldId="639"/>
            <ac:spMk id="8" creationId="{9A1049CD-CAEB-91E7-398D-0A5B088872DE}"/>
          </ac:spMkLst>
        </pc:spChg>
        <pc:picChg chg="mod modCrop">
          <ac:chgData name="Димитър Минчев" userId="6da192e4-d32c-454b-8615-bbadf07b6639" providerId="ADAL" clId="{BA8F795C-0758-4B19-A74E-975BFB5A8A59}" dt="2023-02-22T12:17:08.787" v="138" actId="732"/>
          <ac:picMkLst>
            <pc:docMk/>
            <pc:sldMk cId="736249677" sldId="639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BA8F795C-0758-4B19-A74E-975BFB5A8A59}" dt="2023-02-22T12:18:58.798" v="169" actId="478"/>
        <pc:sldMkLst>
          <pc:docMk/>
          <pc:sldMk cId="3632080349" sldId="640"/>
        </pc:sldMkLst>
        <pc:spChg chg="mod">
          <ac:chgData name="Димитър Минчев" userId="6da192e4-d32c-454b-8615-bbadf07b6639" providerId="ADAL" clId="{BA8F795C-0758-4B19-A74E-975BFB5A8A59}" dt="2023-02-22T12:18:33.142" v="160" actId="207"/>
          <ac:spMkLst>
            <pc:docMk/>
            <pc:sldMk cId="3632080349" sldId="6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8:57.610" v="168" actId="14100"/>
          <ac:spMkLst>
            <pc:docMk/>
            <pc:sldMk cId="3632080349" sldId="6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8:58.798" v="169" actId="478"/>
          <ac:spMkLst>
            <pc:docMk/>
            <pc:sldMk cId="3632080349" sldId="640"/>
            <ac:spMk id="5" creationId="{021C466F-9E79-40E7-92FE-041EB7BACCA3}"/>
          </ac:spMkLst>
        </pc:spChg>
      </pc:sldChg>
      <pc:sldChg chg="delSp modSp add mod modAnim">
        <pc:chgData name="Димитър Минчев" userId="6da192e4-d32c-454b-8615-bbadf07b6639" providerId="ADAL" clId="{BA8F795C-0758-4B19-A74E-975BFB5A8A59}" dt="2023-02-22T12:19:32.459" v="180"/>
        <pc:sldMkLst>
          <pc:docMk/>
          <pc:sldMk cId="2486450636" sldId="642"/>
        </pc:sldMkLst>
        <pc:spChg chg="mod">
          <ac:chgData name="Димитър Минчев" userId="6da192e4-d32c-454b-8615-bbadf07b6639" providerId="ADAL" clId="{BA8F795C-0758-4B19-A74E-975BFB5A8A59}" dt="2023-02-22T12:19:06.623" v="170" actId="2711"/>
          <ac:spMkLst>
            <pc:docMk/>
            <pc:sldMk cId="2486450636" sldId="6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9:19.656" v="175" actId="113"/>
          <ac:spMkLst>
            <pc:docMk/>
            <pc:sldMk cId="2486450636" sldId="64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9:27.604" v="178" actId="207"/>
          <ac:spMkLst>
            <pc:docMk/>
            <pc:sldMk cId="2486450636" sldId="64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9:28.987" v="179" actId="478"/>
          <ac:spMkLst>
            <pc:docMk/>
            <pc:sldMk cId="2486450636" sldId="642"/>
            <ac:spMk id="6" creationId="{D6350CA7-2E18-4362-9023-20D75887DFDD}"/>
          </ac:spMkLst>
        </pc:spChg>
      </pc:sldChg>
      <pc:sldChg chg="delSp modSp add mod modAnim">
        <pc:chgData name="Димитър Минчев" userId="6da192e4-d32c-454b-8615-bbadf07b6639" providerId="ADAL" clId="{BA8F795C-0758-4B19-A74E-975BFB5A8A59}" dt="2023-02-22T12:20:31.009" v="201"/>
        <pc:sldMkLst>
          <pc:docMk/>
          <pc:sldMk cId="3136350017" sldId="643"/>
        </pc:sldMkLst>
        <pc:spChg chg="mod">
          <ac:chgData name="Димитър Минчев" userId="6da192e4-d32c-454b-8615-bbadf07b6639" providerId="ADAL" clId="{BA8F795C-0758-4B19-A74E-975BFB5A8A59}" dt="2023-02-22T12:19:37.962" v="181" actId="2711"/>
          <ac:spMkLst>
            <pc:docMk/>
            <pc:sldMk cId="3136350017" sldId="64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0:07.319" v="190" actId="14100"/>
          <ac:spMkLst>
            <pc:docMk/>
            <pc:sldMk cId="3136350017" sldId="64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0:24.748" v="199" actId="13822"/>
          <ac:spMkLst>
            <pc:docMk/>
            <pc:sldMk cId="3136350017" sldId="643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20:27.881" v="200" actId="478"/>
          <ac:spMkLst>
            <pc:docMk/>
            <pc:sldMk cId="3136350017" sldId="643"/>
            <ac:spMk id="6" creationId="{F63DE59A-9107-4CC5-9D53-2F27A9733CA9}"/>
          </ac:spMkLst>
        </pc:spChg>
      </pc:sldChg>
      <pc:sldChg chg="delSp modSp add mod modAnim">
        <pc:chgData name="Димитър Минчев" userId="6da192e4-d32c-454b-8615-bbadf07b6639" providerId="ADAL" clId="{BA8F795C-0758-4B19-A74E-975BFB5A8A59}" dt="2023-02-22T12:22:28.280" v="248"/>
        <pc:sldMkLst>
          <pc:docMk/>
          <pc:sldMk cId="535075720" sldId="644"/>
        </pc:sldMkLst>
        <pc:spChg chg="mod">
          <ac:chgData name="Димитър Минчев" userId="6da192e4-d32c-454b-8615-bbadf07b6639" providerId="ADAL" clId="{BA8F795C-0758-4B19-A74E-975BFB5A8A59}" dt="2023-02-22T12:20:37.995" v="202" actId="2711"/>
          <ac:spMkLst>
            <pc:docMk/>
            <pc:sldMk cId="535075720" sldId="6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2:12.619" v="246" actId="1076"/>
          <ac:spMkLst>
            <pc:docMk/>
            <pc:sldMk cId="535075720" sldId="64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2:18.308" v="247" actId="14100"/>
          <ac:spMkLst>
            <pc:docMk/>
            <pc:sldMk cId="535075720" sldId="644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22:05.218" v="245" actId="478"/>
          <ac:spMkLst>
            <pc:docMk/>
            <pc:sldMk cId="535075720" sldId="644"/>
            <ac:spMk id="8" creationId="{4C13258D-CF0E-4C54-B080-8D7B147CB8F9}"/>
          </ac:spMkLst>
        </pc:spChg>
        <pc:spChg chg="mod">
          <ac:chgData name="Димитър Минчев" userId="6da192e4-d32c-454b-8615-bbadf07b6639" providerId="ADAL" clId="{BA8F795C-0758-4B19-A74E-975BFB5A8A59}" dt="2023-02-22T12:22:18.308" v="247" actId="14100"/>
          <ac:spMkLst>
            <pc:docMk/>
            <pc:sldMk cId="535075720" sldId="644"/>
            <ac:spMk id="11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BA8F795C-0758-4B19-A74E-975BFB5A8A59}" dt="2023-02-22T12:23:40.511" v="266"/>
        <pc:sldMkLst>
          <pc:docMk/>
          <pc:sldMk cId="3270983953" sldId="645"/>
        </pc:sldMkLst>
        <pc:spChg chg="mod">
          <ac:chgData name="Димитър Минчев" userId="6da192e4-d32c-454b-8615-bbadf07b6639" providerId="ADAL" clId="{BA8F795C-0758-4B19-A74E-975BFB5A8A59}" dt="2023-02-22T12:22:38.906" v="252" actId="404"/>
          <ac:spMkLst>
            <pc:docMk/>
            <pc:sldMk cId="3270983953" sldId="6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3:35.357" v="264" actId="207"/>
          <ac:spMkLst>
            <pc:docMk/>
            <pc:sldMk cId="3270983953" sldId="64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3:24.735" v="263" actId="1076"/>
          <ac:spMkLst>
            <pc:docMk/>
            <pc:sldMk cId="3270983953" sldId="64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3:24.735" v="263" actId="1076"/>
          <ac:spMkLst>
            <pc:docMk/>
            <pc:sldMk cId="3270983953" sldId="645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23:37.234" v="265" actId="478"/>
          <ac:spMkLst>
            <pc:docMk/>
            <pc:sldMk cId="3270983953" sldId="645"/>
            <ac:spMk id="8" creationId="{D5FA7101-3667-48E8-BB73-3AAA87BE7645}"/>
          </ac:spMkLst>
        </pc:spChg>
      </pc:sldChg>
      <pc:sldChg chg="delSp modSp add mod">
        <pc:chgData name="Димитър Минчев" userId="6da192e4-d32c-454b-8615-bbadf07b6639" providerId="ADAL" clId="{BA8F795C-0758-4B19-A74E-975BFB5A8A59}" dt="2023-02-22T12:24:47.573" v="321" actId="20577"/>
        <pc:sldMkLst>
          <pc:docMk/>
          <pc:sldMk cId="3526366189" sldId="646"/>
        </pc:sldMkLst>
        <pc:spChg chg="mod">
          <ac:chgData name="Димитър Минчев" userId="6da192e4-d32c-454b-8615-bbadf07b6639" providerId="ADAL" clId="{BA8F795C-0758-4B19-A74E-975BFB5A8A59}" dt="2023-02-22T12:24:00.146" v="268" actId="207"/>
          <ac:spMkLst>
            <pc:docMk/>
            <pc:sldMk cId="3526366189" sldId="64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4:47.573" v="321" actId="20577"/>
          <ac:spMkLst>
            <pc:docMk/>
            <pc:sldMk cId="3526366189" sldId="64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24:41.655" v="318" actId="478"/>
          <ac:spMkLst>
            <pc:docMk/>
            <pc:sldMk cId="3526366189" sldId="646"/>
            <ac:spMk id="6" creationId="{08968238-DB6A-4599-8578-7831A275B01E}"/>
          </ac:spMkLst>
        </pc:spChg>
      </pc:sldChg>
      <pc:sldChg chg="delSp modSp add mod">
        <pc:chgData name="Димитър Минчев" userId="6da192e4-d32c-454b-8615-bbadf07b6639" providerId="ADAL" clId="{BA8F795C-0758-4B19-A74E-975BFB5A8A59}" dt="2023-02-22T12:25:41.967" v="340" actId="20577"/>
        <pc:sldMkLst>
          <pc:docMk/>
          <pc:sldMk cId="3981307825" sldId="647"/>
        </pc:sldMkLst>
        <pc:spChg chg="mod">
          <ac:chgData name="Димитър Минчев" userId="6da192e4-d32c-454b-8615-bbadf07b6639" providerId="ADAL" clId="{BA8F795C-0758-4B19-A74E-975BFB5A8A59}" dt="2023-02-22T12:25:41.967" v="340" actId="20577"/>
          <ac:spMkLst>
            <pc:docMk/>
            <pc:sldMk cId="3981307825" sldId="6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25:23.444" v="332" actId="14100"/>
          <ac:spMkLst>
            <pc:docMk/>
            <pc:sldMk cId="3981307825" sldId="64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25:27.539" v="333" actId="478"/>
          <ac:spMkLst>
            <pc:docMk/>
            <pc:sldMk cId="3981307825" sldId="647"/>
            <ac:spMk id="6" creationId="{EA9C99E2-72F3-4594-AA7E-2C9ECD2B841A}"/>
          </ac:spMkLst>
        </pc:spChg>
      </pc:sldChg>
      <pc:sldChg chg="addSp delSp modSp add mod">
        <pc:chgData name="Димитър Минчев" userId="6da192e4-d32c-454b-8615-bbadf07b6639" providerId="ADAL" clId="{BA8F795C-0758-4B19-A74E-975BFB5A8A59}" dt="2023-02-22T12:14:51.555" v="86" actId="478"/>
        <pc:sldMkLst>
          <pc:docMk/>
          <pc:sldMk cId="3470640519" sldId="648"/>
        </pc:sldMkLst>
        <pc:spChg chg="mod">
          <ac:chgData name="Димитър Минчев" userId="6da192e4-d32c-454b-8615-bbadf07b6639" providerId="ADAL" clId="{BA8F795C-0758-4B19-A74E-975BFB5A8A59}" dt="2023-02-22T12:14:49.040" v="85" actId="108"/>
          <ac:spMkLst>
            <pc:docMk/>
            <pc:sldMk cId="3470640519" sldId="648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BA8F795C-0758-4B19-A74E-975BFB5A8A59}" dt="2023-02-22T12:14:51.555" v="86" actId="478"/>
          <ac:spMkLst>
            <pc:docMk/>
            <pc:sldMk cId="3470640519" sldId="648"/>
            <ac:spMk id="6" creationId="{88197541-669D-416D-B78A-8BA4BC0E0890}"/>
          </ac:spMkLst>
        </pc:spChg>
        <pc:picChg chg="add mod">
          <ac:chgData name="Димитър Минчев" userId="6da192e4-d32c-454b-8615-bbadf07b6639" providerId="ADAL" clId="{BA8F795C-0758-4B19-A74E-975BFB5A8A59}" dt="2023-02-22T12:14:40.617" v="83" actId="14100"/>
          <ac:picMkLst>
            <pc:docMk/>
            <pc:sldMk cId="3470640519" sldId="648"/>
            <ac:picMk id="3" creationId="{FA3DAB21-C0D0-78AD-C326-5C506DE9F50F}"/>
          </ac:picMkLst>
        </pc:picChg>
        <pc:picChg chg="del">
          <ac:chgData name="Димитър Минчев" userId="6da192e4-d32c-454b-8615-bbadf07b6639" providerId="ADAL" clId="{BA8F795C-0758-4B19-A74E-975BFB5A8A59}" dt="2023-02-22T12:14:33.359" v="80" actId="478"/>
          <ac:picMkLst>
            <pc:docMk/>
            <pc:sldMk cId="3470640519" sldId="648"/>
            <ac:picMk id="5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BA8F795C-0758-4B19-A74E-975BFB5A8A59}" dt="2023-02-22T12:26:21.653" v="352" actId="207"/>
        <pc:sldMkLst>
          <pc:docMk/>
          <pc:sldMk cId="1243156743" sldId="649"/>
        </pc:sldMkLst>
        <pc:spChg chg="del">
          <ac:chgData name="Димитър Минчев" userId="6da192e4-d32c-454b-8615-bbadf07b6639" providerId="ADAL" clId="{BA8F795C-0758-4B19-A74E-975BFB5A8A59}" dt="2023-02-22T12:25:47.776" v="341" actId="478"/>
          <ac:spMkLst>
            <pc:docMk/>
            <pc:sldMk cId="1243156743" sldId="649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BA8F795C-0758-4B19-A74E-975BFB5A8A59}" dt="2023-02-22T12:25:49.791" v="342" actId="478"/>
          <ac:spMkLst>
            <pc:docMk/>
            <pc:sldMk cId="1243156743" sldId="649"/>
            <ac:spMk id="4" creationId="{019534C9-2217-9283-DED6-00E31DA6A9FA}"/>
          </ac:spMkLst>
        </pc:spChg>
        <pc:spChg chg="mod">
          <ac:chgData name="Димитър Минчев" userId="6da192e4-d32c-454b-8615-bbadf07b6639" providerId="ADAL" clId="{BA8F795C-0758-4B19-A74E-975BFB5A8A59}" dt="2023-02-22T12:26:21.653" v="352" actId="207"/>
          <ac:spMkLst>
            <pc:docMk/>
            <pc:sldMk cId="1243156743" sldId="64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A8F795C-0758-4B19-A74E-975BFB5A8A59}" dt="2023-02-22T12:13:17.708" v="29"/>
          <ac:spMkLst>
            <pc:docMk/>
            <pc:sldMk cId="1243156743" sldId="649"/>
            <ac:spMk id="6" creationId="{D74AFBE1-D27A-4384-A288-4C737B3238A5}"/>
          </ac:spMkLst>
        </pc:spChg>
        <pc:spChg chg="add mod">
          <ac:chgData name="Димитър Минчев" userId="6da192e4-d32c-454b-8615-bbadf07b6639" providerId="ADAL" clId="{BA8F795C-0758-4B19-A74E-975BFB5A8A59}" dt="2023-02-22T12:25:51.041" v="343"/>
          <ac:spMkLst>
            <pc:docMk/>
            <pc:sldMk cId="1243156743" sldId="649"/>
            <ac:spMk id="7" creationId="{5AFE88D9-15DC-650D-DD61-20EF994CFE00}"/>
          </ac:spMkLst>
        </pc:sp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D3C809E-35A1-4DF0-87FE-2ACDC2F4A8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66434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2483507-F6B6-4BCF-80C7-E64B8A1037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36762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68CABEA-6588-4ADE-892E-80B49A4716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0960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79CF251-346B-4D4A-90D0-67C2988C90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96385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2DF1522-60CB-4BD7-B82C-00A6A05623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943235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7360BC7-A98D-4FB5-AE67-ABF845F02F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95277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A0A3F37F-1F07-4B8D-83FE-1A6C22D0B4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1264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Windows Forms като потребителски интерфейс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Windows Forms (Winforms) за презентационен слой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Разделяне на приложението на проекти според слоя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5053"/>
            <a:ext cx="10515600" cy="4251910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Windows Forms </a:t>
            </a:r>
            <a:r>
              <a:rPr lang="bg-BG" dirty="0">
                <a:latin typeface="Comfortaa" pitchFamily="2" charset="0"/>
              </a:rPr>
              <a:t>е графичен потребителски интерфейс</a:t>
            </a:r>
          </a:p>
          <a:p>
            <a:pPr lvl="1"/>
            <a:r>
              <a:rPr lang="bg-BG" dirty="0">
                <a:latin typeface="Comfortaa" pitchFamily="2" charset="0"/>
              </a:rPr>
              <a:t>Използва контроли за създаване на интерфейса</a:t>
            </a:r>
          </a:p>
          <a:p>
            <a:pPr lvl="1"/>
            <a:r>
              <a:rPr lang="bg-BG" dirty="0">
                <a:latin typeface="Comfortaa" pitchFamily="2" charset="0"/>
              </a:rPr>
              <a:t>Чудесен визуален интерфейс за нашето приложение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Благодарение на </a:t>
            </a:r>
            <a:r>
              <a:rPr lang="en-US" dirty="0">
                <a:latin typeface="Comfortaa" pitchFamily="2" charset="0"/>
              </a:rPr>
              <a:t>Windows Forms </a:t>
            </a:r>
            <a:r>
              <a:rPr lang="bg-BG" dirty="0">
                <a:latin typeface="Comfortaa" pitchFamily="2" charset="0"/>
              </a:rPr>
              <a:t>ние ще дадем добър и удобен външен вид на нашето </a:t>
            </a:r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приложение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Windows Forms?</a:t>
            </a:r>
          </a:p>
        </p:txBody>
      </p:sp>
    </p:spTree>
    <p:extLst>
      <p:ext uri="{BB962C8B-B14F-4D97-AF65-F5344CB8AC3E}">
        <p14:creationId xmlns:p14="http://schemas.microsoft.com/office/powerpoint/2010/main" val="264486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F848-B858-442A-A11B-296D7AE6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51872"/>
            <a:ext cx="9144000" cy="2387600"/>
          </a:xfrm>
        </p:spPr>
        <p:txBody>
          <a:bodyPr>
            <a:normAutofit/>
          </a:bodyPr>
          <a:lstStyle/>
          <a:p>
            <a:r>
              <a:rPr lang="bg-BG" sz="4400" dirty="0">
                <a:latin typeface="Comfortaa" pitchFamily="2" charset="0"/>
              </a:rPr>
              <a:t>Структура на проекта ни</a:t>
            </a:r>
            <a:endParaRPr lang="en-US" sz="4400" dirty="0">
              <a:latin typeface="Comfortaa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20B0D-3E89-4F76-AEDB-6C3B938E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5754968"/>
            <a:ext cx="8938472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Изграден връху </a:t>
            </a:r>
            <a:r>
              <a:rPr lang="en-US" dirty="0">
                <a:latin typeface="Comfortaa" pitchFamily="2" charset="0"/>
              </a:rPr>
              <a:t>Windows Forms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36" y="650326"/>
            <a:ext cx="9611328" cy="365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5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Windows Forms Application</a:t>
            </a:r>
          </a:p>
          <a:p>
            <a:pPr lvl="1"/>
            <a:r>
              <a:rPr lang="en-US" dirty="0">
                <a:latin typeface="Comfortaa" pitchFamily="2" charset="0"/>
              </a:rPr>
              <a:t>T</a:t>
            </a:r>
            <a:r>
              <a:rPr lang="bg-BG" dirty="0">
                <a:latin typeface="Comfortaa" pitchFamily="2" charset="0"/>
              </a:rPr>
              <a:t>ова ще е проекта ни, който ще действа като презентационен слой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Какви проекти трябва да имаме?</a:t>
            </a:r>
            <a:r>
              <a:rPr lang="en-US" sz="3800" dirty="0">
                <a:latin typeface="Comfortaa" pitchFamily="2" charset="0"/>
              </a:rPr>
              <a:t> [1/3]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3124200"/>
            <a:ext cx="10589559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3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Data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- това ще е проекта ни, който ще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бъде слоят за данни. При създаването му от </a:t>
            </a:r>
            <a:r>
              <a:rPr lang="en-US" sz="2400" dirty="0">
                <a:latin typeface="Comfortaa" pitchFamily="2" charset="0"/>
              </a:rPr>
              <a:t>Visual C# -&gt; Windows </a:t>
            </a:r>
            <a:r>
              <a:rPr lang="bg-BG" sz="2400" dirty="0">
                <a:latin typeface="Comfortaa" pitchFamily="2" charset="0"/>
              </a:rPr>
              <a:t>трябва да изберем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Class library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33" b="2654"/>
          <a:stretch/>
        </p:blipFill>
        <p:spPr>
          <a:xfrm>
            <a:off x="1179095" y="3050975"/>
            <a:ext cx="6933708" cy="326092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300313-E3EC-CA59-E5CC-E09B2575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Какви проекти трябва да имаме?</a:t>
            </a:r>
            <a:r>
              <a:rPr lang="en-US" sz="38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55770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Business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- това ще е проекта ни, който ще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бъде слоят за услуги. При създаването му от </a:t>
            </a:r>
            <a:r>
              <a:rPr lang="en-US" sz="2400" dirty="0">
                <a:latin typeface="Comfortaa" pitchFamily="2" charset="0"/>
              </a:rPr>
              <a:t>Visual C# -&gt; Windows </a:t>
            </a:r>
            <a:r>
              <a:rPr lang="bg-BG" sz="2400" dirty="0">
                <a:latin typeface="Comfortaa" pitchFamily="2" charset="0"/>
              </a:rPr>
              <a:t>трябва да изберем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Class library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92" t="-1" b="1908"/>
          <a:stretch/>
        </p:blipFill>
        <p:spPr>
          <a:xfrm>
            <a:off x="1203157" y="2815774"/>
            <a:ext cx="7027537" cy="33323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A1049CD-CAEB-91E7-398D-0A5B0888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Какви проекти трябва да имаме?</a:t>
            </a:r>
            <a:r>
              <a:rPr lang="en-US" sz="38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73624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722" y="1825625"/>
            <a:ext cx="4320730" cy="4364622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Цъкнете с десен бутон върху </a:t>
            </a:r>
            <a:r>
              <a:rPr lang="en-US" sz="2400" dirty="0">
                <a:latin typeface="Comfortaa" pitchFamily="2" charset="0"/>
              </a:rPr>
              <a:t>solution-a </a:t>
            </a:r>
            <a:r>
              <a:rPr lang="bg-BG" sz="2400" dirty="0">
                <a:latin typeface="Comfortaa" pitchFamily="2" charset="0"/>
              </a:rPr>
              <a:t>и изберете </a:t>
            </a:r>
            <a:r>
              <a:rPr lang="en-US" sz="2400" dirty="0">
                <a:latin typeface="Comfortaa" pitchFamily="2" charset="0"/>
              </a:rPr>
              <a:t>Manage </a:t>
            </a:r>
            <a:r>
              <a:rPr lang="en-US" sz="2400" dirty="0" err="1">
                <a:latin typeface="Comfortaa" pitchFamily="2" charset="0"/>
              </a:rPr>
              <a:t>NuGet</a:t>
            </a:r>
            <a:r>
              <a:rPr lang="en-US" sz="2400" dirty="0">
                <a:latin typeface="Comfortaa" pitchFamily="2" charset="0"/>
              </a:rPr>
              <a:t> Packages for Solution </a:t>
            </a:r>
            <a:r>
              <a:rPr lang="bg-BG" sz="2400" dirty="0">
                <a:latin typeface="Comfortaa" pitchFamily="2" charset="0"/>
              </a:rPr>
              <a:t>и инсталирайте </a:t>
            </a:r>
            <a:r>
              <a:rPr lang="en-US" sz="2400" dirty="0" err="1">
                <a:latin typeface="Comfortaa" pitchFamily="2" charset="0"/>
              </a:rPr>
              <a:t>EntityFramework</a:t>
            </a:r>
            <a:r>
              <a:rPr lang="bg-BG" sz="2400" dirty="0">
                <a:latin typeface="Comfortaa" pitchFamily="2" charset="0"/>
              </a:rPr>
              <a:t>. Изберете инсталация</a:t>
            </a:r>
            <a:br>
              <a:rPr lang="bg-BG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за всичките проекти</a:t>
            </a:r>
            <a:br>
              <a:rPr lang="bg-BG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dirty="0">
                <a:latin typeface="Comfortaa" pitchFamily="2" charset="0"/>
              </a:rPr>
              <a:t>solution-a.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Добавяне на </a:t>
            </a:r>
            <a:r>
              <a:rPr lang="en-US" dirty="0" err="1">
                <a:latin typeface="Comfortaa" pitchFamily="2" charset="0"/>
              </a:rPr>
              <a:t>EntityFramework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545" t="1568" r="759" b="3082"/>
          <a:stretch/>
        </p:blipFill>
        <p:spPr>
          <a:xfrm>
            <a:off x="5402648" y="1825625"/>
            <a:ext cx="6222670" cy="403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1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5367"/>
            <a:ext cx="10515600" cy="4131595"/>
          </a:xfrm>
        </p:spPr>
        <p:txBody>
          <a:bodyPr/>
          <a:lstStyle/>
          <a:p>
            <a:r>
              <a:rPr lang="bg-BG" sz="3200" dirty="0">
                <a:latin typeface="Comfortaa" pitchFamily="2" charset="0"/>
              </a:rPr>
              <a:t>На проект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Business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изберете </a:t>
            </a:r>
            <a:r>
              <a:rPr lang="en-US" sz="3200" dirty="0">
                <a:latin typeface="Comfortaa" pitchFamily="2" charset="0"/>
              </a:rPr>
              <a:t>[Add] -&gt; References. </a:t>
            </a:r>
            <a:r>
              <a:rPr lang="bg-BG" sz="3200" dirty="0">
                <a:latin typeface="Comfortaa" pitchFamily="2" charset="0"/>
              </a:rPr>
              <a:t>Добавете референция към </a:t>
            </a:r>
            <a:r>
              <a:rPr lang="en-US" sz="3200" dirty="0">
                <a:latin typeface="Comfortaa" pitchFamily="2" charset="0"/>
              </a:rPr>
              <a:t>Data</a:t>
            </a:r>
          </a:p>
          <a:p>
            <a:r>
              <a:rPr lang="bg-BG" sz="3200" dirty="0">
                <a:latin typeface="Comfortaa" pitchFamily="2" charset="0"/>
              </a:rPr>
              <a:t>На проект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ProductApp</a:t>
            </a:r>
            <a:r>
              <a:rPr lang="en-US" sz="3200" dirty="0">
                <a:latin typeface="Comfortaa" pitchFamily="2" charset="0"/>
              </a:rPr>
              <a:t> /</a:t>
            </a:r>
            <a:r>
              <a:rPr lang="bg-BG" sz="3200" dirty="0">
                <a:latin typeface="Comfortaa" pitchFamily="2" charset="0"/>
              </a:rPr>
              <a:t>проектът на </a:t>
            </a:r>
            <a:r>
              <a:rPr lang="en-US" sz="3200" dirty="0" err="1">
                <a:latin typeface="Comfortaa" pitchFamily="2" charset="0"/>
              </a:rPr>
              <a:t>Winforms</a:t>
            </a:r>
            <a:r>
              <a:rPr lang="en-US" sz="3200" dirty="0">
                <a:latin typeface="Comfortaa" pitchFamily="2" charset="0"/>
              </a:rPr>
              <a:t>/ </a:t>
            </a:r>
            <a:r>
              <a:rPr lang="bg-BG" sz="3200" dirty="0">
                <a:latin typeface="Comfortaa" pitchFamily="2" charset="0"/>
              </a:rPr>
              <a:t>изберете</a:t>
            </a:r>
            <a:r>
              <a:rPr lang="en-US" sz="3200" dirty="0">
                <a:latin typeface="Comfortaa" pitchFamily="2" charset="0"/>
              </a:rPr>
              <a:t> [Add]</a:t>
            </a:r>
            <a:r>
              <a:rPr lang="bg-BG" sz="3200" dirty="0">
                <a:latin typeface="Comfortaa" pitchFamily="2" charset="0"/>
              </a:rPr>
              <a:t> -</a:t>
            </a:r>
            <a:r>
              <a:rPr lang="en-US" sz="3200" dirty="0">
                <a:latin typeface="Comfortaa" pitchFamily="2" charset="0"/>
              </a:rPr>
              <a:t>&gt;</a:t>
            </a:r>
            <a:r>
              <a:rPr lang="bg-BG" sz="3200" dirty="0">
                <a:latin typeface="Comfortaa" pitchFamily="2" charset="0"/>
              </a:rPr>
              <a:t> </a:t>
            </a:r>
            <a:r>
              <a:rPr lang="en-US" sz="3200" dirty="0">
                <a:latin typeface="Comfortaa" pitchFamily="2" charset="0"/>
              </a:rPr>
              <a:t>References. </a:t>
            </a:r>
            <a:r>
              <a:rPr lang="bg-BG" sz="3200" dirty="0">
                <a:latin typeface="Comfortaa" pitchFamily="2" charset="0"/>
              </a:rPr>
              <a:t>Добавете референция към </a:t>
            </a:r>
            <a:r>
              <a:rPr lang="en-US" sz="3200" dirty="0">
                <a:latin typeface="Comfortaa" pitchFamily="2" charset="0"/>
              </a:rPr>
              <a:t>Business </a:t>
            </a:r>
            <a:r>
              <a:rPr lang="bg-BG" sz="3200" dirty="0">
                <a:latin typeface="Comfortaa" pitchFamily="2" charset="0"/>
              </a:rPr>
              <a:t>и </a:t>
            </a:r>
            <a:r>
              <a:rPr lang="en-US" sz="3200" dirty="0">
                <a:latin typeface="Comfortaa" pitchFamily="2" charset="0"/>
              </a:rPr>
              <a:t>Data</a:t>
            </a:r>
            <a:r>
              <a:rPr lang="bg-BG" sz="3200" dirty="0">
                <a:latin typeface="Comfortaa" pitchFamily="2" charset="0"/>
              </a:rPr>
              <a:t> </a:t>
            </a:r>
            <a:endParaRPr lang="en-US" sz="3200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marL="377887" lvl="1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Добавяне на референции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Създайте подпапка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Model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в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Data</a:t>
            </a:r>
            <a:r>
              <a:rPr lang="en-US" sz="3200" dirty="0">
                <a:latin typeface="Comfortaa" pitchFamily="2" charset="0"/>
              </a:rPr>
              <a:t>, </a:t>
            </a:r>
            <a:r>
              <a:rPr lang="bg-BG" sz="3200" dirty="0">
                <a:latin typeface="Comfortaa" pitchFamily="2" charset="0"/>
              </a:rPr>
              <a:t>а в нея модел клас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Product.cs</a:t>
            </a:r>
            <a:endParaRPr lang="en-US" sz="3200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Data/Model/</a:t>
            </a:r>
            <a:r>
              <a:rPr lang="en-US" dirty="0" err="1">
                <a:latin typeface="Comfortaa" pitchFamily="2" charset="0"/>
              </a:rPr>
              <a:t>Product.cs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065212" y="3131836"/>
            <a:ext cx="10061576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public class Product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Id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string Name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decimal Price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Stock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45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401" y="1690688"/>
            <a:ext cx="10677694" cy="36473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Създайте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клас, който наследява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DbContext</a:t>
            </a:r>
            <a:r>
              <a:rPr lang="en-US" sz="2400" dirty="0">
                <a:latin typeface="Comfortaa" pitchFamily="2" charset="0"/>
              </a:rPr>
              <a:t>. </a:t>
            </a:r>
            <a:r>
              <a:rPr lang="bg-BG" sz="2400" dirty="0">
                <a:latin typeface="Comfortaa" pitchFamily="2" charset="0"/>
              </a:rPr>
              <a:t>Ще има нужда да добавите 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using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директива</a:t>
            </a:r>
            <a:r>
              <a:rPr lang="en-US" sz="2400" dirty="0">
                <a:latin typeface="Comfortaa" pitchFamily="2" charset="0"/>
              </a:rPr>
              <a:t>: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ProductContext.cs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999766" y="2816640"/>
            <a:ext cx="10061576" cy="317009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using </a:t>
            </a:r>
            <a:r>
              <a:rPr lang="en-US" sz="2000" b="1" dirty="0" err="1">
                <a:latin typeface="Consolas" panose="020B0609020204030204" pitchFamily="49" charset="0"/>
              </a:rPr>
              <a:t>System.Data.Entity</a:t>
            </a:r>
            <a:r>
              <a:rPr lang="en-US" sz="2000" b="1" dirty="0">
                <a:latin typeface="Consolas" panose="020B0609020204030204" pitchFamily="49" charset="0"/>
              </a:rPr>
              <a:t>;</a:t>
            </a:r>
          </a:p>
          <a:p>
            <a:br>
              <a:rPr lang="bg-BG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public class </a:t>
            </a:r>
            <a:r>
              <a:rPr lang="en-US" sz="2000" b="1" dirty="0" err="1">
                <a:latin typeface="Consolas" panose="020B0609020204030204" pitchFamily="49" charset="0"/>
              </a:rPr>
              <a:t>ProductContext</a:t>
            </a:r>
            <a:r>
              <a:rPr lang="en-US" sz="2000" b="1" dirty="0">
                <a:latin typeface="Consolas" panose="020B0609020204030204" pitchFamily="49" charset="0"/>
              </a:rPr>
              <a:t> : </a:t>
            </a:r>
            <a:r>
              <a:rPr lang="en-US" sz="2000" b="1" dirty="0" err="1">
                <a:latin typeface="Consolas" panose="020B0609020204030204" pitchFamily="49" charset="0"/>
              </a:rPr>
              <a:t>DbContext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      public </a:t>
            </a:r>
            <a:r>
              <a:rPr lang="en-US" sz="2000" b="1" dirty="0" err="1">
                <a:latin typeface="Consolas" panose="020B0609020204030204" pitchFamily="49" charset="0"/>
              </a:rPr>
              <a:t>ProductContext</a:t>
            </a:r>
            <a:r>
              <a:rPr lang="en-US" sz="2000" b="1" dirty="0">
                <a:latin typeface="Consolas" panose="020B0609020204030204" pitchFamily="49" charset="0"/>
              </a:rPr>
              <a:t>() : base("name=</a:t>
            </a:r>
            <a:r>
              <a:rPr lang="en-US" sz="2000" b="1" dirty="0" err="1">
                <a:latin typeface="Consolas" panose="020B0609020204030204" pitchFamily="49" charset="0"/>
              </a:rPr>
              <a:t>ProductContext</a:t>
            </a:r>
            <a:r>
              <a:rPr lang="en-US" sz="2000" b="1" dirty="0">
                <a:latin typeface="Consolas" panose="020B0609020204030204" pitchFamily="49" charset="0"/>
              </a:rPr>
              <a:t>")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      {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       public </a:t>
            </a:r>
            <a:r>
              <a:rPr lang="en-US" sz="2000" b="1" dirty="0" err="1">
                <a:latin typeface="Consolas" panose="020B0609020204030204" pitchFamily="49" charset="0"/>
              </a:rPr>
              <a:t>DbSet</a:t>
            </a:r>
            <a:r>
              <a:rPr lang="en-US" sz="2000" b="1" dirty="0">
                <a:latin typeface="Consolas" panose="020B0609020204030204" pitchFamily="49" charset="0"/>
              </a:rPr>
              <a:t>&lt;Product&gt; Products { get; set; }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}</a:t>
            </a:r>
            <a:endParaRPr lang="en-US" sz="2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50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00329" y="1586554"/>
            <a:ext cx="10411073" cy="48398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Създаваме управляващо поле от клас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Създаваме методи, които извършват желаните операции, извиквайки свойството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Products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 методи върху него, познати ни от </a:t>
            </a:r>
            <a:r>
              <a:rPr lang="en-US" sz="2000" dirty="0">
                <a:latin typeface="Comfortaa" pitchFamily="2" charset="0"/>
                <a:cs typeface="Consolas" pitchFamily="49" charset="0"/>
              </a:rPr>
              <a:t>LINQ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bg-BG" sz="2000" dirty="0">
                <a:latin typeface="Comfortaa" pitchFamily="2" charset="0"/>
              </a:rPr>
              <a:t>По аналогичен начин реализираме другите методи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Business/</a:t>
            </a:r>
            <a:r>
              <a:rPr lang="en-US" dirty="0" err="1">
                <a:latin typeface="Comfortaa" pitchFamily="2" charset="0"/>
              </a:rPr>
              <a:t>ProductBusiness</a:t>
            </a:r>
            <a:r>
              <a:rPr lang="en-US" dirty="0" err="1"/>
              <a:t>.cs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231232" y="3900753"/>
            <a:ext cx="9233248" cy="161582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public List&lt;Product&gt; GetAll() {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   using (productContext = new ProductContext()) {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	   return productContext.Products.ToList();    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   }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231231" y="2030038"/>
            <a:ext cx="9152021" cy="3970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200" b="1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ProductContext</a:t>
            </a:r>
            <a:r>
              <a:rPr lang="en-US" sz="2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context;</a:t>
            </a: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75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95657" y="1803115"/>
            <a:ext cx="10515600" cy="4307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App.config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се добавя познатия ни низ за връзка: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Освен това трябва да създадем поле в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ProductForm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класа от клас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ProductBusiness</a:t>
            </a:r>
            <a:r>
              <a:rPr lang="bg-BG" sz="2400" dirty="0">
                <a:latin typeface="Comfortaa" pitchFamily="2" charset="0"/>
              </a:rPr>
              <a:t>: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Свързване на </a:t>
            </a:r>
            <a:r>
              <a:rPr lang="en-US" sz="3600" dirty="0" err="1">
                <a:latin typeface="Comfortaa" pitchFamily="2" charset="0"/>
              </a:rPr>
              <a:t>Winforms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с другите слоеве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895657" y="2436673"/>
            <a:ext cx="10744200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  <a:effectLst/>
              </a:rPr>
              <a:t>&lt;connectionStrings&gt;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  <a:effectLst/>
              </a:rPr>
              <a:t>    &lt;add name="ProductContext" connectionString="Data Source=.; Initial Catalog=ProductDb; Integrated Security=true" providerName="System.Data.SqlClient"/&gt;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  <a:effectLst/>
              </a:rPr>
              <a:t>&lt;/connectionStrings&gt;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895657" y="5205502"/>
            <a:ext cx="10515600" cy="3970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private ProductBusiness productBusiness = new ProductBusiness();</a:t>
            </a:r>
          </a:p>
        </p:txBody>
      </p:sp>
    </p:spTree>
    <p:extLst>
      <p:ext uri="{BB962C8B-B14F-4D97-AF65-F5344CB8AC3E}">
        <p14:creationId xmlns:p14="http://schemas.microsoft.com/office/powerpoint/2010/main" val="3270983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2573" y="1596572"/>
            <a:ext cx="10040570" cy="46227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Добавете следните компоненти: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3 </a:t>
            </a:r>
            <a:r>
              <a:rPr lang="bg-BG" dirty="0">
                <a:latin typeface="Comfortaa" pitchFamily="2" charset="0"/>
              </a:rPr>
              <a:t>броя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Label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lblName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lblPrice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lblStock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етикети съответно за име, цена и бройки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3 броя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TextBox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txtName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txtPrice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txtStock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текстови кутии съответно за име, цена и бройки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1 брой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DataGridView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dataGridView1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табличка за визуализиране на данни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4 броя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Button</a:t>
            </a:r>
            <a:r>
              <a:rPr lang="bg-BG" dirty="0">
                <a:latin typeface="Comfortaa" pitchFamily="2" charset="0"/>
              </a:rPr>
              <a:t>: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btnInsert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btnUpdate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btnSave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btnDelete</a:t>
            </a:r>
            <a:r>
              <a:rPr lang="bg-BG" dirty="0">
                <a:latin typeface="Comfortaa" pitchFamily="2" charset="0"/>
              </a:rPr>
              <a:t>, като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btnUpdate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btnSave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бъдат един върху друг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Компоненти във формата</a:t>
            </a:r>
          </a:p>
        </p:txBody>
      </p:sp>
    </p:spTree>
    <p:extLst>
      <p:ext uri="{BB962C8B-B14F-4D97-AF65-F5344CB8AC3E}">
        <p14:creationId xmlns:p14="http://schemas.microsoft.com/office/powerpoint/2010/main" val="352636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6955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UpdateGrid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обновява табличката</a:t>
            </a:r>
            <a:endParaRPr lang="bg-BG" sz="2000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ClearTextBoxes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изчиства текстовите кутийки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ToggleSaveUpdate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разменя </a:t>
            </a:r>
            <a:r>
              <a:rPr lang="en-US" sz="2000" dirty="0">
                <a:latin typeface="Comfortaa" pitchFamily="2" charset="0"/>
              </a:rPr>
              <a:t>Update/Save</a:t>
            </a:r>
            <a:endParaRPr lang="bg-BG" sz="2000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UpdateTextboxes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int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id)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задава данните за редактиране в текстовите кутийки</a:t>
            </a:r>
            <a:endParaRPr lang="bg-BG" sz="2000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DisableSelect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забранява възможността за избиране на ред от табличката по време на редакцията</a:t>
            </a:r>
            <a:endParaRPr lang="bg-BG" sz="2000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ResetSelect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позволява възможността за избиране на ред от табличката, деселектирайки досега избрания ред</a:t>
            </a:r>
            <a:endParaRPr lang="bg-BG" sz="2000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Product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GetEditedProduct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връща обект от клас </a:t>
            </a:r>
            <a:r>
              <a:rPr lang="en-US" sz="2000" dirty="0">
                <a:latin typeface="Comfortaa" pitchFamily="2" charset="0"/>
              </a:rPr>
              <a:t>Product  </a:t>
            </a:r>
            <a:r>
              <a:rPr lang="bg-BG" sz="2000" dirty="0">
                <a:latin typeface="Comfortaa" pitchFamily="2" charset="0"/>
              </a:rPr>
              <a:t>на базата на данните попълнени в текстовите кутийки</a:t>
            </a:r>
            <a:endParaRPr lang="en-US" sz="2000" dirty="0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Методи, които трябва да реализираме</a:t>
            </a:r>
            <a:r>
              <a:rPr lang="en-US" sz="3200" dirty="0">
                <a:latin typeface="Comfortaa" pitchFamily="2" charset="0"/>
              </a:rPr>
              <a:t> [1/2]</a:t>
            </a: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307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8172" y="1572533"/>
            <a:ext cx="10635656" cy="492034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ProductForm_Load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(object sender,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EventArgs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e)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зарежда данни в табличката при зареждане на форма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btnInsert_Click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(object sender,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EventArgs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e)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dirty="0">
                <a:latin typeface="Comfortaa" pitchFamily="2" charset="0"/>
              </a:rPr>
              <a:t>– предава за добавяне информация към бизнес логиката</a:t>
            </a:r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btnUpdate_Click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(object sender,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EventArgs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e)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задава за редакция избрания ред в таблицата, ако има такъв</a:t>
            </a:r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btnSave_Click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(object sender,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EventArgs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e)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– запазва редакцията чрез подаване на информацията към бизнес логиката</a:t>
            </a:r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private void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btnDelete_Click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(object sender,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EventArgs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)</a:t>
            </a:r>
            <a:r>
              <a:rPr lang="bg-BG" sz="2000" dirty="0">
                <a:latin typeface="Comfortaa" pitchFamily="2" charset="0"/>
              </a:rPr>
              <a:t> – изтрива избрания ред от табличката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D74AFBE1-D27A-4384-A288-4C737B323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AFE88D9-15DC-650D-DD61-20EF994CF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Методи, които трябва да реализираме</a:t>
            </a:r>
            <a:r>
              <a:rPr lang="en-US" sz="3200" dirty="0">
                <a:latin typeface="Comfortaa" pitchFamily="2" charset="0"/>
              </a:rPr>
              <a:t> [1/2]</a:t>
            </a: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156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Използване на приложението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DAB21-C0D0-78AD-C326-5C506DE9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42" y="1690687"/>
            <a:ext cx="9957952" cy="37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40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1104</Words>
  <Application>Microsoft Office PowerPoint</Application>
  <PresentationFormat>Widescreen</PresentationFormat>
  <Paragraphs>127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Comfortaa</vt:lpstr>
      <vt:lpstr>Consolas</vt:lpstr>
      <vt:lpstr>Office Theme</vt:lpstr>
      <vt:lpstr>Windows Forms като потребителски интерфейс</vt:lpstr>
      <vt:lpstr>Съдържание</vt:lpstr>
      <vt:lpstr>Какво е Windows Forms?</vt:lpstr>
      <vt:lpstr>Структура на проекта ни</vt:lpstr>
      <vt:lpstr>Какви проекти трябва да имаме? [1/3]</vt:lpstr>
      <vt:lpstr>Какви проекти трябва да имаме? [2/3]</vt:lpstr>
      <vt:lpstr>Какви проекти трябва да имаме? [3/3]</vt:lpstr>
      <vt:lpstr>Добавяне на EntityFramework</vt:lpstr>
      <vt:lpstr>Добавяне на референции</vt:lpstr>
      <vt:lpstr>Data/Model/Product.cs</vt:lpstr>
      <vt:lpstr>Data/ProductContext.cs</vt:lpstr>
      <vt:lpstr>Business/ProductBusiness.cs</vt:lpstr>
      <vt:lpstr>Свързване на Winforms с другите слоеве</vt:lpstr>
      <vt:lpstr>Компоненти във формата</vt:lpstr>
      <vt:lpstr>Методи, които трябва да реализираме [1/2]</vt:lpstr>
      <vt:lpstr>Методи, които трябва да реализираме [1/2]</vt:lpstr>
      <vt:lpstr>Използване на приложението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2023-02-22T12:26:21Z</dcterms:modified>
</cp:coreProperties>
</file>