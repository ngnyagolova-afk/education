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58" r:id="rId2"/>
    <p:sldId id="571" r:id="rId3"/>
    <p:sldId id="460" r:id="rId4"/>
    <p:sldId id="462" r:id="rId5"/>
    <p:sldId id="463" r:id="rId6"/>
    <p:sldId id="57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460"/>
            <p14:sldId id="462"/>
          </p14:sldIdLst>
        </p14:section>
        <p14:section name="Заключение" id="{9315BEE7-605C-4839-996A-A4EEA70921D9}">
          <p14:sldIdLst>
            <p14:sldId id="463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A8D228-54D2-4E1C-A5A0-27A475130845}" v="3" dt="2023-02-22T17:22:36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Димитър Минчев" userId="6da192e4-d32c-454b-8615-bbadf07b6639" providerId="ADAL" clId="{59A8D228-54D2-4E1C-A5A0-27A475130845}"/>
    <pc:docChg chg="custSel addSld delSld modSld sldOrd modSection">
      <pc:chgData name="Димитър Минчев" userId="6da192e4-d32c-454b-8615-bbadf07b6639" providerId="ADAL" clId="{59A8D228-54D2-4E1C-A5A0-27A475130845}" dt="2023-02-22T17:30:59.313" v="72" actId="478"/>
      <pc:docMkLst>
        <pc:docMk/>
      </pc:docMkLst>
      <pc:sldChg chg="modSp mod">
        <pc:chgData name="Димитър Минчев" userId="6da192e4-d32c-454b-8615-bbadf07b6639" providerId="ADAL" clId="{59A8D228-54D2-4E1C-A5A0-27A475130845}" dt="2023-02-22T17:21:27.465" v="4"/>
        <pc:sldMkLst>
          <pc:docMk/>
          <pc:sldMk cId="2386959723" sldId="258"/>
        </pc:sldMkLst>
        <pc:spChg chg="mod">
          <ac:chgData name="Димитър Минчев" userId="6da192e4-d32c-454b-8615-bbadf07b6639" providerId="ADAL" clId="{59A8D228-54D2-4E1C-A5A0-27A475130845}" dt="2023-02-22T17:21:24.545" v="3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59A8D228-54D2-4E1C-A5A0-27A475130845}" dt="2023-02-22T17:21:27.465" v="4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del mod">
        <pc:chgData name="Димитър Минчев" userId="6da192e4-d32c-454b-8615-bbadf07b6639" providerId="ADAL" clId="{59A8D228-54D2-4E1C-A5A0-27A475130845}" dt="2023-02-22T17:28:59.843" v="39" actId="47"/>
        <pc:sldMkLst>
          <pc:docMk/>
          <pc:sldMk cId="3305770469" sldId="459"/>
        </pc:sldMkLst>
        <pc:spChg chg="mod">
          <ac:chgData name="Димитър Минчев" userId="6da192e4-d32c-454b-8615-bbadf07b6639" providerId="ADAL" clId="{59A8D228-54D2-4E1C-A5A0-27A475130845}" dt="2023-02-22T17:23:06.695" v="29" actId="27636"/>
          <ac:spMkLst>
            <pc:docMk/>
            <pc:sldMk cId="3305770469" sldId="459"/>
            <ac:spMk id="7" creationId="{00000000-0000-0000-0000-000000000000}"/>
          </ac:spMkLst>
        </pc:spChg>
        <pc:picChg chg="mod">
          <ac:chgData name="Димитър Минчев" userId="6da192e4-d32c-454b-8615-bbadf07b6639" providerId="ADAL" clId="{59A8D228-54D2-4E1C-A5A0-27A475130845}" dt="2023-02-22T17:22:09.377" v="16" actId="1076"/>
          <ac:picMkLst>
            <pc:docMk/>
            <pc:sldMk cId="3305770469" sldId="459"/>
            <ac:picMk id="9" creationId="{00000000-0000-0000-0000-000000000000}"/>
          </ac:picMkLst>
        </pc:picChg>
        <pc:picChg chg="del">
          <ac:chgData name="Димитър Минчев" userId="6da192e4-d32c-454b-8615-bbadf07b6639" providerId="ADAL" clId="{59A8D228-54D2-4E1C-A5A0-27A475130845}" dt="2023-02-22T17:21:43.596" v="8" actId="478"/>
          <ac:picMkLst>
            <pc:docMk/>
            <pc:sldMk cId="3305770469" sldId="459"/>
            <ac:picMk id="3074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59A8D228-54D2-4E1C-A5A0-27A475130845}" dt="2023-02-22T17:30:20.138" v="66"/>
        <pc:sldMkLst>
          <pc:docMk/>
          <pc:sldMk cId="2602332330" sldId="460"/>
        </pc:sldMkLst>
        <pc:spChg chg="mod">
          <ac:chgData name="Димитър Минчев" userId="6da192e4-d32c-454b-8615-bbadf07b6639" providerId="ADAL" clId="{59A8D228-54D2-4E1C-A5A0-27A475130845}" dt="2023-02-22T17:30:20.138" v="66"/>
          <ac:spMkLst>
            <pc:docMk/>
            <pc:sldMk cId="2602332330" sldId="46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9A8D228-54D2-4E1C-A5A0-27A475130845}" dt="2023-02-22T17:22:13.683" v="17" actId="2711"/>
          <ac:spMkLst>
            <pc:docMk/>
            <pc:sldMk cId="2602332330" sldId="46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9A8D228-54D2-4E1C-A5A0-27A475130845}" dt="2023-02-22T17:22:16.118" v="18" actId="478"/>
          <ac:spMkLst>
            <pc:docMk/>
            <pc:sldMk cId="2602332330" sldId="460"/>
            <ac:spMk id="5" creationId="{4ECDF7E3-0A22-414F-887F-6398C3A7B79F}"/>
          </ac:spMkLst>
        </pc:spChg>
      </pc:sldChg>
      <pc:sldChg chg="addSp delSp modSp add mod">
        <pc:chgData name="Димитър Минчев" userId="6da192e4-d32c-454b-8615-bbadf07b6639" providerId="ADAL" clId="{59A8D228-54D2-4E1C-A5A0-27A475130845}" dt="2023-02-22T17:30:59.313" v="72" actId="478"/>
        <pc:sldMkLst>
          <pc:docMk/>
          <pc:sldMk cId="3831228883" sldId="462"/>
        </pc:sldMkLst>
        <pc:spChg chg="add del mod">
          <ac:chgData name="Димитър Минчев" userId="6da192e4-d32c-454b-8615-bbadf07b6639" providerId="ADAL" clId="{59A8D228-54D2-4E1C-A5A0-27A475130845}" dt="2023-02-22T17:28:36.047" v="35" actId="478"/>
          <ac:spMkLst>
            <pc:docMk/>
            <pc:sldMk cId="3831228883" sldId="462"/>
            <ac:spMk id="4" creationId="{33898E2D-3E9A-430D-0E2B-D77F3195CFCB}"/>
          </ac:spMkLst>
        </pc:spChg>
        <pc:spChg chg="del">
          <ac:chgData name="Димитър Минчев" userId="6da192e4-d32c-454b-8615-bbadf07b6639" providerId="ADAL" clId="{59A8D228-54D2-4E1C-A5A0-27A475130845}" dt="2023-02-22T17:28:33.989" v="34" actId="478"/>
          <ac:spMkLst>
            <pc:docMk/>
            <pc:sldMk cId="3831228883" sldId="462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59A8D228-54D2-4E1C-A5A0-27A475130845}" dt="2023-02-22T17:29:53.294" v="55" actId="1076"/>
          <ac:spMkLst>
            <pc:docMk/>
            <pc:sldMk cId="3831228883" sldId="462"/>
            <ac:spMk id="6" creationId="{00000000-0000-0000-0000-000000000000}"/>
          </ac:spMkLst>
        </pc:spChg>
        <pc:spChg chg="del">
          <ac:chgData name="Димитър Минчев" userId="6da192e4-d32c-454b-8615-bbadf07b6639" providerId="ADAL" clId="{59A8D228-54D2-4E1C-A5A0-27A475130845}" dt="2023-02-22T17:30:59.313" v="72" actId="478"/>
          <ac:spMkLst>
            <pc:docMk/>
            <pc:sldMk cId="3831228883" sldId="462"/>
            <ac:spMk id="7" creationId="{02C4D85F-0A9E-4F3C-9E4B-01F653D4D65D}"/>
          </ac:spMkLst>
        </pc:spChg>
        <pc:picChg chg="del mod">
          <ac:chgData name="Димитър Минчев" userId="6da192e4-d32c-454b-8615-bbadf07b6639" providerId="ADAL" clId="{59A8D228-54D2-4E1C-A5A0-27A475130845}" dt="2023-02-22T17:28:31.170" v="33" actId="478"/>
          <ac:picMkLst>
            <pc:docMk/>
            <pc:sldMk cId="3831228883" sldId="462"/>
            <ac:picMk id="2" creationId="{00000000-0000-0000-0000-000000000000}"/>
          </ac:picMkLst>
        </pc:picChg>
        <pc:picChg chg="add mod">
          <ac:chgData name="Димитър Минчев" userId="6da192e4-d32c-454b-8615-bbadf07b6639" providerId="ADAL" clId="{59A8D228-54D2-4E1C-A5A0-27A475130845}" dt="2023-02-22T17:29:59.571" v="59" actId="14100"/>
          <ac:picMkLst>
            <pc:docMk/>
            <pc:sldMk cId="3831228883" sldId="462"/>
            <ac:picMk id="9" creationId="{0D19D6CD-DCC1-CE2F-069C-7263648130FC}"/>
          </ac:picMkLst>
        </pc:picChg>
      </pc:sldChg>
      <pc:sldChg chg="delSp modSp add mod ord">
        <pc:chgData name="Димитър Минчев" userId="6da192e4-d32c-454b-8615-bbadf07b6639" providerId="ADAL" clId="{59A8D228-54D2-4E1C-A5A0-27A475130845}" dt="2023-02-22T17:30:55.820" v="71" actId="1076"/>
        <pc:sldMkLst>
          <pc:docMk/>
          <pc:sldMk cId="3406973058" sldId="463"/>
        </pc:sldMkLst>
        <pc:spChg chg="mod">
          <ac:chgData name="Димитър Минчев" userId="6da192e4-d32c-454b-8615-bbadf07b6639" providerId="ADAL" clId="{59A8D228-54D2-4E1C-A5A0-27A475130845}" dt="2023-02-22T17:30:55.820" v="71" actId="1076"/>
          <ac:spMkLst>
            <pc:docMk/>
            <pc:sldMk cId="3406973058" sldId="46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59A8D228-54D2-4E1C-A5A0-27A475130845}" dt="2023-02-22T17:30:55.820" v="71" actId="1076"/>
          <ac:spMkLst>
            <pc:docMk/>
            <pc:sldMk cId="3406973058" sldId="46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59A8D228-54D2-4E1C-A5A0-27A475130845}" dt="2023-02-22T17:22:44.050" v="24" actId="478"/>
          <ac:spMkLst>
            <pc:docMk/>
            <pc:sldMk cId="3406973058" sldId="463"/>
            <ac:spMk id="7" creationId="{9D16D85A-7B9B-463C-9E04-D4612079DA52}"/>
          </ac:spMkLst>
        </pc:spChg>
        <pc:picChg chg="del">
          <ac:chgData name="Димитър Минчев" userId="6da192e4-d32c-454b-8615-bbadf07b6639" providerId="ADAL" clId="{59A8D228-54D2-4E1C-A5A0-27A475130845}" dt="2023-02-22T17:22:36.865" v="22" actId="478"/>
          <ac:picMkLst>
            <pc:docMk/>
            <pc:sldMk cId="3406973058" sldId="463"/>
            <ac:picMk id="6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59A8D228-54D2-4E1C-A5A0-27A475130845}" dt="2023-02-22T17:30:46.068" v="70" actId="113"/>
        <pc:sldMkLst>
          <pc:docMk/>
          <pc:sldMk cId="2385751420" sldId="571"/>
        </pc:sldMkLst>
        <pc:spChg chg="mod">
          <ac:chgData name="Димитър Минчев" userId="6da192e4-d32c-454b-8615-bbadf07b6639" providerId="ADAL" clId="{59A8D228-54D2-4E1C-A5A0-27A475130845}" dt="2023-02-22T17:21:35.030" v="5"/>
          <ac:spMkLst>
            <pc:docMk/>
            <pc:sldMk cId="2385751420" sldId="571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59A8D228-54D2-4E1C-A5A0-27A475130845}" dt="2023-02-22T17:30:46.068" v="70" actId="113"/>
          <ac:spMkLst>
            <pc:docMk/>
            <pc:sldMk cId="2385751420" sldId="571"/>
            <ac:spMk id="444418" creationId="{00000000-0000-0000-0000-000000000000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Пакети и външни библиотеки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Управление на пакети с NuGet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външни библиотеки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 Управление на пакети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Безплатни пакети, с отворен код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Лесно инсталиране и обновяване на библиотеки и инструменти с отворен код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Част от </a:t>
            </a:r>
            <a:r>
              <a:rPr lang="en-US" dirty="0">
                <a:latin typeface="Comfortaa" pitchFamily="2" charset="0"/>
              </a:rPr>
              <a:t>Visual Studio</a:t>
            </a:r>
          </a:p>
          <a:p>
            <a:r>
              <a:rPr lang="bg-BG" dirty="0">
                <a:latin typeface="Comfortaa" pitchFamily="2" charset="0"/>
              </a:rPr>
              <a:t>Конфигуруеми източници на пакети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Лесно като добавянето на референция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Инсталатор с графичен интерфейс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Налична конзола за управление на пакетите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Пакетен мениджър </a:t>
            </a:r>
            <a:r>
              <a:rPr lang="en-US" dirty="0">
                <a:latin typeface="Comfortaa" pitchFamily="2" charset="0"/>
              </a:rPr>
              <a:t>NuGet</a:t>
            </a:r>
          </a:p>
        </p:txBody>
      </p:sp>
    </p:spTree>
    <p:extLst>
      <p:ext uri="{BB962C8B-B14F-4D97-AF65-F5344CB8AC3E}">
        <p14:creationId xmlns:p14="http://schemas.microsoft.com/office/powerpoint/2010/main" val="260233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idx="1"/>
          </p:nvPr>
        </p:nvSpPr>
        <p:spPr>
          <a:xfrm>
            <a:off x="395843" y="380486"/>
            <a:ext cx="11400313" cy="741733"/>
          </a:xfrm>
          <a:effectLst>
            <a:reflection blurRad="50800" stA="49000" endPos="14000" dist="50800" dir="5400000" sy="-100000" algn="bl" rotWithShape="0"/>
          </a:effectLst>
        </p:spPr>
        <p:txBody>
          <a:bodyPr>
            <a:noAutofit/>
          </a:bodyPr>
          <a:lstStyle/>
          <a:p>
            <a:r>
              <a:rPr lang="bg-BG" sz="4000" dirty="0">
                <a:latin typeface="Comfortaa" pitchFamily="2" charset="0"/>
              </a:rPr>
              <a:t>Инсталиране и обновяване на пакети</a:t>
            </a:r>
            <a:endParaRPr lang="en-US" sz="4000" dirty="0">
              <a:latin typeface="Comfortaa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19D6CD-DCC1-CE2F-069C-726364813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87" y="1130669"/>
            <a:ext cx="10605317" cy="539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2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2268" y="2680648"/>
            <a:ext cx="10515600" cy="2930443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Comfortaa" pitchFamily="2" charset="0"/>
              </a:rPr>
              <a:t>NuGet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ни предоставя безплатни пакети и библиотеки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Предоставя графичен интерфейс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Предоставя конзола за управление на пакети</a:t>
            </a:r>
          </a:p>
          <a:p>
            <a:pPr lvl="1"/>
            <a:endParaRPr lang="bg-BG" sz="32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2268" y="1220148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73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203</Words>
  <Application>Microsoft Office PowerPoint</Application>
  <PresentationFormat>Widescreen</PresentationFormat>
  <Paragraphs>31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Comfortaa</vt:lpstr>
      <vt:lpstr>Office Theme</vt:lpstr>
      <vt:lpstr>Пакети и външни библиотеки</vt:lpstr>
      <vt:lpstr>Съдържание</vt:lpstr>
      <vt:lpstr>Пакетен мениджър NuGet</vt:lpstr>
      <vt:lpstr>PowerPoint Presentation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2023-02-22T17:31:05Z</dcterms:modified>
</cp:coreProperties>
</file>