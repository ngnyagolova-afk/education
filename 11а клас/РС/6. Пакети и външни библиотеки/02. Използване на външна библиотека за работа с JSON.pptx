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sldIdLst>
    <p:sldId id="258" r:id="rId2"/>
    <p:sldId id="571" r:id="rId3"/>
    <p:sldId id="460" r:id="rId4"/>
    <p:sldId id="468" r:id="rId5"/>
    <p:sldId id="469" r:id="rId6"/>
    <p:sldId id="470" r:id="rId7"/>
    <p:sldId id="573" r:id="rId8"/>
    <p:sldId id="574" r:id="rId9"/>
    <p:sldId id="463" r:id="rId10"/>
    <p:sldId id="5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460"/>
            <p14:sldId id="468"/>
            <p14:sldId id="469"/>
            <p14:sldId id="470"/>
            <p14:sldId id="573"/>
            <p14:sldId id="574"/>
          </p14:sldIdLst>
        </p14:section>
        <p14:section name="Заключение" id="{9315BEE7-605C-4839-996A-A4EEA70921D9}">
          <p14:sldIdLst>
            <p14:sldId id="463"/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B9E8F8-6CA0-43B2-8994-116B2B019B0B}" v="39" dt="2023-02-22T17:53:51.7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Димитър Минчев" userId="6da192e4-d32c-454b-8615-bbadf07b6639" providerId="ADAL" clId="{C2B9E8F8-6CA0-43B2-8994-116B2B019B0B}"/>
    <pc:docChg chg="undo custSel addSld modSld sldOrd modSection">
      <pc:chgData name="Димитър Минчев" userId="6da192e4-d32c-454b-8615-bbadf07b6639" providerId="ADAL" clId="{C2B9E8F8-6CA0-43B2-8994-116B2B019B0B}" dt="2023-02-22T17:58:01.426" v="595"/>
      <pc:docMkLst>
        <pc:docMk/>
      </pc:docMkLst>
      <pc:sldChg chg="modSp mod">
        <pc:chgData name="Димитър Минчев" userId="6da192e4-d32c-454b-8615-bbadf07b6639" providerId="ADAL" clId="{C2B9E8F8-6CA0-43B2-8994-116B2B019B0B}" dt="2023-02-22T17:32:05.152" v="39" actId="20577"/>
        <pc:sldMkLst>
          <pc:docMk/>
          <pc:sldMk cId="2386959723" sldId="258"/>
        </pc:sldMkLst>
        <pc:spChg chg="mod">
          <ac:chgData name="Димитър Минчев" userId="6da192e4-d32c-454b-8615-bbadf07b6639" providerId="ADAL" clId="{C2B9E8F8-6CA0-43B2-8994-116B2B019B0B}" dt="2023-02-22T17:31:53.227" v="5" actId="20577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C2B9E8F8-6CA0-43B2-8994-116B2B019B0B}" dt="2023-02-22T17:32:05.152" v="39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delSp modSp add mod">
        <pc:chgData name="Димитър Минчев" userId="6da192e4-d32c-454b-8615-bbadf07b6639" providerId="ADAL" clId="{C2B9E8F8-6CA0-43B2-8994-116B2B019B0B}" dt="2023-02-22T17:51:06.349" v="398" actId="207"/>
        <pc:sldMkLst>
          <pc:docMk/>
          <pc:sldMk cId="3319138321" sldId="460"/>
        </pc:sldMkLst>
        <pc:spChg chg="mod">
          <ac:chgData name="Димитър Минчев" userId="6da192e4-d32c-454b-8615-bbadf07b6639" providerId="ADAL" clId="{C2B9E8F8-6CA0-43B2-8994-116B2B019B0B}" dt="2023-02-22T17:32:39.663" v="43" actId="2711"/>
          <ac:spMkLst>
            <pc:docMk/>
            <pc:sldMk cId="3319138321" sldId="46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2B9E8F8-6CA0-43B2-8994-116B2B019B0B}" dt="2023-02-22T17:51:06.349" v="398" actId="207"/>
          <ac:spMkLst>
            <pc:docMk/>
            <pc:sldMk cId="3319138321" sldId="460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C2B9E8F8-6CA0-43B2-8994-116B2B019B0B}" dt="2023-02-22T17:32:47.918" v="46" actId="478"/>
          <ac:spMkLst>
            <pc:docMk/>
            <pc:sldMk cId="3319138321" sldId="460"/>
            <ac:spMk id="5" creationId="{CD3CB774-0866-4C74-83BA-CBB333EFD434}"/>
          </ac:spMkLst>
        </pc:spChg>
      </pc:sldChg>
      <pc:sldChg chg="delSp modSp add mod ord">
        <pc:chgData name="Димитър Минчев" userId="6da192e4-d32c-454b-8615-bbadf07b6639" providerId="ADAL" clId="{C2B9E8F8-6CA0-43B2-8994-116B2B019B0B}" dt="2023-02-22T17:45:14.940" v="232" actId="404"/>
        <pc:sldMkLst>
          <pc:docMk/>
          <pc:sldMk cId="2198463093" sldId="463"/>
        </pc:sldMkLst>
        <pc:spChg chg="mod">
          <ac:chgData name="Димитър Минчев" userId="6da192e4-d32c-454b-8615-bbadf07b6639" providerId="ADAL" clId="{C2B9E8F8-6CA0-43B2-8994-116B2B019B0B}" dt="2023-02-22T17:35:11.682" v="73" actId="1076"/>
          <ac:spMkLst>
            <pc:docMk/>
            <pc:sldMk cId="2198463093" sldId="46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2B9E8F8-6CA0-43B2-8994-116B2B019B0B}" dt="2023-02-22T17:45:14.940" v="232" actId="404"/>
          <ac:spMkLst>
            <pc:docMk/>
            <pc:sldMk cId="2198463093" sldId="463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C2B9E8F8-6CA0-43B2-8994-116B2B019B0B}" dt="2023-02-22T17:35:08.849" v="72" actId="478"/>
          <ac:spMkLst>
            <pc:docMk/>
            <pc:sldMk cId="2198463093" sldId="463"/>
            <ac:spMk id="7" creationId="{312F5859-9DFC-41DE-8EB9-22BC68158D80}"/>
          </ac:spMkLst>
        </pc:spChg>
        <pc:picChg chg="del">
          <ac:chgData name="Димитър Минчев" userId="6da192e4-d32c-454b-8615-bbadf07b6639" providerId="ADAL" clId="{C2B9E8F8-6CA0-43B2-8994-116B2B019B0B}" dt="2023-02-22T17:35:03.787" v="70" actId="478"/>
          <ac:picMkLst>
            <pc:docMk/>
            <pc:sldMk cId="2198463093" sldId="463"/>
            <ac:picMk id="6" creationId="{00000000-0000-0000-0000-000000000000}"/>
          </ac:picMkLst>
        </pc:picChg>
      </pc:sldChg>
      <pc:sldChg chg="modSp add mod">
        <pc:chgData name="Димитър Минчев" userId="6da192e4-d32c-454b-8615-bbadf07b6639" providerId="ADAL" clId="{C2B9E8F8-6CA0-43B2-8994-116B2B019B0B}" dt="2023-02-22T17:51:55.105" v="414" actId="21"/>
        <pc:sldMkLst>
          <pc:docMk/>
          <pc:sldMk cId="4243886643" sldId="468"/>
        </pc:sldMkLst>
        <pc:spChg chg="mod">
          <ac:chgData name="Димитър Минчев" userId="6da192e4-d32c-454b-8615-bbadf07b6639" providerId="ADAL" clId="{C2B9E8F8-6CA0-43B2-8994-116B2B019B0B}" dt="2023-02-22T17:51:36.665" v="412" actId="20577"/>
          <ac:spMkLst>
            <pc:docMk/>
            <pc:sldMk cId="4243886643" sldId="46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2B9E8F8-6CA0-43B2-8994-116B2B019B0B}" dt="2023-02-22T17:51:55.105" v="414" actId="21"/>
          <ac:spMkLst>
            <pc:docMk/>
            <pc:sldMk cId="4243886643" sldId="468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C2B9E8F8-6CA0-43B2-8994-116B2B019B0B}" dt="2023-02-22T17:32:29.081" v="41"/>
          <ac:spMkLst>
            <pc:docMk/>
            <pc:sldMk cId="4243886643" sldId="468"/>
            <ac:spMk id="5" creationId="{A76B884D-906A-4E08-B370-68019C13ECD2}"/>
          </ac:spMkLst>
        </pc:spChg>
      </pc:sldChg>
      <pc:sldChg chg="addSp delSp modSp add mod">
        <pc:chgData name="Димитър Минчев" userId="6da192e4-d32c-454b-8615-bbadf07b6639" providerId="ADAL" clId="{C2B9E8F8-6CA0-43B2-8994-116B2B019B0B}" dt="2023-02-22T17:51:31.414" v="408" actId="20577"/>
        <pc:sldMkLst>
          <pc:docMk/>
          <pc:sldMk cId="4067019394" sldId="469"/>
        </pc:sldMkLst>
        <pc:spChg chg="mod">
          <ac:chgData name="Димитър Минчев" userId="6da192e4-d32c-454b-8615-bbadf07b6639" providerId="ADAL" clId="{C2B9E8F8-6CA0-43B2-8994-116B2B019B0B}" dt="2023-02-22T17:51:31.414" v="408" actId="20577"/>
          <ac:spMkLst>
            <pc:docMk/>
            <pc:sldMk cId="4067019394" sldId="46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2B9E8F8-6CA0-43B2-8994-116B2B019B0B}" dt="2023-02-22T17:37:08.578" v="126" actId="207"/>
          <ac:spMkLst>
            <pc:docMk/>
            <pc:sldMk cId="4067019394" sldId="469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C2B9E8F8-6CA0-43B2-8994-116B2B019B0B}" dt="2023-02-22T17:34:42.302" v="65" actId="478"/>
          <ac:spMkLst>
            <pc:docMk/>
            <pc:sldMk cId="4067019394" sldId="469"/>
            <ac:spMk id="6" creationId="{B3F718CD-FE3E-425A-9B14-169B787D13CD}"/>
          </ac:spMkLst>
        </pc:spChg>
        <pc:picChg chg="add mod">
          <ac:chgData name="Димитър Минчев" userId="6da192e4-d32c-454b-8615-bbadf07b6639" providerId="ADAL" clId="{C2B9E8F8-6CA0-43B2-8994-116B2B019B0B}" dt="2023-02-22T17:37:11.026" v="127" actId="1076"/>
          <ac:picMkLst>
            <pc:docMk/>
            <pc:sldMk cId="4067019394" sldId="469"/>
            <ac:picMk id="4" creationId="{8AF59FB2-3A0A-ADA4-68B0-8557774FAA17}"/>
          </ac:picMkLst>
        </pc:picChg>
        <pc:picChg chg="del">
          <ac:chgData name="Димитър Минчев" userId="6da192e4-d32c-454b-8615-bbadf07b6639" providerId="ADAL" clId="{C2B9E8F8-6CA0-43B2-8994-116B2B019B0B}" dt="2023-02-22T17:33:15.729" v="52" actId="478"/>
          <ac:picMkLst>
            <pc:docMk/>
            <pc:sldMk cId="4067019394" sldId="469"/>
            <ac:picMk id="5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C2B9E8F8-6CA0-43B2-8994-116B2B019B0B}" dt="2023-02-22T17:52:04.374" v="415"/>
        <pc:sldMkLst>
          <pc:docMk/>
          <pc:sldMk cId="2667520601" sldId="470"/>
        </pc:sldMkLst>
        <pc:spChg chg="mod">
          <ac:chgData name="Димитър Минчев" userId="6da192e4-d32c-454b-8615-bbadf07b6639" providerId="ADAL" clId="{C2B9E8F8-6CA0-43B2-8994-116B2B019B0B}" dt="2023-02-22T17:52:04.374" v="415"/>
          <ac:spMkLst>
            <pc:docMk/>
            <pc:sldMk cId="2667520601" sldId="470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C2B9E8F8-6CA0-43B2-8994-116B2B019B0B}" dt="2023-02-22T17:34:53.183" v="66" actId="2711"/>
          <ac:spMkLst>
            <pc:docMk/>
            <pc:sldMk cId="2667520601" sldId="470"/>
            <ac:spMk id="6" creationId="{00000000-0000-0000-0000-000000000000}"/>
          </ac:spMkLst>
        </pc:spChg>
        <pc:spChg chg="del">
          <ac:chgData name="Димитър Минчев" userId="6da192e4-d32c-454b-8615-bbadf07b6639" providerId="ADAL" clId="{C2B9E8F8-6CA0-43B2-8994-116B2B019B0B}" dt="2023-02-22T17:35:00.669" v="69" actId="478"/>
          <ac:spMkLst>
            <pc:docMk/>
            <pc:sldMk cId="2667520601" sldId="470"/>
            <ac:spMk id="7" creationId="{5AAF3D29-5839-4AD2-ABEC-A0F960833ACE}"/>
          </ac:spMkLst>
        </pc:spChg>
        <pc:picChg chg="del mod">
          <ac:chgData name="Димитър Минчев" userId="6da192e4-d32c-454b-8615-bbadf07b6639" providerId="ADAL" clId="{C2B9E8F8-6CA0-43B2-8994-116B2B019B0B}" dt="2023-02-22T17:44:59.984" v="229" actId="478"/>
          <ac:picMkLst>
            <pc:docMk/>
            <pc:sldMk cId="2667520601" sldId="470"/>
            <ac:picMk id="3" creationId="{00000000-0000-0000-0000-000000000000}"/>
          </ac:picMkLst>
        </pc:picChg>
        <pc:picChg chg="add mod">
          <ac:chgData name="Димитър Минчев" userId="6da192e4-d32c-454b-8615-bbadf07b6639" providerId="ADAL" clId="{C2B9E8F8-6CA0-43B2-8994-116B2B019B0B}" dt="2023-02-22T17:45:02.705" v="231" actId="1076"/>
          <ac:picMkLst>
            <pc:docMk/>
            <pc:sldMk cId="2667520601" sldId="470"/>
            <ac:picMk id="4" creationId="{E839CE41-1A3D-6439-6785-E343AED936E8}"/>
          </ac:picMkLst>
        </pc:picChg>
      </pc:sldChg>
      <pc:sldChg chg="modSp mod">
        <pc:chgData name="Димитър Минчев" userId="6da192e4-d32c-454b-8615-bbadf07b6639" providerId="ADAL" clId="{C2B9E8F8-6CA0-43B2-8994-116B2B019B0B}" dt="2023-02-22T17:32:18.693" v="40"/>
        <pc:sldMkLst>
          <pc:docMk/>
          <pc:sldMk cId="2385751420" sldId="571"/>
        </pc:sldMkLst>
        <pc:spChg chg="mod">
          <ac:chgData name="Димитър Минчев" userId="6da192e4-d32c-454b-8615-bbadf07b6639" providerId="ADAL" clId="{C2B9E8F8-6CA0-43B2-8994-116B2B019B0B}" dt="2023-02-22T17:32:18.693" v="40"/>
          <ac:spMkLst>
            <pc:docMk/>
            <pc:sldMk cId="2385751420" sldId="571"/>
            <ac:spMk id="8" creationId="{00000000-0000-0000-0000-000000000000}"/>
          </ac:spMkLst>
        </pc:spChg>
      </pc:sldChg>
      <pc:sldChg chg="addSp delSp modSp add mod ord">
        <pc:chgData name="Димитър Минчев" userId="6da192e4-d32c-454b-8615-bbadf07b6639" providerId="ADAL" clId="{C2B9E8F8-6CA0-43B2-8994-116B2B019B0B}" dt="2023-02-22T17:57:30.428" v="594" actId="14100"/>
        <pc:sldMkLst>
          <pc:docMk/>
          <pc:sldMk cId="1607858197" sldId="573"/>
        </pc:sldMkLst>
        <pc:spChg chg="mod">
          <ac:chgData name="Димитър Минчев" userId="6da192e4-d32c-454b-8615-bbadf07b6639" providerId="ADAL" clId="{C2B9E8F8-6CA0-43B2-8994-116B2B019B0B}" dt="2023-02-22T17:55:15.424" v="464" actId="1076"/>
          <ac:spMkLst>
            <pc:docMk/>
            <pc:sldMk cId="1607858197" sldId="573"/>
            <ac:spMk id="2" creationId="{00000000-0000-0000-0000-000000000000}"/>
          </ac:spMkLst>
        </pc:spChg>
        <pc:spChg chg="del">
          <ac:chgData name="Димитър Минчев" userId="6da192e4-d32c-454b-8615-bbadf07b6639" providerId="ADAL" clId="{C2B9E8F8-6CA0-43B2-8994-116B2B019B0B}" dt="2023-02-22T17:46:01.709" v="237" actId="478"/>
          <ac:spMkLst>
            <pc:docMk/>
            <pc:sldMk cId="1607858197" sldId="573"/>
            <ac:spMk id="3" creationId="{00000000-0000-0000-0000-000000000000}"/>
          </ac:spMkLst>
        </pc:spChg>
        <pc:spChg chg="add del mod">
          <ac:chgData name="Димитър Минчев" userId="6da192e4-d32c-454b-8615-bbadf07b6639" providerId="ADAL" clId="{C2B9E8F8-6CA0-43B2-8994-116B2B019B0B}" dt="2023-02-22T17:47:24.313" v="271" actId="478"/>
          <ac:spMkLst>
            <pc:docMk/>
            <pc:sldMk cId="1607858197" sldId="573"/>
            <ac:spMk id="6" creationId="{C64902EC-F98A-C2AF-9959-C6ABD30061DF}"/>
          </ac:spMkLst>
        </pc:spChg>
        <pc:spChg chg="add mod">
          <ac:chgData name="Димитър Минчев" userId="6da192e4-d32c-454b-8615-bbadf07b6639" providerId="ADAL" clId="{C2B9E8F8-6CA0-43B2-8994-116B2B019B0B}" dt="2023-02-22T17:47:33.949" v="275" actId="1076"/>
          <ac:spMkLst>
            <pc:docMk/>
            <pc:sldMk cId="1607858197" sldId="573"/>
            <ac:spMk id="7" creationId="{A1E929DC-B534-E1CD-7777-0F8F0EEEE4C3}"/>
          </ac:spMkLst>
        </pc:spChg>
        <pc:spChg chg="add mod">
          <ac:chgData name="Димитър Минчев" userId="6da192e4-d32c-454b-8615-bbadf07b6639" providerId="ADAL" clId="{C2B9E8F8-6CA0-43B2-8994-116B2B019B0B}" dt="2023-02-22T17:53:38.648" v="452" actId="1076"/>
          <ac:spMkLst>
            <pc:docMk/>
            <pc:sldMk cId="1607858197" sldId="573"/>
            <ac:spMk id="9" creationId="{67184FB3-D12A-6F96-A5F1-30885BED8F90}"/>
          </ac:spMkLst>
        </pc:spChg>
        <pc:spChg chg="add mod">
          <ac:chgData name="Димитър Минчев" userId="6da192e4-d32c-454b-8615-bbadf07b6639" providerId="ADAL" clId="{C2B9E8F8-6CA0-43B2-8994-116B2B019B0B}" dt="2023-02-22T17:57:30.428" v="594" actId="14100"/>
          <ac:spMkLst>
            <pc:docMk/>
            <pc:sldMk cId="1607858197" sldId="573"/>
            <ac:spMk id="11" creationId="{F219B0CE-371D-B900-48BB-E1C30A819FF6}"/>
          </ac:spMkLst>
        </pc:spChg>
        <pc:picChg chg="del">
          <ac:chgData name="Димитър Минчев" userId="6da192e4-d32c-454b-8615-bbadf07b6639" providerId="ADAL" clId="{C2B9E8F8-6CA0-43B2-8994-116B2B019B0B}" dt="2023-02-22T17:45:58.367" v="236" actId="478"/>
          <ac:picMkLst>
            <pc:docMk/>
            <pc:sldMk cId="1607858197" sldId="573"/>
            <ac:picMk id="4" creationId="{8AF59FB2-3A0A-ADA4-68B0-8557774FAA17}"/>
          </ac:picMkLst>
        </pc:picChg>
      </pc:sldChg>
      <pc:sldChg chg="addSp delSp modSp add mod">
        <pc:chgData name="Димитър Минчев" userId="6da192e4-d32c-454b-8615-bbadf07b6639" providerId="ADAL" clId="{C2B9E8F8-6CA0-43B2-8994-116B2B019B0B}" dt="2023-02-22T17:58:01.426" v="595"/>
        <pc:sldMkLst>
          <pc:docMk/>
          <pc:sldMk cId="68521128" sldId="574"/>
        </pc:sldMkLst>
        <pc:spChg chg="mod">
          <ac:chgData name="Димитър Минчев" userId="6da192e4-d32c-454b-8615-bbadf07b6639" providerId="ADAL" clId="{C2B9E8F8-6CA0-43B2-8994-116B2B019B0B}" dt="2023-02-22T17:56:48.335" v="565" actId="1076"/>
          <ac:spMkLst>
            <pc:docMk/>
            <pc:sldMk cId="68521128" sldId="574"/>
            <ac:spMk id="2" creationId="{00000000-0000-0000-0000-000000000000}"/>
          </ac:spMkLst>
        </pc:spChg>
        <pc:spChg chg="add del">
          <ac:chgData name="Димитър Минчев" userId="6da192e4-d32c-454b-8615-bbadf07b6639" providerId="ADAL" clId="{C2B9E8F8-6CA0-43B2-8994-116B2B019B0B}" dt="2023-02-22T17:48:20.546" v="313"/>
          <ac:spMkLst>
            <pc:docMk/>
            <pc:sldMk cId="68521128" sldId="574"/>
            <ac:spMk id="3" creationId="{F1F7FDFE-E3E5-D8C5-78DB-CD1BB2D06FC1}"/>
          </ac:spMkLst>
        </pc:spChg>
        <pc:spChg chg="add del mod">
          <ac:chgData name="Димитър Минчев" userId="6da192e4-d32c-454b-8615-bbadf07b6639" providerId="ADAL" clId="{C2B9E8F8-6CA0-43B2-8994-116B2B019B0B}" dt="2023-02-22T17:58:01.426" v="595"/>
          <ac:spMkLst>
            <pc:docMk/>
            <pc:sldMk cId="68521128" sldId="574"/>
            <ac:spMk id="4" creationId="{FF08B997-43B3-92D6-15C9-A883F1768E27}"/>
          </ac:spMkLst>
        </pc:spChg>
        <pc:spChg chg="add mod">
          <ac:chgData name="Димитър Минчев" userId="6da192e4-d32c-454b-8615-bbadf07b6639" providerId="ADAL" clId="{C2B9E8F8-6CA0-43B2-8994-116B2B019B0B}" dt="2023-02-22T17:53:46.981" v="455" actId="1076"/>
          <ac:spMkLst>
            <pc:docMk/>
            <pc:sldMk cId="68521128" sldId="574"/>
            <ac:spMk id="5" creationId="{5BA01665-75E3-78F0-3C4C-B2D00A91962F}"/>
          </ac:spMkLst>
        </pc:spChg>
        <pc:spChg chg="add del">
          <ac:chgData name="Димитър Минчев" userId="6da192e4-d32c-454b-8615-bbadf07b6639" providerId="ADAL" clId="{C2B9E8F8-6CA0-43B2-8994-116B2B019B0B}" dt="2023-02-22T17:48:30.303" v="317" actId="478"/>
          <ac:spMkLst>
            <pc:docMk/>
            <pc:sldMk cId="68521128" sldId="574"/>
            <ac:spMk id="7" creationId="{A1E929DC-B534-E1CD-7777-0F8F0EEEE4C3}"/>
          </ac:spMkLst>
        </pc:spChg>
        <pc:spChg chg="add mod">
          <ac:chgData name="Димитър Минчев" userId="6da192e4-d32c-454b-8615-bbadf07b6639" providerId="ADAL" clId="{C2B9E8F8-6CA0-43B2-8994-116B2B019B0B}" dt="2023-02-22T17:57:11.471" v="576" actId="14100"/>
          <ac:spMkLst>
            <pc:docMk/>
            <pc:sldMk cId="68521128" sldId="574"/>
            <ac:spMk id="8" creationId="{094F037A-1B26-4255-B345-D2C9D31EFCBB}"/>
          </ac:spMkLst>
        </pc:spChg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ewtonsoft.com/jso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ewtonsoft.com/json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Comfortaa" pitchFamily="2" charset="0"/>
              </a:rPr>
              <a:t>Използване на външна библиотека за работа с JSON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Разработка на софтуер</a:t>
            </a:r>
            <a:r>
              <a:rPr lang="en-US" dirty="0">
                <a:latin typeface="Comfortaa" pitchFamily="2" charset="0"/>
              </a:rPr>
              <a:t> 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Инсталиране с NuGet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Документация на библиотеката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Използване на библиотеката</a:t>
            </a: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JavaScript Object Notation</a:t>
            </a:r>
            <a:r>
              <a:rPr lang="bg-BG" dirty="0">
                <a:solidFill>
                  <a:srgbClr val="00B0F0"/>
                </a:solidFill>
                <a:latin typeface="Comfortaa" pitchFamily="2" charset="0"/>
              </a:rPr>
              <a:t> (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JSON)</a:t>
            </a:r>
          </a:p>
          <a:p>
            <a:r>
              <a:rPr lang="bg-BG" dirty="0">
                <a:latin typeface="Comfortaa" pitchFamily="2" charset="0"/>
              </a:rPr>
              <a:t>Синтаксис за съхранение и обмен на информация</a:t>
            </a:r>
          </a:p>
          <a:p>
            <a:r>
              <a:rPr lang="bg-BG" dirty="0">
                <a:latin typeface="Comfortaa" pitchFamily="2" charset="0"/>
              </a:rPr>
              <a:t>Текст написан посредством правилата за описване на обекти в </a:t>
            </a:r>
            <a:r>
              <a:rPr lang="en-US" dirty="0">
                <a:latin typeface="Comfortaa" pitchFamily="2" charset="0"/>
              </a:rPr>
              <a:t>JavaScript</a:t>
            </a:r>
          </a:p>
          <a:p>
            <a:r>
              <a:rPr lang="bg-BG" dirty="0">
                <a:latin typeface="Comfortaa" pitchFamily="2" charset="0"/>
              </a:rPr>
              <a:t>Позволява се конвертиране на произволен обект от </a:t>
            </a:r>
            <a:r>
              <a:rPr lang="en-US" dirty="0">
                <a:latin typeface="Comfortaa" pitchFamily="2" charset="0"/>
              </a:rPr>
              <a:t>C# </a:t>
            </a:r>
            <a:r>
              <a:rPr lang="bg-BG" dirty="0">
                <a:latin typeface="Comfortaa" pitchFamily="2" charset="0"/>
              </a:rPr>
              <a:t>към </a:t>
            </a:r>
            <a:r>
              <a:rPr lang="en-US" dirty="0">
                <a:latin typeface="Comfortaa" pitchFamily="2" charset="0"/>
              </a:rPr>
              <a:t>JSON </a:t>
            </a:r>
            <a:r>
              <a:rPr lang="bg-BG" dirty="0">
                <a:latin typeface="Comfortaa" pitchFamily="2" charset="0"/>
              </a:rPr>
              <a:t>формата</a:t>
            </a:r>
          </a:p>
          <a:p>
            <a:r>
              <a:rPr lang="bg-BG" dirty="0">
                <a:latin typeface="Comfortaa" pitchFamily="2" charset="0"/>
              </a:rPr>
              <a:t>Позволява се конвертиране от </a:t>
            </a:r>
            <a:r>
              <a:rPr lang="en-US" dirty="0">
                <a:latin typeface="Comfortaa" pitchFamily="2" charset="0"/>
              </a:rPr>
              <a:t>JSON </a:t>
            </a:r>
            <a:r>
              <a:rPr lang="bg-BG" dirty="0">
                <a:latin typeface="Comfortaa" pitchFamily="2" charset="0"/>
              </a:rPr>
              <a:t>формат към </a:t>
            </a:r>
            <a:r>
              <a:rPr lang="en-US" dirty="0">
                <a:latin typeface="Comfortaa" pitchFamily="2" charset="0"/>
              </a:rPr>
              <a:t>C# </a:t>
            </a:r>
            <a:r>
              <a:rPr lang="bg-BG" dirty="0">
                <a:latin typeface="Comfortaa" pitchFamily="2" charset="0"/>
              </a:rPr>
              <a:t>обект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fortaa" pitchFamily="2" charset="0"/>
              </a:rPr>
              <a:t>JSON</a:t>
            </a:r>
          </a:p>
        </p:txBody>
      </p:sp>
    </p:spTree>
    <p:extLst>
      <p:ext uri="{BB962C8B-B14F-4D97-AF65-F5344CB8AC3E}">
        <p14:creationId xmlns:p14="http://schemas.microsoft.com/office/powerpoint/2010/main" val="3319138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2191"/>
            <a:ext cx="10515600" cy="4351338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Инсталиране на пакет</a:t>
            </a:r>
            <a:endParaRPr lang="en-US" sz="3200" dirty="0">
              <a:latin typeface="Comfortaa" pitchFamily="2" charset="0"/>
            </a:endParaRPr>
          </a:p>
          <a:p>
            <a:pPr lvl="1"/>
            <a:r>
              <a:rPr lang="en-US" sz="3200" b="1" dirty="0">
                <a:solidFill>
                  <a:srgbClr val="00B0F0"/>
                </a:solidFill>
                <a:latin typeface="Comfortaa" pitchFamily="2" charset="0"/>
              </a:rPr>
              <a:t>Ctrl + Q </a:t>
            </a:r>
            <a:r>
              <a:rPr lang="en-US" sz="3200" dirty="0">
                <a:latin typeface="Comfortaa" pitchFamily="2" charset="0"/>
              </a:rPr>
              <a:t>-&gt; </a:t>
            </a:r>
            <a:r>
              <a:rPr lang="en-US" sz="3200" b="1" dirty="0" err="1">
                <a:solidFill>
                  <a:srgbClr val="00B0F0"/>
                </a:solidFill>
                <a:latin typeface="Comfortaa" pitchFamily="2" charset="0"/>
              </a:rPr>
              <a:t>nuget</a:t>
            </a:r>
            <a:r>
              <a:rPr lang="en-US" sz="3200" dirty="0">
                <a:latin typeface="Comfortaa" pitchFamily="2" charset="0"/>
              </a:rPr>
              <a:t> -&gt; 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</a:rPr>
              <a:t>Manage NuGet Packages</a:t>
            </a:r>
          </a:p>
          <a:p>
            <a:pPr lvl="1"/>
            <a:r>
              <a:rPr lang="bg-BG" sz="3200" dirty="0">
                <a:latin typeface="Comfortaa" pitchFamily="2" charset="0"/>
              </a:rPr>
              <a:t>Потърсете и инсталирайте 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</a:rPr>
              <a:t>Json.NET </a:t>
            </a:r>
            <a:endParaRPr lang="bg-BG" sz="3200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endParaRPr lang="bg-BG" sz="3200" b="1" dirty="0">
              <a:solidFill>
                <a:srgbClr val="00B0F0"/>
              </a:solidFill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Ако използвате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по-стара версия </a:t>
            </a:r>
            <a:r>
              <a:rPr lang="bg-BG" sz="2400" dirty="0">
                <a:latin typeface="Comfortaa" pitchFamily="2" charset="0"/>
              </a:rPr>
              <a:t>на </a:t>
            </a:r>
            <a:r>
              <a:rPr lang="en-US" sz="2400" dirty="0">
                <a:latin typeface="Comfortaa" pitchFamily="2" charset="0"/>
              </a:rPr>
              <a:t>Visual Studio </a:t>
            </a:r>
            <a:r>
              <a:rPr lang="bg-BG" sz="2400" dirty="0">
                <a:latin typeface="Comfortaa" pitchFamily="2" charset="0"/>
              </a:rPr>
              <a:t>ще се наложи да инсталирайте по-стара версия и на </a:t>
            </a:r>
            <a:r>
              <a:rPr lang="en-US" sz="2400" dirty="0">
                <a:latin typeface="Comfortaa" pitchFamily="2" charset="0"/>
              </a:rPr>
              <a:t>Json.NET</a:t>
            </a:r>
            <a:endParaRPr lang="bg-BG" sz="2400" dirty="0">
              <a:latin typeface="Comfortaa" pitchFamily="2" charset="0"/>
            </a:endParaRPr>
          </a:p>
          <a:p>
            <a:pPr lvl="1"/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Ctrl + Q </a:t>
            </a:r>
            <a:r>
              <a:rPr lang="en-US" dirty="0">
                <a:latin typeface="Comfortaa" pitchFamily="2" charset="0"/>
              </a:rPr>
              <a:t>-&gt;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package manager console </a:t>
            </a:r>
            <a:r>
              <a:rPr lang="en-US" dirty="0">
                <a:latin typeface="Comfortaa" pitchFamily="2" charset="0"/>
              </a:rPr>
              <a:t>-&gt;</a:t>
            </a:r>
            <a:br>
              <a:rPr lang="bg-BG" dirty="0">
                <a:latin typeface="Comfortaa" pitchFamily="2" charset="0"/>
              </a:rPr>
            </a:b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Install-Package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Newtonsoft.Json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-Version 9.0.1</a:t>
            </a:r>
          </a:p>
          <a:p>
            <a:pPr lvl="1"/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Инсталиране на пакет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A76B884D-906A-4E08-B370-68019C13E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886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021980"/>
          </a:xfrm>
        </p:spPr>
        <p:txBody>
          <a:bodyPr>
            <a:normAutofit/>
          </a:bodyPr>
          <a:lstStyle/>
          <a:p>
            <a:r>
              <a:rPr lang="bg-BG" sz="2000" dirty="0">
                <a:latin typeface="Comfortaa" pitchFamily="2" charset="0"/>
              </a:rPr>
              <a:t>Библиотеките в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NuGet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обикновено притежават документация, която може да се прочете чрез натискането на връзката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</a:rPr>
              <a:t>View Readme</a:t>
            </a:r>
            <a:r>
              <a:rPr lang="en-US" sz="2000" dirty="0">
                <a:latin typeface="Comfortaa" pitchFamily="2" charset="0"/>
              </a:rPr>
              <a:t>. </a:t>
            </a:r>
            <a:endParaRPr lang="bg-BG" sz="2000" dirty="0">
              <a:latin typeface="Comfortaa" pitchFamily="2" charset="0"/>
            </a:endParaRPr>
          </a:p>
          <a:p>
            <a:r>
              <a:rPr lang="bg-BG" sz="2000" dirty="0">
                <a:latin typeface="Comfortaa" pitchFamily="2" charset="0"/>
              </a:rPr>
              <a:t>Натискането на връкзата посочена след 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</a:rPr>
              <a:t>Project URI </a:t>
            </a:r>
            <a:r>
              <a:rPr lang="bg-BG" sz="2000" dirty="0">
                <a:latin typeface="Comfortaa" pitchFamily="2" charset="0"/>
              </a:rPr>
              <a:t>пък отваря страницата на проекта.</a:t>
            </a:r>
            <a:endParaRPr lang="en-US" sz="2000" dirty="0">
              <a:latin typeface="Comfortaa" pitchFamily="2" charset="0"/>
            </a:endParaRPr>
          </a:p>
          <a:p>
            <a:endParaRPr lang="en-US" sz="20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Документация на пакет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F59FB2-3A0A-ADA4-68B0-8557774FA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26" y="3129065"/>
            <a:ext cx="6712426" cy="341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19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602" y="4879798"/>
            <a:ext cx="10972798" cy="820600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Работа с </a:t>
            </a:r>
            <a:r>
              <a:rPr lang="en-US" dirty="0">
                <a:latin typeface="Comfortaa" pitchFamily="2" charset="0"/>
              </a:rPr>
              <a:t>Json.NET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609602" y="5757966"/>
            <a:ext cx="10972798" cy="719034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Работа на живо в клас (</a:t>
            </a:r>
            <a:r>
              <a:rPr lang="bg-BG" noProof="1">
                <a:latin typeface="Comfortaa" pitchFamily="2" charset="0"/>
              </a:rPr>
              <a:t>лаб</a:t>
            </a:r>
            <a:r>
              <a:rPr lang="bg-BG" dirty="0">
                <a:latin typeface="Comfortaa" pitchFamily="2" charset="0"/>
              </a:rPr>
              <a:t>)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39CE41-1A3D-6439-6785-E343AED93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644" y="1074675"/>
            <a:ext cx="10292712" cy="320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520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002"/>
            <a:ext cx="10515600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Сереализиране на </a:t>
            </a:r>
            <a:r>
              <a:rPr lang="en-US" sz="4000" dirty="0">
                <a:latin typeface="Comfortaa" pitchFamily="2" charset="0"/>
              </a:rPr>
              <a:t>JSON</a:t>
            </a:r>
            <a:r>
              <a:rPr lang="bg-BG" sz="4000" dirty="0">
                <a:latin typeface="Comfortaa" pitchFamily="2" charset="0"/>
              </a:rPr>
              <a:t> с </a:t>
            </a:r>
            <a:r>
              <a:rPr lang="en-US" sz="4000" dirty="0">
                <a:latin typeface="Comfortaa" pitchFamily="2" charset="0"/>
              </a:rPr>
              <a:t>Json.NET 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1E929DC-B534-E1CD-7777-0F8F0EEEE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40" y="1596688"/>
            <a:ext cx="9880269" cy="4431983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product.Name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0000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product.Expiry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6600"/>
                </a:solidFill>
                <a:effectLst/>
                <a:latin typeface="Consolas" panose="020B0609020204030204" pitchFamily="49" charset="0"/>
              </a:rPr>
              <a:t>2008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6600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C6600"/>
                </a:solidFill>
                <a:effectLst/>
                <a:latin typeface="Consolas" panose="020B0609020204030204" pitchFamily="49" charset="0"/>
              </a:rPr>
              <a:t>28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product.Sizes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 {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0000"/>
                </a:solidFill>
                <a:effectLst/>
                <a:latin typeface="Consolas" panose="020B0609020204030204" pitchFamily="49" charset="0"/>
              </a:rPr>
              <a:t>"Small"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JsonConvert.SerializeObject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(product);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// {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//   "Name": "Apple",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//   "Expiry": "2008-12-28T00:00:00",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//   "Sizes": 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//     "Small"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//   ]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// }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184FB3-D12A-6F96-A5F1-30885BED8F90}"/>
              </a:ext>
            </a:extLst>
          </p:cNvPr>
          <p:cNvSpPr txBox="1"/>
          <p:nvPr/>
        </p:nvSpPr>
        <p:spPr>
          <a:xfrm>
            <a:off x="3621477" y="6147294"/>
            <a:ext cx="72741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bg-BG" sz="2000" i="1" dirty="0">
                <a:latin typeface="Comfortaa" pitchFamily="2" charset="0"/>
              </a:rPr>
              <a:t>Документация: </a:t>
            </a:r>
            <a:r>
              <a:rPr lang="en-US" sz="2000" i="1" dirty="0">
                <a:latin typeface="Comfortaa" pitchFamily="2" charset="0"/>
                <a:hlinkClick r:id="rId2"/>
              </a:rPr>
              <a:t>https://www.newtonsoft.com/json</a:t>
            </a:r>
            <a:r>
              <a:rPr lang="bg-BG" sz="2000" i="1" dirty="0">
                <a:latin typeface="Comfortaa" pitchFamily="2" charset="0"/>
              </a:rPr>
              <a:t> </a:t>
            </a:r>
            <a:endParaRPr lang="en-US" sz="2000" i="1" dirty="0">
              <a:latin typeface="Comforta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19B0CE-371D-B900-48BB-E1C30A819FF6}"/>
              </a:ext>
            </a:extLst>
          </p:cNvPr>
          <p:cNvSpPr txBox="1"/>
          <p:nvPr/>
        </p:nvSpPr>
        <p:spPr>
          <a:xfrm>
            <a:off x="458683" y="1029545"/>
            <a:ext cx="11404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bg-BG" sz="1800" dirty="0">
                <a:latin typeface="Comfortaa" pitchFamily="2" charset="0"/>
              </a:rPr>
              <a:t>Сереализиране</a:t>
            </a:r>
            <a:r>
              <a:rPr lang="bg-BG" dirty="0">
                <a:latin typeface="Comfortaa" pitchFamily="2" charset="0"/>
              </a:rPr>
              <a:t>то (</a:t>
            </a:r>
            <a:r>
              <a:rPr lang="en-US" dirty="0">
                <a:latin typeface="Comfortaa" pitchFamily="2" charset="0"/>
              </a:rPr>
              <a:t>Serialization</a:t>
            </a:r>
            <a:r>
              <a:rPr lang="bg-BG" dirty="0">
                <a:latin typeface="Comfortaa" pitchFamily="2" charset="0"/>
              </a:rPr>
              <a:t>) е процес на</a:t>
            </a:r>
            <a:r>
              <a:rPr lang="bg-BG" sz="1800" dirty="0">
                <a:latin typeface="Comfortaa" pitchFamily="2" charset="0"/>
              </a:rPr>
              <a:t> обръщане на обекти от </a:t>
            </a:r>
            <a:r>
              <a:rPr lang="en-US" sz="1800" dirty="0">
                <a:latin typeface="Comfortaa" pitchFamily="2" charset="0"/>
              </a:rPr>
              <a:t>C#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към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en-US" sz="1800" dirty="0">
                <a:latin typeface="Comfortaa" pitchFamily="2" charset="0"/>
              </a:rPr>
              <a:t>JSON</a:t>
            </a:r>
            <a:r>
              <a:rPr lang="bg-BG" sz="1800" dirty="0">
                <a:latin typeface="Comfortaa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7858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915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Десереализиране на </a:t>
            </a:r>
            <a:r>
              <a:rPr lang="en-US" sz="3600" dirty="0">
                <a:latin typeface="Comfortaa" pitchFamily="2" charset="0"/>
              </a:rPr>
              <a:t>JSON</a:t>
            </a:r>
            <a:r>
              <a:rPr lang="bg-BG" sz="3600" dirty="0">
                <a:latin typeface="Comfortaa" pitchFamily="2" charset="0"/>
              </a:rPr>
              <a:t> с </a:t>
            </a:r>
            <a:r>
              <a:rPr lang="en-US" sz="3600" dirty="0">
                <a:latin typeface="Comfortaa" pitchFamily="2" charset="0"/>
              </a:rPr>
              <a:t>Json.NET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F08B997-43B3-92D6-15C9-A883F1768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528" y="1746609"/>
            <a:ext cx="9898081" cy="3763542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0000"/>
                </a:solidFill>
                <a:effectLst/>
                <a:latin typeface="Consolas" panose="020B0609020204030204" pitchFamily="49" charset="0"/>
              </a:rPr>
              <a:t>@"{</a:t>
            </a:r>
            <a:endParaRPr kumimoji="0" lang="bg-BG" altLang="en-US" sz="2400" b="0" i="0" u="none" strike="noStrike" cap="none" normalizeH="0" baseline="0" dirty="0">
              <a:ln>
                <a:noFill/>
              </a:ln>
              <a:solidFill>
                <a:srgbClr val="99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0000"/>
                </a:solidFill>
                <a:effectLst/>
                <a:latin typeface="Consolas" panose="020B0609020204030204" pitchFamily="49" charset="0"/>
              </a:rPr>
              <a:t>   'Name': 'Bad Boys',   </a:t>
            </a:r>
            <a:endParaRPr kumimoji="0" lang="bg-BG" altLang="en-US" sz="2400" b="0" i="0" u="none" strike="noStrike" cap="none" normalizeH="0" baseline="0" dirty="0">
              <a:ln>
                <a:noFill/>
              </a:ln>
              <a:solidFill>
                <a:srgbClr val="99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en-US" sz="2400" b="0" i="0" u="none" strike="noStrike" cap="none" normalizeH="0" baseline="0" dirty="0">
                <a:ln>
                  <a:noFill/>
                </a:ln>
                <a:solidFill>
                  <a:srgbClr val="990000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0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990000"/>
                </a:solidFill>
                <a:effectLst/>
                <a:latin typeface="Consolas" panose="020B0609020204030204" pitchFamily="49" charset="0"/>
              </a:rPr>
              <a:t>ReleaseDate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0000"/>
                </a:solidFill>
                <a:effectLst/>
                <a:latin typeface="Consolas" panose="020B0609020204030204" pitchFamily="49" charset="0"/>
              </a:rPr>
              <a:t>': '1995-4-7T00:00:00',</a:t>
            </a:r>
            <a:endParaRPr kumimoji="0" lang="bg-BG" altLang="en-US" sz="2400" b="0" i="0" u="none" strike="noStrike" cap="none" normalizeH="0" baseline="0" dirty="0">
              <a:ln>
                <a:noFill/>
              </a:ln>
              <a:solidFill>
                <a:srgbClr val="99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bg-BG" altLang="en-US" sz="2400" dirty="0">
                <a:solidFill>
                  <a:srgbClr val="990000"/>
                </a:solidFill>
                <a:latin typeface="Consolas" panose="020B0609020204030204" pitchFamily="49" charset="0"/>
              </a:rPr>
              <a:t>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0000"/>
                </a:solidFill>
                <a:effectLst/>
                <a:latin typeface="Consolas" panose="020B0609020204030204" pitchFamily="49" charset="0"/>
              </a:rPr>
              <a:t>'Genres': [     </a:t>
            </a:r>
            <a:endParaRPr kumimoji="0" lang="bg-BG" altLang="en-US" sz="2400" b="0" i="0" u="none" strike="noStrike" cap="none" normalizeH="0" baseline="0" dirty="0">
              <a:ln>
                <a:noFill/>
              </a:ln>
              <a:solidFill>
                <a:srgbClr val="99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en-US" sz="2400" b="0" i="0" u="none" strike="noStrike" cap="none" normalizeH="0" baseline="0" dirty="0">
                <a:ln>
                  <a:noFill/>
                </a:ln>
                <a:solidFill>
                  <a:srgbClr val="990000"/>
                </a:solidFill>
                <a:effectLst/>
                <a:latin typeface="Consolas" panose="020B0609020204030204" pitchFamily="49" charset="0"/>
              </a:rPr>
              <a:t>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0000"/>
                </a:solidFill>
                <a:effectLst/>
                <a:latin typeface="Consolas" panose="020B0609020204030204" pitchFamily="49" charset="0"/>
              </a:rPr>
              <a:t>'Action',</a:t>
            </a:r>
            <a:endParaRPr kumimoji="0" lang="bg-BG" altLang="en-US" sz="2400" b="0" i="0" u="none" strike="noStrike" cap="none" normalizeH="0" baseline="0" dirty="0">
              <a:ln>
                <a:noFill/>
              </a:ln>
              <a:solidFill>
                <a:srgbClr val="99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0000"/>
                </a:solidFill>
                <a:effectLst/>
                <a:latin typeface="Consolas" panose="020B0609020204030204" pitchFamily="49" charset="0"/>
              </a:rPr>
              <a:t>     </a:t>
            </a:r>
            <a:r>
              <a:rPr kumimoji="0" lang="bg-BG" altLang="en-US" sz="2400" b="0" i="0" u="none" strike="noStrike" cap="none" normalizeH="0" baseline="0" dirty="0">
                <a:ln>
                  <a:noFill/>
                </a:ln>
                <a:solidFill>
                  <a:srgbClr val="99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0000"/>
                </a:solidFill>
                <a:effectLst/>
                <a:latin typeface="Consolas" panose="020B0609020204030204" pitchFamily="49" charset="0"/>
              </a:rPr>
              <a:t>'Comedy'   </a:t>
            </a:r>
            <a:endParaRPr kumimoji="0" lang="bg-BG" altLang="en-US" sz="2400" b="0" i="0" u="none" strike="noStrike" cap="none" normalizeH="0" baseline="0" dirty="0">
              <a:ln>
                <a:noFill/>
              </a:ln>
              <a:solidFill>
                <a:srgbClr val="99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bg-BG" altLang="en-US" sz="2400" dirty="0">
                <a:solidFill>
                  <a:srgbClr val="990000"/>
                </a:solidFill>
                <a:latin typeface="Consolas" panose="020B0609020204030204" pitchFamily="49" charset="0"/>
              </a:rPr>
              <a:t>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0000"/>
                </a:solidFill>
                <a:effectLst/>
                <a:latin typeface="Consolas" panose="020B0609020204030204" pitchFamily="49" charset="0"/>
              </a:rPr>
              <a:t>] </a:t>
            </a:r>
            <a:endParaRPr kumimoji="0" lang="bg-BG" altLang="en-US" sz="2400" b="0" i="0" u="none" strike="noStrike" cap="none" normalizeH="0" baseline="0" dirty="0">
              <a:ln>
                <a:noFill/>
              </a:ln>
              <a:solidFill>
                <a:srgbClr val="99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90000"/>
                </a:solidFill>
                <a:effectLst/>
                <a:latin typeface="Consolas" panose="020B0609020204030204" pitchFamily="49" charset="0"/>
              </a:rPr>
              <a:t>}"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bg-BG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Movie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 =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JsonConvert.DeserializeObject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Movie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endParaRPr kumimoji="0" lang="bg-BG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name =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m.Name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// Bad Boys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A01665-75E3-78F0-3C4C-B2D00A91962F}"/>
              </a:ext>
            </a:extLst>
          </p:cNvPr>
          <p:cNvSpPr txBox="1"/>
          <p:nvPr/>
        </p:nvSpPr>
        <p:spPr>
          <a:xfrm>
            <a:off x="3621477" y="6147294"/>
            <a:ext cx="72741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bg-BG" sz="2000" i="1" dirty="0">
                <a:latin typeface="Comfortaa" pitchFamily="2" charset="0"/>
              </a:rPr>
              <a:t>Документация: </a:t>
            </a:r>
            <a:r>
              <a:rPr lang="en-US" sz="2000" i="1" dirty="0">
                <a:latin typeface="Comfortaa" pitchFamily="2" charset="0"/>
                <a:hlinkClick r:id="rId2"/>
              </a:rPr>
              <a:t>https://www.newtonsoft.com/json</a:t>
            </a:r>
            <a:r>
              <a:rPr lang="bg-BG" sz="2000" i="1" dirty="0">
                <a:latin typeface="Comfortaa" pitchFamily="2" charset="0"/>
              </a:rPr>
              <a:t> </a:t>
            </a:r>
            <a:endParaRPr lang="en-US" sz="2000" i="1" dirty="0">
              <a:latin typeface="Comforta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4F037A-1B26-4255-B345-D2C9D31EFCBB}"/>
              </a:ext>
            </a:extLst>
          </p:cNvPr>
          <p:cNvSpPr txBox="1"/>
          <p:nvPr/>
        </p:nvSpPr>
        <p:spPr>
          <a:xfrm>
            <a:off x="428996" y="1109466"/>
            <a:ext cx="114641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bg-BG" dirty="0">
                <a:latin typeface="Comfortaa" pitchFamily="2" charset="0"/>
              </a:rPr>
              <a:t>Десе</a:t>
            </a:r>
            <a:r>
              <a:rPr lang="bg-BG" sz="1800" dirty="0">
                <a:latin typeface="Comfortaa" pitchFamily="2" charset="0"/>
              </a:rPr>
              <a:t>реализиране</a:t>
            </a:r>
            <a:r>
              <a:rPr lang="bg-BG" dirty="0">
                <a:latin typeface="Comfortaa" pitchFamily="2" charset="0"/>
              </a:rPr>
              <a:t>то (</a:t>
            </a:r>
            <a:r>
              <a:rPr lang="en-US" dirty="0">
                <a:latin typeface="Comfortaa" pitchFamily="2" charset="0"/>
              </a:rPr>
              <a:t>Deserialization)</a:t>
            </a:r>
            <a:r>
              <a:rPr lang="bg-BG" dirty="0">
                <a:latin typeface="Comfortaa" pitchFamily="2" charset="0"/>
              </a:rPr>
              <a:t> е процес на</a:t>
            </a:r>
            <a:r>
              <a:rPr lang="bg-BG" sz="1800" dirty="0">
                <a:latin typeface="Comfortaa" pitchFamily="2" charset="0"/>
              </a:rPr>
              <a:t> обръщане на </a:t>
            </a:r>
            <a:r>
              <a:rPr lang="en-US" sz="1800" dirty="0">
                <a:latin typeface="Comfortaa" pitchFamily="2" charset="0"/>
              </a:rPr>
              <a:t>JSON </a:t>
            </a:r>
            <a:r>
              <a:rPr lang="bg-BG" sz="1800" dirty="0">
                <a:latin typeface="Comfortaa" pitchFamily="2" charset="0"/>
              </a:rPr>
              <a:t>към </a:t>
            </a:r>
            <a:r>
              <a:rPr lang="en-US" sz="1800" dirty="0">
                <a:latin typeface="Comfortaa" pitchFamily="2" charset="0"/>
              </a:rPr>
              <a:t>C# </a:t>
            </a:r>
            <a:r>
              <a:rPr lang="bg-BG" sz="1800" dirty="0">
                <a:latin typeface="Comfortaa" pitchFamily="2" charset="0"/>
              </a:rPr>
              <a:t>обекти</a:t>
            </a:r>
          </a:p>
        </p:txBody>
      </p:sp>
    </p:spTree>
    <p:extLst>
      <p:ext uri="{BB962C8B-B14F-4D97-AF65-F5344CB8AC3E}">
        <p14:creationId xmlns:p14="http://schemas.microsoft.com/office/powerpoint/2010/main" val="68521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5313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JSON </a:t>
            </a:r>
            <a:r>
              <a:rPr lang="bg-BG" dirty="0">
                <a:latin typeface="Comfortaa" pitchFamily="2" charset="0"/>
              </a:rPr>
              <a:t>е формат за описване на данни със синтаксиса на описването на обекти в </a:t>
            </a:r>
            <a:r>
              <a:rPr lang="en-US" dirty="0">
                <a:latin typeface="Comfortaa" pitchFamily="2" charset="0"/>
              </a:rPr>
              <a:t>JavaScript</a:t>
            </a:r>
            <a:endParaRPr lang="bg-BG" dirty="0"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Можем да обръщаме обекти от </a:t>
            </a:r>
            <a:r>
              <a:rPr lang="en-US" sz="2000" dirty="0">
                <a:latin typeface="Comfortaa" pitchFamily="2" charset="0"/>
              </a:rPr>
              <a:t>C#</a:t>
            </a:r>
            <a:r>
              <a:rPr lang="bg-BG" sz="2000" dirty="0">
                <a:latin typeface="Comfortaa" pitchFamily="2" charset="0"/>
              </a:rPr>
              <a:t> в </a:t>
            </a:r>
            <a:r>
              <a:rPr lang="en-US" sz="2000" dirty="0">
                <a:latin typeface="Comfortaa" pitchFamily="2" charset="0"/>
              </a:rPr>
              <a:t>JSON</a:t>
            </a:r>
            <a:r>
              <a:rPr lang="bg-BG" sz="2000" dirty="0">
                <a:latin typeface="Comfortaa" pitchFamily="2" charset="0"/>
              </a:rPr>
              <a:t> </a:t>
            </a:r>
          </a:p>
          <a:p>
            <a:pPr lvl="1"/>
            <a:r>
              <a:rPr lang="bg-BG" sz="2000" dirty="0">
                <a:latin typeface="Comfortaa" pitchFamily="2" charset="0"/>
              </a:rPr>
              <a:t>Можем да обръщаме </a:t>
            </a:r>
            <a:r>
              <a:rPr lang="en-US" sz="2000" dirty="0">
                <a:latin typeface="Comfortaa" pitchFamily="2" charset="0"/>
              </a:rPr>
              <a:t>JSON </a:t>
            </a:r>
            <a:r>
              <a:rPr lang="bg-BG" sz="2000" dirty="0">
                <a:latin typeface="Comfortaa" pitchFamily="2" charset="0"/>
              </a:rPr>
              <a:t>в </a:t>
            </a:r>
            <a:r>
              <a:rPr lang="en-US" sz="2000" dirty="0">
                <a:latin typeface="Comfortaa" pitchFamily="2" charset="0"/>
              </a:rPr>
              <a:t>C# </a:t>
            </a:r>
            <a:r>
              <a:rPr lang="bg-BG" sz="2000" dirty="0">
                <a:latin typeface="Comfortaa" pitchFamily="2" charset="0"/>
              </a:rPr>
              <a:t>обекти</a:t>
            </a:r>
          </a:p>
          <a:p>
            <a:r>
              <a:rPr lang="bg-BG" dirty="0">
                <a:latin typeface="Comfortaa" pitchFamily="2" charset="0"/>
              </a:rPr>
              <a:t>Повечето библиотеки в </a:t>
            </a:r>
            <a:r>
              <a:rPr lang="en-US" dirty="0">
                <a:latin typeface="Comfortaa" pitchFamily="2" charset="0"/>
              </a:rPr>
              <a:t>nuget.org </a:t>
            </a:r>
            <a:r>
              <a:rPr lang="bg-BG" dirty="0">
                <a:latin typeface="Comfortaa" pitchFamily="2" charset="0"/>
              </a:rPr>
              <a:t>имат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документация, в която е подробно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обяснено тяхното действие и употреба</a:t>
            </a:r>
          </a:p>
          <a:p>
            <a:pPr marL="377825" lvl="1" indent="0">
              <a:buNone/>
            </a:pPr>
            <a:endParaRPr lang="bg-BG" dirty="0">
              <a:latin typeface="Comfortaa" pitchFamily="2" charset="0"/>
            </a:endParaRPr>
          </a:p>
          <a:p>
            <a:pPr lvl="1"/>
            <a:endParaRPr lang="bg-BG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92637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463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</TotalTime>
  <Words>535</Words>
  <Application>Microsoft Office PowerPoint</Application>
  <PresentationFormat>Widescreen</PresentationFormat>
  <Paragraphs>71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Comfortaa</vt:lpstr>
      <vt:lpstr>Consolas</vt:lpstr>
      <vt:lpstr>Office Theme</vt:lpstr>
      <vt:lpstr>Използване на външна библиотека за работа с JSON</vt:lpstr>
      <vt:lpstr>Съдържание</vt:lpstr>
      <vt:lpstr>JSON</vt:lpstr>
      <vt:lpstr>Инсталиране на пакет</vt:lpstr>
      <vt:lpstr>Документация на пакет</vt:lpstr>
      <vt:lpstr>Работа с Json.NET </vt:lpstr>
      <vt:lpstr>Сереализиране на JSON с Json.NET </vt:lpstr>
      <vt:lpstr>Десереализиране на JSON с Json.NET 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10</cp:revision>
  <dcterms:created xsi:type="dcterms:W3CDTF">2022-08-09T09:25:46Z</dcterms:created>
  <dcterms:modified xsi:type="dcterms:W3CDTF">2023-02-22T17:58:03Z</dcterms:modified>
</cp:coreProperties>
</file>