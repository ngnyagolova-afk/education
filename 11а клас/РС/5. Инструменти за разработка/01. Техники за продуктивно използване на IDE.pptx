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8" r:id="rId2"/>
    <p:sldId id="571" r:id="rId3"/>
    <p:sldId id="638" r:id="rId4"/>
    <p:sldId id="639" r:id="rId5"/>
    <p:sldId id="625" r:id="rId6"/>
    <p:sldId id="626" r:id="rId7"/>
    <p:sldId id="640" r:id="rId8"/>
    <p:sldId id="641" r:id="rId9"/>
    <p:sldId id="642" r:id="rId10"/>
    <p:sldId id="627" r:id="rId11"/>
    <p:sldId id="643" r:id="rId12"/>
    <p:sldId id="644" r:id="rId13"/>
    <p:sldId id="645" r:id="rId14"/>
    <p:sldId id="646" r:id="rId15"/>
    <p:sldId id="5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38"/>
            <p14:sldId id="639"/>
            <p14:sldId id="625"/>
            <p14:sldId id="626"/>
            <p14:sldId id="640"/>
            <p14:sldId id="641"/>
            <p14:sldId id="642"/>
            <p14:sldId id="627"/>
            <p14:sldId id="643"/>
            <p14:sldId id="644"/>
            <p14:sldId id="645"/>
            <p14:sldId id="646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EF5D8-039D-4B0D-9147-858F8632CAD0}" v="30" dt="2023-02-22T17:13:39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>
        <p:scale>
          <a:sx n="75" d="100"/>
          <a:sy n="75" d="100"/>
        </p:scale>
        <p:origin x="699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1C4EF5D8-039D-4B0D-9147-858F8632CAD0}"/>
    <pc:docChg chg="undo custSel addSld delSld modSld modSection">
      <pc:chgData name="Димитър Минчев" userId="6da192e4-d32c-454b-8615-bbadf07b6639" providerId="ADAL" clId="{1C4EF5D8-039D-4B0D-9147-858F8632CAD0}" dt="2023-02-22T17:14:07.384" v="209" actId="478"/>
      <pc:docMkLst>
        <pc:docMk/>
      </pc:docMkLst>
      <pc:sldChg chg="modSp mod">
        <pc:chgData name="Димитър Минчев" userId="6da192e4-d32c-454b-8615-bbadf07b6639" providerId="ADAL" clId="{1C4EF5D8-039D-4B0D-9147-858F8632CAD0}" dt="2023-02-22T17:05:04.789" v="41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1C4EF5D8-039D-4B0D-9147-858F8632CAD0}" dt="2023-02-22T17:04:56.103" v="2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1C4EF5D8-039D-4B0D-9147-858F8632CAD0}" dt="2023-02-22T17:05:04.789" v="41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Димитър Минчев" userId="6da192e4-d32c-454b-8615-bbadf07b6639" providerId="ADAL" clId="{1C4EF5D8-039D-4B0D-9147-858F8632CAD0}" dt="2023-02-22T17:05:15.640" v="43" actId="5793"/>
        <pc:sldMkLst>
          <pc:docMk/>
          <pc:sldMk cId="2385751420" sldId="571"/>
        </pc:sldMkLst>
        <pc:spChg chg="mod">
          <ac:chgData name="Димитър Минчев" userId="6da192e4-d32c-454b-8615-bbadf07b6639" providerId="ADAL" clId="{1C4EF5D8-039D-4B0D-9147-858F8632CAD0}" dt="2023-02-22T17:05:15.640" v="43" actId="5793"/>
          <ac:spMkLst>
            <pc:docMk/>
            <pc:sldMk cId="2385751420" sldId="571"/>
            <ac:spMk id="8" creationId="{00000000-0000-0000-0000-000000000000}"/>
          </ac:spMkLst>
        </pc:spChg>
      </pc:sldChg>
      <pc:sldChg chg="modSp add mod">
        <pc:chgData name="Димитър Минчев" userId="6da192e4-d32c-454b-8615-bbadf07b6639" providerId="ADAL" clId="{1C4EF5D8-039D-4B0D-9147-858F8632CAD0}" dt="2023-02-22T17:07:51.801" v="89" actId="1076"/>
        <pc:sldMkLst>
          <pc:docMk/>
          <pc:sldMk cId="2145194580" sldId="625"/>
        </pc:sldMkLst>
        <pc:spChg chg="mod">
          <ac:chgData name="Димитър Минчев" userId="6da192e4-d32c-454b-8615-bbadf07b6639" providerId="ADAL" clId="{1C4EF5D8-039D-4B0D-9147-858F8632CAD0}" dt="2023-02-22T17:07:48.168" v="88" actId="2711"/>
          <ac:spMkLst>
            <pc:docMk/>
            <pc:sldMk cId="2145194580" sldId="625"/>
            <ac:spMk id="2" creationId="{E715F848-B858-442A-A11B-296D7AE694F3}"/>
          </ac:spMkLst>
        </pc:spChg>
        <pc:spChg chg="mod">
          <ac:chgData name="Димитър Минчев" userId="6da192e4-d32c-454b-8615-bbadf07b6639" providerId="ADAL" clId="{1C4EF5D8-039D-4B0D-9147-858F8632CAD0}" dt="2023-02-22T17:07:48.168" v="88" actId="2711"/>
          <ac:spMkLst>
            <pc:docMk/>
            <pc:sldMk cId="2145194580" sldId="625"/>
            <ac:spMk id="3" creationId="{CF920B0D-3E89-4F76-AEDB-6C3B938E4466}"/>
          </ac:spMkLst>
        </pc:spChg>
        <pc:picChg chg="mod">
          <ac:chgData name="Димитър Минчев" userId="6da192e4-d32c-454b-8615-bbadf07b6639" providerId="ADAL" clId="{1C4EF5D8-039D-4B0D-9147-858F8632CAD0}" dt="2023-02-22T17:07:51.801" v="89" actId="1076"/>
          <ac:picMkLst>
            <pc:docMk/>
            <pc:sldMk cId="2145194580" sldId="625"/>
            <ac:picMk id="1026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1C4EF5D8-039D-4B0D-9147-858F8632CAD0}" dt="2023-02-22T17:08:41.624" v="102"/>
        <pc:sldMkLst>
          <pc:docMk/>
          <pc:sldMk cId="827213169" sldId="626"/>
        </pc:sldMkLst>
        <pc:spChg chg="mod">
          <ac:chgData name="Димитър Минчев" userId="6da192e4-d32c-454b-8615-bbadf07b6639" providerId="ADAL" clId="{1C4EF5D8-039D-4B0D-9147-858F8632CAD0}" dt="2023-02-22T17:08:33.669" v="100" actId="1076"/>
          <ac:spMkLst>
            <pc:docMk/>
            <pc:sldMk cId="827213169" sldId="62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1C4EF5D8-039D-4B0D-9147-858F8632CAD0}" dt="2023-02-22T17:08:37.410" v="101" actId="1076"/>
          <ac:spMkLst>
            <pc:docMk/>
            <pc:sldMk cId="827213169" sldId="62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1C4EF5D8-039D-4B0D-9147-858F8632CAD0}" dt="2023-02-22T17:08:29.467" v="98" actId="478"/>
          <ac:spMkLst>
            <pc:docMk/>
            <pc:sldMk cId="827213169" sldId="626"/>
            <ac:spMk id="6" creationId="{22BDC9AF-319B-4898-A4D7-3E788E57331A}"/>
          </ac:spMkLst>
        </pc:spChg>
        <pc:picChg chg="mod modCrop">
          <ac:chgData name="Димитър Минчев" userId="6da192e4-d32c-454b-8615-bbadf07b6639" providerId="ADAL" clId="{1C4EF5D8-039D-4B0D-9147-858F8632CAD0}" dt="2023-02-22T17:08:37.410" v="101" actId="1076"/>
          <ac:picMkLst>
            <pc:docMk/>
            <pc:sldMk cId="827213169" sldId="626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1C4EF5D8-039D-4B0D-9147-858F8632CAD0}" dt="2023-02-22T17:12:41.817" v="182" actId="1076"/>
        <pc:sldMkLst>
          <pc:docMk/>
          <pc:sldMk cId="1745908259" sldId="627"/>
        </pc:sldMkLst>
        <pc:spChg chg="mod">
          <ac:chgData name="Димитър Минчев" userId="6da192e4-d32c-454b-8615-bbadf07b6639" providerId="ADAL" clId="{1C4EF5D8-039D-4B0D-9147-858F8632CAD0}" dt="2023-02-22T17:12:27.441" v="176" actId="2711"/>
          <ac:spMkLst>
            <pc:docMk/>
            <pc:sldMk cId="1745908259" sldId="62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1C4EF5D8-039D-4B0D-9147-858F8632CAD0}" dt="2023-02-22T17:12:41.817" v="182" actId="1076"/>
          <ac:spMkLst>
            <pc:docMk/>
            <pc:sldMk cId="1745908259" sldId="62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1C4EF5D8-039D-4B0D-9147-858F8632CAD0}" dt="2023-02-22T17:12:34.828" v="180" actId="478"/>
          <ac:spMkLst>
            <pc:docMk/>
            <pc:sldMk cId="1745908259" sldId="627"/>
            <ac:spMk id="5" creationId="{E28FA679-1AA8-4DAD-9EBC-F7A8A62D76F7}"/>
          </ac:spMkLst>
        </pc:spChg>
      </pc:sldChg>
      <pc:sldChg chg="modSp add del mod">
        <pc:chgData name="Димитър Минчев" userId="6da192e4-d32c-454b-8615-bbadf07b6639" providerId="ADAL" clId="{1C4EF5D8-039D-4B0D-9147-858F8632CAD0}" dt="2023-02-22T17:06:00.923" v="53" actId="47"/>
        <pc:sldMkLst>
          <pc:docMk/>
          <pc:sldMk cId="3817267871" sldId="637"/>
        </pc:sldMkLst>
        <pc:spChg chg="mod">
          <ac:chgData name="Димитър Минчев" userId="6da192e4-d32c-454b-8615-bbadf07b6639" providerId="ADAL" clId="{1C4EF5D8-039D-4B0D-9147-858F8632CAD0}" dt="2023-02-22T17:05:32.301" v="45" actId="27636"/>
          <ac:spMkLst>
            <pc:docMk/>
            <pc:sldMk cId="3817267871" sldId="637"/>
            <ac:spMk id="5" creationId="{00000000-0000-0000-0000-000000000000}"/>
          </ac:spMkLst>
        </pc:spChg>
      </pc:sldChg>
      <pc:sldChg chg="modSp add mod">
        <pc:chgData name="Димитър Минчев" userId="6da192e4-d32c-454b-8615-bbadf07b6639" providerId="ADAL" clId="{1C4EF5D8-039D-4B0D-9147-858F8632CAD0}" dt="2023-02-22T17:05:59.359" v="52" actId="6549"/>
        <pc:sldMkLst>
          <pc:docMk/>
          <pc:sldMk cId="4250901264" sldId="638"/>
        </pc:sldMkLst>
        <pc:spChg chg="mod">
          <ac:chgData name="Димитър Минчев" userId="6da192e4-d32c-454b-8615-bbadf07b6639" providerId="ADAL" clId="{1C4EF5D8-039D-4B0D-9147-858F8632CAD0}" dt="2023-02-22T17:05:56.050" v="51" actId="404"/>
          <ac:spMkLst>
            <pc:docMk/>
            <pc:sldMk cId="4250901264" sldId="638"/>
            <ac:spMk id="4" creationId="{00000000-0000-0000-0000-000000000000}"/>
          </ac:spMkLst>
        </pc:spChg>
        <pc:spChg chg="mod">
          <ac:chgData name="Димитър Минчев" userId="6da192e4-d32c-454b-8615-bbadf07b6639" providerId="ADAL" clId="{1C4EF5D8-039D-4B0D-9147-858F8632CAD0}" dt="2023-02-22T17:05:52.456" v="50" actId="207"/>
          <ac:spMkLst>
            <pc:docMk/>
            <pc:sldMk cId="4250901264" sldId="638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1C4EF5D8-039D-4B0D-9147-858F8632CAD0}" dt="2023-02-22T17:05:59.359" v="52" actId="6549"/>
          <ac:spMkLst>
            <pc:docMk/>
            <pc:sldMk cId="4250901264" sldId="638"/>
            <ac:spMk id="7" creationId="{5F28F29C-7B09-440B-92E7-FD3B109746AB}"/>
          </ac:spMkLst>
        </pc:spChg>
      </pc:sldChg>
      <pc:sldChg chg="delSp modSp add mod">
        <pc:chgData name="Димитър Минчев" userId="6da192e4-d32c-454b-8615-bbadf07b6639" providerId="ADAL" clId="{1C4EF5D8-039D-4B0D-9147-858F8632CAD0}" dt="2023-02-22T17:07:39.648" v="87" actId="14734"/>
        <pc:sldMkLst>
          <pc:docMk/>
          <pc:sldMk cId="1258046288" sldId="639"/>
        </pc:sldMkLst>
        <pc:spChg chg="mod">
          <ac:chgData name="Димитър Минчев" userId="6da192e4-d32c-454b-8615-bbadf07b6639" providerId="ADAL" clId="{1C4EF5D8-039D-4B0D-9147-858F8632CAD0}" dt="2023-02-22T17:06:20.922" v="58" actId="404"/>
          <ac:spMkLst>
            <pc:docMk/>
            <pc:sldMk cId="1258046288" sldId="639"/>
            <ac:spMk id="4" creationId="{00000000-0000-0000-0000-000000000000}"/>
          </ac:spMkLst>
        </pc:spChg>
        <pc:spChg chg="del mod">
          <ac:chgData name="Димитър Минчев" userId="6da192e4-d32c-454b-8615-bbadf07b6639" providerId="ADAL" clId="{1C4EF5D8-039D-4B0D-9147-858F8632CAD0}" dt="2023-02-22T17:06:46.006" v="62" actId="478"/>
          <ac:spMkLst>
            <pc:docMk/>
            <pc:sldMk cId="1258046288" sldId="639"/>
            <ac:spMk id="5" creationId="{7EA19681-06F0-4A21-A23A-FD9F6B652E3F}"/>
          </ac:spMkLst>
        </pc:spChg>
        <pc:graphicFrameChg chg="mod modGraphic">
          <ac:chgData name="Димитър Минчев" userId="6da192e4-d32c-454b-8615-bbadf07b6639" providerId="ADAL" clId="{1C4EF5D8-039D-4B0D-9147-858F8632CAD0}" dt="2023-02-22T17:07:39.648" v="87" actId="14734"/>
          <ac:graphicFrameMkLst>
            <pc:docMk/>
            <pc:sldMk cId="1258046288" sldId="639"/>
            <ac:graphicFrameMk id="3" creationId="{00000000-0000-0000-0000-000000000000}"/>
          </ac:graphicFrameMkLst>
        </pc:graphicFrameChg>
      </pc:sldChg>
      <pc:sldChg chg="delSp modSp add mod modAnim">
        <pc:chgData name="Димитър Минчев" userId="6da192e4-d32c-454b-8615-bbadf07b6639" providerId="ADAL" clId="{1C4EF5D8-039D-4B0D-9147-858F8632CAD0}" dt="2023-02-22T17:11:03.783" v="150" actId="20577"/>
        <pc:sldMkLst>
          <pc:docMk/>
          <pc:sldMk cId="420358217" sldId="640"/>
        </pc:sldMkLst>
        <pc:spChg chg="mod">
          <ac:chgData name="Димитър Минчев" userId="6da192e4-d32c-454b-8615-bbadf07b6639" providerId="ADAL" clId="{1C4EF5D8-039D-4B0D-9147-858F8632CAD0}" dt="2023-02-22T17:11:03.783" v="150" actId="20577"/>
          <ac:spMkLst>
            <pc:docMk/>
            <pc:sldMk cId="420358217" sldId="64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1C4EF5D8-039D-4B0D-9147-858F8632CAD0}" dt="2023-02-22T17:10:38.963" v="137" actId="113"/>
          <ac:spMkLst>
            <pc:docMk/>
            <pc:sldMk cId="420358217" sldId="64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1C4EF5D8-039D-4B0D-9147-858F8632CAD0}" dt="2023-02-22T17:10:44.945" v="139" actId="478"/>
          <ac:spMkLst>
            <pc:docMk/>
            <pc:sldMk cId="420358217" sldId="640"/>
            <ac:spMk id="7" creationId="{9F99FB6E-2CAE-4FD3-9661-FC25A6BDCAE2}"/>
          </ac:spMkLst>
        </pc:spChg>
        <pc:picChg chg="mod">
          <ac:chgData name="Димитър Минчев" userId="6da192e4-d32c-454b-8615-bbadf07b6639" providerId="ADAL" clId="{1C4EF5D8-039D-4B0D-9147-858F8632CAD0}" dt="2023-02-22T17:10:42.258" v="138" actId="1076"/>
          <ac:picMkLst>
            <pc:docMk/>
            <pc:sldMk cId="420358217" sldId="640"/>
            <ac:picMk id="6" creationId="{00000000-0000-0000-0000-000000000000}"/>
          </ac:picMkLst>
        </pc:picChg>
      </pc:sldChg>
      <pc:sldChg chg="addSp delSp modSp add mod modAnim">
        <pc:chgData name="Димитър Минчев" userId="6da192e4-d32c-454b-8615-bbadf07b6639" providerId="ADAL" clId="{1C4EF5D8-039D-4B0D-9147-858F8632CAD0}" dt="2023-02-22T17:11:43.992" v="162"/>
        <pc:sldMkLst>
          <pc:docMk/>
          <pc:sldMk cId="3770300335" sldId="641"/>
        </pc:sldMkLst>
        <pc:spChg chg="del">
          <ac:chgData name="Димитър Минчев" userId="6da192e4-d32c-454b-8615-bbadf07b6639" providerId="ADAL" clId="{1C4EF5D8-039D-4B0D-9147-858F8632CAD0}" dt="2023-02-22T17:11:08.778" v="151" actId="478"/>
          <ac:spMkLst>
            <pc:docMk/>
            <pc:sldMk cId="3770300335" sldId="64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1C4EF5D8-039D-4B0D-9147-858F8632CAD0}" dt="2023-02-22T17:11:32.380" v="159" actId="1076"/>
          <ac:spMkLst>
            <pc:docMk/>
            <pc:sldMk cId="3770300335" sldId="641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1C4EF5D8-039D-4B0D-9147-858F8632CAD0}" dt="2023-02-22T17:11:34.077" v="160" actId="478"/>
          <ac:spMkLst>
            <pc:docMk/>
            <pc:sldMk cId="3770300335" sldId="641"/>
            <ac:spMk id="6" creationId="{008F7188-496D-40E9-A166-3748A4ADDA92}"/>
          </ac:spMkLst>
        </pc:spChg>
        <pc:spChg chg="add del mod">
          <ac:chgData name="Димитър Минчев" userId="6da192e4-d32c-454b-8615-bbadf07b6639" providerId="ADAL" clId="{1C4EF5D8-039D-4B0D-9147-858F8632CAD0}" dt="2023-02-22T17:11:10.251" v="152" actId="478"/>
          <ac:spMkLst>
            <pc:docMk/>
            <pc:sldMk cId="3770300335" sldId="641"/>
            <ac:spMk id="7" creationId="{0A579427-BEB8-88A7-3B60-1D3161F0018C}"/>
          </ac:spMkLst>
        </pc:spChg>
        <pc:spChg chg="add mod">
          <ac:chgData name="Димитър Минчев" userId="6da192e4-d32c-454b-8615-bbadf07b6639" providerId="ADAL" clId="{1C4EF5D8-039D-4B0D-9147-858F8632CAD0}" dt="2023-02-22T17:11:36.093" v="161" actId="20577"/>
          <ac:spMkLst>
            <pc:docMk/>
            <pc:sldMk cId="3770300335" sldId="641"/>
            <ac:spMk id="8" creationId="{B37D5576-6ACE-F2F0-D604-1A654B302F92}"/>
          </ac:spMkLst>
        </pc:spChg>
        <pc:picChg chg="mod">
          <ac:chgData name="Димитър Минчев" userId="6da192e4-d32c-454b-8615-bbadf07b6639" providerId="ADAL" clId="{1C4EF5D8-039D-4B0D-9147-858F8632CAD0}" dt="2023-02-22T17:11:32.380" v="159" actId="1076"/>
          <ac:picMkLst>
            <pc:docMk/>
            <pc:sldMk cId="3770300335" sldId="641"/>
            <ac:picMk id="5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1C4EF5D8-039D-4B0D-9147-858F8632CAD0}" dt="2023-02-22T17:12:15.134" v="175" actId="478"/>
        <pc:sldMkLst>
          <pc:docMk/>
          <pc:sldMk cId="986223640" sldId="642"/>
        </pc:sldMkLst>
        <pc:spChg chg="del">
          <ac:chgData name="Димитър Минчев" userId="6da192e4-d32c-454b-8615-bbadf07b6639" providerId="ADAL" clId="{1C4EF5D8-039D-4B0D-9147-858F8632CAD0}" dt="2023-02-22T17:11:47.297" v="163" actId="478"/>
          <ac:spMkLst>
            <pc:docMk/>
            <pc:sldMk cId="986223640" sldId="64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1C4EF5D8-039D-4B0D-9147-858F8632CAD0}" dt="2023-02-22T17:12:10.788" v="173" actId="1076"/>
          <ac:spMkLst>
            <pc:docMk/>
            <pc:sldMk cId="986223640" sldId="642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1C4EF5D8-039D-4B0D-9147-858F8632CAD0}" dt="2023-02-22T17:11:49.021" v="164" actId="478"/>
          <ac:spMkLst>
            <pc:docMk/>
            <pc:sldMk cId="986223640" sldId="642"/>
            <ac:spMk id="5" creationId="{B79A0C4E-D5DB-8DE9-437C-03EA06ED001A}"/>
          </ac:spMkLst>
        </pc:spChg>
        <pc:spChg chg="del mod">
          <ac:chgData name="Димитър Минчев" userId="6da192e4-d32c-454b-8615-bbadf07b6639" providerId="ADAL" clId="{1C4EF5D8-039D-4B0D-9147-858F8632CAD0}" dt="2023-02-22T17:12:15.134" v="175" actId="478"/>
          <ac:spMkLst>
            <pc:docMk/>
            <pc:sldMk cId="986223640" sldId="642"/>
            <ac:spMk id="7" creationId="{198E7CFA-7868-4230-AA1B-B2CD76299FB6}"/>
          </ac:spMkLst>
        </pc:spChg>
        <pc:spChg chg="add mod">
          <ac:chgData name="Димитър Минчев" userId="6da192e4-d32c-454b-8615-bbadf07b6639" providerId="ADAL" clId="{1C4EF5D8-039D-4B0D-9147-858F8632CAD0}" dt="2023-02-22T17:11:52.085" v="166" actId="20577"/>
          <ac:spMkLst>
            <pc:docMk/>
            <pc:sldMk cId="986223640" sldId="642"/>
            <ac:spMk id="8" creationId="{BBA24815-E685-62CC-0891-EE8C58E4573C}"/>
          </ac:spMkLst>
        </pc:spChg>
        <pc:picChg chg="mod">
          <ac:chgData name="Димитър Минчев" userId="6da192e4-d32c-454b-8615-bbadf07b6639" providerId="ADAL" clId="{1C4EF5D8-039D-4B0D-9147-858F8632CAD0}" dt="2023-02-22T17:12:13.886" v="174" actId="1076"/>
          <ac:picMkLst>
            <pc:docMk/>
            <pc:sldMk cId="986223640" sldId="642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1C4EF5D8-039D-4B0D-9147-858F8632CAD0}" dt="2023-02-22T17:13:28.915" v="199" actId="478"/>
        <pc:sldMkLst>
          <pc:docMk/>
          <pc:sldMk cId="3547482779" sldId="643"/>
        </pc:sldMkLst>
        <pc:spChg chg="mod">
          <ac:chgData name="Димитър Минчев" userId="6da192e4-d32c-454b-8615-bbadf07b6639" providerId="ADAL" clId="{1C4EF5D8-039D-4B0D-9147-858F8632CAD0}" dt="2023-02-22T17:13:27.120" v="198" actId="1076"/>
          <ac:spMkLst>
            <pc:docMk/>
            <pc:sldMk cId="3547482779" sldId="643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1C4EF5D8-039D-4B0D-9147-858F8632CAD0}" dt="2023-02-22T17:13:28.915" v="199" actId="478"/>
          <ac:spMkLst>
            <pc:docMk/>
            <pc:sldMk cId="3547482779" sldId="643"/>
            <ac:spMk id="6" creationId="{2AA42416-CEA2-420F-A6CB-557192B98472}"/>
          </ac:spMkLst>
        </pc:spChg>
        <pc:graphicFrameChg chg="mod modGraphic">
          <ac:chgData name="Димитър Минчев" userId="6da192e4-d32c-454b-8615-bbadf07b6639" providerId="ADAL" clId="{1C4EF5D8-039D-4B0D-9147-858F8632CAD0}" dt="2023-02-22T17:13:27.120" v="198" actId="1076"/>
          <ac:graphicFrameMkLst>
            <pc:docMk/>
            <pc:sldMk cId="3547482779" sldId="643"/>
            <ac:graphicFrameMk id="5" creationId="{00000000-0000-0000-0000-000000000000}"/>
          </ac:graphicFrameMkLst>
        </pc:graphicFrameChg>
      </pc:sldChg>
      <pc:sldChg chg="addSp delSp modSp add mod">
        <pc:chgData name="Димитър Минчев" userId="6da192e4-d32c-454b-8615-bbadf07b6639" providerId="ADAL" clId="{1C4EF5D8-039D-4B0D-9147-858F8632CAD0}" dt="2023-02-22T17:14:07.384" v="209" actId="478"/>
        <pc:sldMkLst>
          <pc:docMk/>
          <pc:sldMk cId="3684324208" sldId="644"/>
        </pc:sldMkLst>
        <pc:spChg chg="del">
          <ac:chgData name="Димитър Минчев" userId="6da192e4-d32c-454b-8615-bbadf07b6639" providerId="ADAL" clId="{1C4EF5D8-039D-4B0D-9147-858F8632CAD0}" dt="2023-02-22T17:13:36.475" v="200" actId="478"/>
          <ac:spMkLst>
            <pc:docMk/>
            <pc:sldMk cId="3684324208" sldId="644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1C4EF5D8-039D-4B0D-9147-858F8632CAD0}" dt="2023-02-22T17:13:38.880" v="201" actId="478"/>
          <ac:spMkLst>
            <pc:docMk/>
            <pc:sldMk cId="3684324208" sldId="644"/>
            <ac:spMk id="4" creationId="{C53D8CC7-01EC-9711-A145-F4A9C75C297A}"/>
          </ac:spMkLst>
        </pc:spChg>
        <pc:spChg chg="del mod">
          <ac:chgData name="Димитър Минчев" userId="6da192e4-d32c-454b-8615-bbadf07b6639" providerId="ADAL" clId="{1C4EF5D8-039D-4B0D-9147-858F8632CAD0}" dt="2023-02-22T17:14:07.384" v="209" actId="478"/>
          <ac:spMkLst>
            <pc:docMk/>
            <pc:sldMk cId="3684324208" sldId="644"/>
            <ac:spMk id="6" creationId="{BBEE951F-E8BC-4C89-8DCD-277E74B99A32}"/>
          </ac:spMkLst>
        </pc:spChg>
        <pc:spChg chg="add mod">
          <ac:chgData name="Димитър Минчев" userId="6da192e4-d32c-454b-8615-bbadf07b6639" providerId="ADAL" clId="{1C4EF5D8-039D-4B0D-9147-858F8632CAD0}" dt="2023-02-22T17:13:42.437" v="204" actId="20577"/>
          <ac:spMkLst>
            <pc:docMk/>
            <pc:sldMk cId="3684324208" sldId="644"/>
            <ac:spMk id="7" creationId="{CD2DFD37-6104-6002-CBE4-55A68DE0F157}"/>
          </ac:spMkLst>
        </pc:spChg>
        <pc:graphicFrameChg chg="mod modGraphic">
          <ac:chgData name="Димитър Минчев" userId="6da192e4-d32c-454b-8615-bbadf07b6639" providerId="ADAL" clId="{1C4EF5D8-039D-4B0D-9147-858F8632CAD0}" dt="2023-02-22T17:14:04.076" v="208" actId="403"/>
          <ac:graphicFrameMkLst>
            <pc:docMk/>
            <pc:sldMk cId="3684324208" sldId="644"/>
            <ac:graphicFrameMk id="5" creationId="{00000000-0000-0000-0000-000000000000}"/>
          </ac:graphicFrameMkLst>
        </pc:graphicFrameChg>
      </pc:sldChg>
      <pc:sldChg chg="delSp modSp add mod">
        <pc:chgData name="Димитър Минчев" userId="6da192e4-d32c-454b-8615-bbadf07b6639" providerId="ADAL" clId="{1C4EF5D8-039D-4B0D-9147-858F8632CAD0}" dt="2023-02-22T17:10:24.583" v="134" actId="478"/>
        <pc:sldMkLst>
          <pc:docMk/>
          <pc:sldMk cId="3874855468" sldId="645"/>
        </pc:sldMkLst>
        <pc:spChg chg="mod">
          <ac:chgData name="Димитър Минчев" userId="6da192e4-d32c-454b-8615-bbadf07b6639" providerId="ADAL" clId="{1C4EF5D8-039D-4B0D-9147-858F8632CAD0}" dt="2023-02-22T17:10:22.183" v="133" actId="14100"/>
          <ac:spMkLst>
            <pc:docMk/>
            <pc:sldMk cId="3874855468" sldId="645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1C4EF5D8-039D-4B0D-9147-858F8632CAD0}" dt="2023-02-22T17:10:24.583" v="134" actId="478"/>
          <ac:spMkLst>
            <pc:docMk/>
            <pc:sldMk cId="3874855468" sldId="645"/>
            <ac:spMk id="6" creationId="{CDD80FFE-1346-4A9A-91F3-AB656B7656BE}"/>
          </ac:spMkLst>
        </pc:spChg>
        <pc:graphicFrameChg chg="mod modGraphic">
          <ac:chgData name="Димитър Минчев" userId="6da192e4-d32c-454b-8615-bbadf07b6639" providerId="ADAL" clId="{1C4EF5D8-039D-4B0D-9147-858F8632CAD0}" dt="2023-02-22T17:10:14.113" v="130" actId="1076"/>
          <ac:graphicFrameMkLst>
            <pc:docMk/>
            <pc:sldMk cId="3874855468" sldId="645"/>
            <ac:graphicFrameMk id="5" creationId="{00000000-0000-0000-0000-000000000000}"/>
          </ac:graphicFrameMkLst>
        </pc:graphicFrameChg>
      </pc:sldChg>
      <pc:sldChg chg="modSp add mod">
        <pc:chgData name="Димитър Минчев" userId="6da192e4-d32c-454b-8615-bbadf07b6639" providerId="ADAL" clId="{1C4EF5D8-039D-4B0D-9147-858F8632CAD0}" dt="2023-02-22T17:10:00.703" v="126" actId="14100"/>
        <pc:sldMkLst>
          <pc:docMk/>
          <pc:sldMk cId="1092945630" sldId="646"/>
        </pc:sldMkLst>
        <pc:spChg chg="mod">
          <ac:chgData name="Димитър Минчев" userId="6da192e4-d32c-454b-8615-bbadf07b6639" providerId="ADAL" clId="{1C4EF5D8-039D-4B0D-9147-858F8632CAD0}" dt="2023-02-22T17:09:01.475" v="107" actId="2711"/>
          <ac:spMkLst>
            <pc:docMk/>
            <pc:sldMk cId="1092945630" sldId="64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1C4EF5D8-039D-4B0D-9147-858F8632CAD0}" dt="2023-02-22T17:10:00.703" v="126" actId="14100"/>
          <ac:spMkLst>
            <pc:docMk/>
            <pc:sldMk cId="1092945630" sldId="64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1C4EF5D8-039D-4B0D-9147-858F8632CAD0}" dt="2023-02-22T17:05:32.229" v="44"/>
          <ac:spMkLst>
            <pc:docMk/>
            <pc:sldMk cId="1092945630" sldId="646"/>
            <ac:spMk id="6" creationId="{9551F77A-89BF-4FC0-9D14-06544F1839A8}"/>
          </ac:spMkLst>
        </pc:spChg>
        <pc:picChg chg="mod">
          <ac:chgData name="Димитър Минчев" userId="6da192e4-d32c-454b-8615-bbadf07b6639" providerId="ADAL" clId="{1C4EF5D8-039D-4B0D-9147-858F8632CAD0}" dt="2023-02-22T17:09:46.480" v="124" actId="1076"/>
          <ac:picMkLst>
            <pc:docMk/>
            <pc:sldMk cId="1092945630" sldId="646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05A55AB-86C4-46C1-AABD-E8C705AF74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66878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0AC566D-7927-48A1-AC84-2F1E251721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821605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94F60BD-E775-47CB-BA1C-03C9BDEC35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138746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F4A13C0-7DC6-4C55-9CB2-03A0FA0378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65973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5791F738-F4B4-43C1-8D82-0B7685DE21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936888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47A6E99-8715-4B1E-8F9A-9C653584E4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08241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85FF5FC-4075-4CD1-8446-D3588722B7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708905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3AC78D9-0DE6-413D-A5E9-CB9A6CFC02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683730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87ABC40-A53F-4BC7-9CA8-5DA19EC882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55094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" pitchFamily="2" charset="0"/>
              </a:rPr>
              <a:t>Техники за продуктивно използване на IDE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Разработка на софтуер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Разлика между IDE и текстов редактор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Техники за продуктивно използване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Хитрости във Visual Studio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Клавишни комбинации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>
                <a:latin typeface="Comfortaa" pitchFamily="2" charset="0"/>
              </a:rPr>
              <a:t>Интегрираните среди за разработак /</a:t>
            </a:r>
            <a:r>
              <a:rPr lang="en-US" dirty="0">
                <a:latin typeface="Comfortaa" pitchFamily="2" charset="0"/>
              </a:rPr>
              <a:t>Integrated Development Environments</a:t>
            </a:r>
            <a:r>
              <a:rPr lang="bg-BG" dirty="0">
                <a:latin typeface="Comfortaa" pitchFamily="2" charset="0"/>
              </a:rPr>
              <a:t>/ са софтуер предназначен за разработката на софтуер. Няма точно определени стандарти какво трябва да притежава всяко </a:t>
            </a:r>
            <a:r>
              <a:rPr lang="en-US" dirty="0">
                <a:latin typeface="Comfortaa" pitchFamily="2" charset="0"/>
              </a:rPr>
              <a:t>IDE</a:t>
            </a:r>
            <a:r>
              <a:rPr lang="bg-BG" dirty="0">
                <a:latin typeface="Comfortaa" pitchFamily="2" charset="0"/>
              </a:rPr>
              <a:t>, но обикновено: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Позволяват писане на код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Позволяват компилиране и дебъгване на код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Могат да имат модул за дизайн на интерфейси</a:t>
            </a:r>
          </a:p>
          <a:p>
            <a:pPr lvl="1"/>
            <a:r>
              <a:rPr lang="bg-BG" dirty="0">
                <a:latin typeface="Comfortaa" pitchFamily="2" charset="0"/>
              </a:rPr>
              <a:t>Могат да бъдат свързани със системи за контрол на версиите</a:t>
            </a:r>
          </a:p>
          <a:p>
            <a:pPr lvl="1"/>
            <a:r>
              <a:rPr lang="bg-BG" dirty="0">
                <a:latin typeface="Comfortaa" pitchFamily="2" charset="0"/>
              </a:rPr>
              <a:t>Могат да имат различни допълнителни модули и приставки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Интегрирани среди за разработка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F28F29C-7B09-440B-92E7-FD3B10974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90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556780"/>
              </p:ext>
            </p:extLst>
          </p:nvPr>
        </p:nvGraphicFramePr>
        <p:xfrm>
          <a:off x="921101" y="1759634"/>
          <a:ext cx="10233126" cy="4575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5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9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366">
                <a:tc>
                  <a:txBody>
                    <a:bodyPr/>
                    <a:lstStyle/>
                    <a:p>
                      <a:r>
                        <a:rPr lang="bg-BG" dirty="0">
                          <a:latin typeface="Comfortaa" pitchFamily="2" charset="0"/>
                        </a:rPr>
                        <a:t>Сравнения</a:t>
                      </a:r>
                      <a:endParaRPr lang="en-US" dirty="0">
                        <a:latin typeface="Comforta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Comfortaa" pitchFamily="2" charset="0"/>
                        </a:rPr>
                        <a:t>Среди за разработка</a:t>
                      </a:r>
                      <a:r>
                        <a:rPr lang="bg-BG" baseline="0" dirty="0">
                          <a:latin typeface="Comfortaa" pitchFamily="2" charset="0"/>
                        </a:rPr>
                        <a:t> </a:t>
                      </a:r>
                      <a:r>
                        <a:rPr lang="en-US" baseline="0" dirty="0">
                          <a:latin typeface="Comfortaa" pitchFamily="2" charset="0"/>
                        </a:rPr>
                        <a:t>(IDE)</a:t>
                      </a:r>
                      <a:endParaRPr lang="en-US" dirty="0">
                        <a:latin typeface="Comforta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Comfortaa" pitchFamily="2" charset="0"/>
                        </a:rPr>
                        <a:t>Текстови редактори</a:t>
                      </a:r>
                      <a:endParaRPr lang="en-US" dirty="0">
                        <a:latin typeface="Comforta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371">
                <a:tc>
                  <a:txBody>
                    <a:bodyPr/>
                    <a:lstStyle/>
                    <a:p>
                      <a:r>
                        <a:rPr lang="bg-BG" dirty="0">
                          <a:latin typeface="Comfortaa" pitchFamily="2" charset="0"/>
                        </a:rPr>
                        <a:t>Имат връзка с компилатори и дебъгери</a:t>
                      </a:r>
                      <a:endParaRPr lang="en-US" dirty="0">
                        <a:latin typeface="Comforta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Comfortaa" pitchFamily="2" charset="0"/>
                        </a:rPr>
                        <a:t>Обикновено</a:t>
                      </a:r>
                      <a:r>
                        <a:rPr lang="bg-BG" baseline="0" dirty="0">
                          <a:latin typeface="Comfortaa" pitchFamily="2" charset="0"/>
                        </a:rPr>
                        <a:t> имат добра интеграция с компилатори и дебъгери</a:t>
                      </a:r>
                      <a:endParaRPr lang="en-US" dirty="0">
                        <a:latin typeface="Comforta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Comfortaa" pitchFamily="2" charset="0"/>
                        </a:rPr>
                        <a:t>Обикновено поддържат редакция на код, но не</a:t>
                      </a:r>
                      <a:r>
                        <a:rPr lang="bg-BG" baseline="0" dirty="0">
                          <a:latin typeface="Comfortaa" pitchFamily="2" charset="0"/>
                        </a:rPr>
                        <a:t> и компилиране и дебъгване</a:t>
                      </a:r>
                      <a:endParaRPr lang="en-US" dirty="0">
                        <a:latin typeface="Comforta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906">
                <a:tc>
                  <a:txBody>
                    <a:bodyPr/>
                    <a:lstStyle/>
                    <a:p>
                      <a:r>
                        <a:rPr lang="bg-BG" dirty="0">
                          <a:latin typeface="Comfortaa" pitchFamily="2" charset="0"/>
                        </a:rPr>
                        <a:t>Поддържка</a:t>
                      </a:r>
                      <a:r>
                        <a:rPr lang="bg-BG" baseline="0" dirty="0">
                          <a:latin typeface="Comfortaa" pitchFamily="2" charset="0"/>
                        </a:rPr>
                        <a:t> на програмни езици</a:t>
                      </a:r>
                      <a:endParaRPr lang="en-US" dirty="0">
                        <a:latin typeface="Comforta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Comfortaa" pitchFamily="2" charset="0"/>
                        </a:rPr>
                        <a:t>Обикновено са специализирани</a:t>
                      </a:r>
                      <a:r>
                        <a:rPr lang="bg-BG" baseline="0" dirty="0">
                          <a:latin typeface="Comfortaa" pitchFamily="2" charset="0"/>
                        </a:rPr>
                        <a:t> с един или няколко конкретни програмни езика</a:t>
                      </a:r>
                      <a:endParaRPr lang="en-US" dirty="0">
                        <a:latin typeface="Comforta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latin typeface="Comfortaa" pitchFamily="2" charset="0"/>
                        </a:rPr>
                        <a:t>Поддържат файлове от почти</a:t>
                      </a:r>
                      <a:r>
                        <a:rPr lang="bg-BG" baseline="0" dirty="0">
                          <a:latin typeface="Comfortaa" pitchFamily="2" charset="0"/>
                        </a:rPr>
                        <a:t> всички програмни езици, притежават модули за подчертване, оцветяване и автоматично допълване за голям набор от програмни езици</a:t>
                      </a:r>
                      <a:endParaRPr lang="en-US" dirty="0">
                        <a:latin typeface="Comforta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Разлика м/у </a:t>
            </a:r>
            <a:r>
              <a:rPr lang="en-US" sz="4000" dirty="0">
                <a:latin typeface="Comfortaa" pitchFamily="2" charset="0"/>
              </a:rPr>
              <a:t>IDE </a:t>
            </a:r>
            <a:r>
              <a:rPr lang="bg-BG" sz="4000" dirty="0">
                <a:latin typeface="Comfortaa" pitchFamily="2" charset="0"/>
              </a:rPr>
              <a:t>и редактор за код</a:t>
            </a:r>
            <a:endParaRPr lang="en-US" sz="4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04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F848-B858-442A-A11B-296D7AE6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4053446"/>
            <a:ext cx="8938472" cy="1568497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Техники за продуктивно използване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20B0D-3E89-4F76-AEDB-6C3B938E4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5754969"/>
            <a:ext cx="8938472" cy="69287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Visual Studio</a:t>
            </a:r>
          </a:p>
        </p:txBody>
      </p:sp>
      <p:pic>
        <p:nvPicPr>
          <p:cNvPr id="1026" name="Picture 2" descr="https://upload.wikimedia.org/wikipedia/commons/thumb/6/61/Visual_Studio_2017_logo_and_wordmark.svg/2000px-Visual_Studio_2017_logo_and_wordmark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918" y="780143"/>
            <a:ext cx="9682163" cy="162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0D155E8-BF5F-4BEF-A98B-592225C98E50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194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Бързо стартиране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/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Quick launch/</a:t>
            </a:r>
          </a:p>
          <a:p>
            <a:pPr lvl="1"/>
            <a:r>
              <a:rPr lang="bg-BG" dirty="0">
                <a:latin typeface="Comfortaa" pitchFamily="2" charset="0"/>
              </a:rPr>
              <a:t>Клавишна комбинация: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CTRL + Q</a:t>
            </a:r>
          </a:p>
          <a:p>
            <a:pPr lvl="1"/>
            <a:r>
              <a:rPr lang="bg-BG" dirty="0">
                <a:latin typeface="Comfortaa" pitchFamily="2" charset="0"/>
              </a:rPr>
              <a:t>Действие: помага ви бързо да намирате елементи от менюто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да изпълнявате команди и др.</a:t>
            </a:r>
          </a:p>
          <a:p>
            <a:pPr lvl="1"/>
            <a:r>
              <a:rPr lang="bg-BG" dirty="0">
                <a:latin typeface="Comfortaa" pitchFamily="2" charset="0"/>
              </a:rPr>
              <a:t>Пример: въведете в лентата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Line number</a:t>
            </a:r>
            <a:r>
              <a:rPr lang="en-US" dirty="0">
                <a:latin typeface="Comfortaa" pitchFamily="2" charset="0"/>
              </a:rPr>
              <a:t>:</a:t>
            </a:r>
            <a:br>
              <a:rPr lang="en-US" dirty="0">
                <a:latin typeface="Comfortaa" pitchFamily="2" charset="0"/>
              </a:rPr>
            </a:br>
            <a:endParaRPr lang="bg-BG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Бързо стартиране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510"/>
          <a:stretch/>
        </p:blipFill>
        <p:spPr>
          <a:xfrm>
            <a:off x="1661886" y="3866356"/>
            <a:ext cx="7297304" cy="24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1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Навигиране в кода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/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Navigate To/</a:t>
            </a:r>
          </a:p>
          <a:p>
            <a:pPr lvl="1"/>
            <a:r>
              <a:rPr lang="bg-BG" dirty="0">
                <a:latin typeface="Comfortaa" pitchFamily="2" charset="0"/>
              </a:rPr>
              <a:t>Клавишна комбинация: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CTRL + , </a:t>
            </a:r>
          </a:p>
          <a:p>
            <a:pPr lvl="1"/>
            <a:r>
              <a:rPr lang="bg-BG" dirty="0">
                <a:latin typeface="Comfortaa" pitchFamily="2" charset="0"/>
              </a:rPr>
              <a:t>Действие: помага ви бързо да търсите във файловете в рамките на </a:t>
            </a:r>
            <a:r>
              <a:rPr lang="en-US" dirty="0">
                <a:latin typeface="Comfortaa" pitchFamily="2" charset="0"/>
              </a:rPr>
              <a:t>solution-</a:t>
            </a:r>
            <a:r>
              <a:rPr lang="bg-BG" dirty="0">
                <a:latin typeface="Comfortaa" pitchFamily="2" charset="0"/>
              </a:rPr>
              <a:t>а</a:t>
            </a:r>
          </a:p>
          <a:p>
            <a:pPr lvl="1"/>
            <a:r>
              <a:rPr lang="bg-BG" dirty="0">
                <a:latin typeface="Comfortaa" pitchFamily="2" charset="0"/>
              </a:rPr>
              <a:t>Пример: намиране на свойство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Name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от клас в проекта</a:t>
            </a:r>
            <a:br>
              <a:rPr lang="en-US" dirty="0">
                <a:latin typeface="Comfortaa" pitchFamily="2" charset="0"/>
              </a:rPr>
            </a:br>
            <a:endParaRPr lang="bg-BG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Навигиране в кода </a:t>
            </a:r>
            <a:r>
              <a:rPr lang="en-US" dirty="0">
                <a:latin typeface="Comfortaa" pitchFamily="2" charset="0"/>
              </a:rPr>
              <a:t>[</a:t>
            </a:r>
            <a:r>
              <a:rPr lang="bg-BG" dirty="0">
                <a:latin typeface="Comfortaa" pitchFamily="2" charset="0"/>
              </a:rPr>
              <a:t>1/3</a:t>
            </a:r>
            <a:r>
              <a:rPr lang="en-US" dirty="0">
                <a:latin typeface="Comfortaa" pitchFamily="2" charset="0"/>
              </a:rPr>
              <a:t>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4288971"/>
            <a:ext cx="7620000" cy="214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8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52195"/>
            <a:ext cx="5257800" cy="4427347"/>
          </a:xfrm>
        </p:spPr>
        <p:txBody>
          <a:bodyPr/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Навигиране в кода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/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Go to Definition/</a:t>
            </a:r>
          </a:p>
          <a:p>
            <a:pPr lvl="1"/>
            <a:r>
              <a:rPr lang="bg-BG" dirty="0">
                <a:latin typeface="Comfortaa" pitchFamily="2" charset="0"/>
              </a:rPr>
              <a:t>Клавишна комбинация: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F12 </a:t>
            </a:r>
            <a:r>
              <a:rPr lang="bg-BG" dirty="0">
                <a:latin typeface="Comfortaa" pitchFamily="2" charset="0"/>
              </a:rPr>
              <a:t>или десен бутон и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Go To Definition</a:t>
            </a:r>
          </a:p>
          <a:p>
            <a:pPr lvl="1"/>
            <a:r>
              <a:rPr lang="bg-BG" dirty="0">
                <a:latin typeface="Comfortaa" pitchFamily="2" charset="0"/>
              </a:rPr>
              <a:t>Действие: помага ви бързо да стигнете до дефиницията на даден клас/метод</a:t>
            </a:r>
            <a:br>
              <a:rPr lang="bg-BG" dirty="0">
                <a:latin typeface="Comfortaa" pitchFamily="2" charset="0"/>
              </a:rPr>
            </a:br>
            <a:endParaRPr lang="bg-BG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52195"/>
            <a:ext cx="4800600" cy="297637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7D5576-6ACE-F2F0-D604-1A654B30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Навигиране в кода </a:t>
            </a:r>
            <a:r>
              <a:rPr lang="en-US" dirty="0">
                <a:latin typeface="Comfortaa" pitchFamily="2" charset="0"/>
              </a:rPr>
              <a:t>[2</a:t>
            </a:r>
            <a:r>
              <a:rPr lang="bg-BG" dirty="0">
                <a:latin typeface="Comfortaa" pitchFamily="2" charset="0"/>
              </a:rPr>
              <a:t>/3</a:t>
            </a:r>
            <a:r>
              <a:rPr lang="en-US" dirty="0">
                <a:latin typeface="Comfortaa" pitchFamily="2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770300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7054"/>
            <a:ext cx="10395857" cy="2158546"/>
          </a:xfrm>
        </p:spPr>
        <p:txBody>
          <a:bodyPr>
            <a:normAutofit fontScale="92500" lnSpcReduction="10000"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Навигиране в кода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/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Peek Definition/</a:t>
            </a:r>
          </a:p>
          <a:p>
            <a:pPr lvl="1"/>
            <a:r>
              <a:rPr lang="bg-BG" dirty="0">
                <a:latin typeface="Comfortaa" pitchFamily="2" charset="0"/>
              </a:rPr>
              <a:t>Клавишна комбинация: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Alt+F12 </a:t>
            </a:r>
            <a:r>
              <a:rPr lang="bg-BG" dirty="0">
                <a:latin typeface="Comfortaa" pitchFamily="2" charset="0"/>
              </a:rPr>
              <a:t>или десен бутон и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Peek Definition</a:t>
            </a:r>
          </a:p>
          <a:p>
            <a:pPr lvl="1"/>
            <a:r>
              <a:rPr lang="bg-BG" dirty="0">
                <a:latin typeface="Comfortaa" pitchFamily="2" charset="0"/>
              </a:rPr>
              <a:t>Действие: показва ви прозорче с дефиницията под реда, на който сте селектирали</a:t>
            </a:r>
            <a:br>
              <a:rPr lang="bg-BG" dirty="0">
                <a:latin typeface="Comfortaa" pitchFamily="2" charset="0"/>
              </a:rPr>
            </a:br>
            <a:br>
              <a:rPr lang="bg-BG" dirty="0">
                <a:latin typeface="Comfortaa" pitchFamily="2" charset="0"/>
              </a:rPr>
            </a:b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34311"/>
            <a:ext cx="10170768" cy="230117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BA24815-E685-62CC-0891-EE8C58E45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Навигиране в кода </a:t>
            </a:r>
            <a:r>
              <a:rPr lang="en-US" dirty="0">
                <a:latin typeface="Comfortaa" pitchFamily="2" charset="0"/>
              </a:rPr>
              <a:t>[3</a:t>
            </a:r>
            <a:r>
              <a:rPr lang="bg-BG" dirty="0">
                <a:latin typeface="Comfortaa" pitchFamily="2" charset="0"/>
              </a:rPr>
              <a:t>/3</a:t>
            </a:r>
            <a:r>
              <a:rPr lang="en-US" dirty="0">
                <a:latin typeface="Comfortaa" pitchFamily="2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98622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0251"/>
            <a:ext cx="10515600" cy="3774849"/>
          </a:xfrm>
        </p:spPr>
        <p:txBody>
          <a:bodyPr/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Кодови фрагменти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/Code snippets/</a:t>
            </a:r>
            <a:r>
              <a:rPr lang="bg-BG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- </a:t>
            </a:r>
            <a:r>
              <a:rPr lang="bg-BG" dirty="0">
                <a:latin typeface="Comfortaa" pitchFamily="2" charset="0"/>
              </a:rPr>
              <a:t>парченца код, които се появяват при написване на дадена дума и натискане на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TAB</a:t>
            </a:r>
          </a:p>
          <a:p>
            <a:pPr lvl="1"/>
            <a:r>
              <a:rPr lang="bg-BG" dirty="0">
                <a:latin typeface="Comfortaa" pitchFamily="2" charset="0"/>
              </a:rPr>
              <a:t>Пример: При създаване на клас и изписване на фразата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ctor</a:t>
            </a:r>
            <a:r>
              <a:rPr lang="en-US" dirty="0">
                <a:latin typeface="Comfortaa" pitchFamily="2" charset="0"/>
              </a:rPr>
              <a:t>,</a:t>
            </a:r>
            <a:r>
              <a:rPr lang="bg-BG" dirty="0">
                <a:latin typeface="Comfortaa" pitchFamily="2" charset="0"/>
              </a:rPr>
              <a:t> натиснете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TAB</a:t>
            </a:r>
            <a:r>
              <a:rPr lang="en-US" dirty="0">
                <a:latin typeface="Comfortaa" pitchFamily="2" charset="0"/>
              </a:rPr>
              <a:t> – Visual Studio </a:t>
            </a:r>
            <a:r>
              <a:rPr lang="bg-BG" dirty="0">
                <a:latin typeface="Comfortaa" pitchFamily="2" charset="0"/>
              </a:rPr>
              <a:t>ще генерира празен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конструктор</a:t>
            </a: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Кодови фрагменти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908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528192"/>
              </p:ext>
            </p:extLst>
          </p:nvPr>
        </p:nvGraphicFramePr>
        <p:xfrm>
          <a:off x="685800" y="1284514"/>
          <a:ext cx="10820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6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Кодова</a:t>
                      </a:r>
                      <a:r>
                        <a:rPr lang="bg-BG" sz="2400" baseline="0" dirty="0">
                          <a:latin typeface="Comfortaa" pitchFamily="2" charset="0"/>
                        </a:rPr>
                        <a:t> дума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Действие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Създава</a:t>
                      </a:r>
                      <a:r>
                        <a:rPr lang="bg-BG" sz="2400" baseline="0" dirty="0">
                          <a:latin typeface="Comfortaa" pitchFamily="2" charset="0"/>
                        </a:rPr>
                        <a:t> декларация на клас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mfortaa" pitchFamily="2" charset="0"/>
                        </a:rPr>
                        <a:t>ctor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Създава декларация на конструктор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mfortaa" pitchFamily="2" charset="0"/>
                        </a:rPr>
                        <a:t>cw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mfortaa" pitchFamily="2" charset="0"/>
                        </a:rPr>
                        <a:t>Console.WriteLine</a:t>
                      </a:r>
                      <a:r>
                        <a:rPr lang="en-US" sz="2400" dirty="0">
                          <a:latin typeface="Comfortaa" pitchFamily="2" charset="0"/>
                        </a:rPr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Създава </a:t>
                      </a:r>
                      <a:r>
                        <a:rPr lang="en-US" sz="2400" dirty="0">
                          <a:latin typeface="Comfortaa" pitchFamily="2" charset="0"/>
                        </a:rPr>
                        <a:t>do…while </a:t>
                      </a:r>
                      <a:r>
                        <a:rPr lang="bg-BG" sz="2400" dirty="0">
                          <a:latin typeface="Comfortaa" pitchFamily="2" charset="0"/>
                        </a:rPr>
                        <a:t>цикъл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Създава </a:t>
                      </a:r>
                      <a:r>
                        <a:rPr lang="en-US" sz="2400" dirty="0">
                          <a:latin typeface="Comfortaa" pitchFamily="2" charset="0"/>
                        </a:rPr>
                        <a:t>if </a:t>
                      </a:r>
                      <a:r>
                        <a:rPr lang="bg-BG" sz="2400" dirty="0">
                          <a:latin typeface="Comfortaa" pitchFamily="2" charset="0"/>
                        </a:rPr>
                        <a:t>проверка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Добавя </a:t>
                      </a:r>
                      <a:r>
                        <a:rPr lang="en-US" sz="2400" dirty="0">
                          <a:latin typeface="Comfortaa" pitchFamily="2" charset="0"/>
                        </a:rPr>
                        <a:t>else </a:t>
                      </a:r>
                      <a:r>
                        <a:rPr lang="bg-BG" sz="2400" dirty="0">
                          <a:latin typeface="Comfortaa" pitchFamily="2" charset="0"/>
                        </a:rPr>
                        <a:t>към </a:t>
                      </a:r>
                      <a:r>
                        <a:rPr lang="en-US" sz="2400" dirty="0">
                          <a:latin typeface="Comfortaa" pitchFamily="2" charset="0"/>
                        </a:rPr>
                        <a:t>if </a:t>
                      </a:r>
                      <a:r>
                        <a:rPr lang="bg-BG" sz="2400" dirty="0">
                          <a:latin typeface="Comfortaa" pitchFamily="2" charset="0"/>
                        </a:rPr>
                        <a:t>проверка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Създава клас, който наследява от </a:t>
                      </a:r>
                      <a:r>
                        <a:rPr lang="en-US" sz="2400" dirty="0">
                          <a:latin typeface="Comfortaa" pitchFamily="2" charset="0"/>
                        </a:rPr>
                        <a:t>Exception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for (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= 0;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&lt; length;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++)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mfortaa" pitchFamily="2" charset="0"/>
                        </a:rPr>
                        <a:t>foreach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foreach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var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item in collection)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mfortaa" pitchFamily="2" charset="0"/>
                        </a:rPr>
                        <a:t>forr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for (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= length - 1;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&gt;= 0;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--)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19631"/>
            <a:ext cx="10820400" cy="964883"/>
          </a:xfrm>
        </p:spPr>
        <p:txBody>
          <a:bodyPr>
            <a:noAutofit/>
          </a:bodyPr>
          <a:lstStyle/>
          <a:p>
            <a:r>
              <a:rPr lang="bg-BG" sz="3200" dirty="0">
                <a:latin typeface="Comfortaa" pitchFamily="2" charset="0"/>
              </a:rPr>
              <a:t>Някои готови кодови фрагменти за </a:t>
            </a:r>
            <a:r>
              <a:rPr lang="en-US" sz="3200" dirty="0">
                <a:latin typeface="Comfortaa" pitchFamily="2" charset="0"/>
              </a:rPr>
              <a:t>C# [1/2]</a:t>
            </a:r>
          </a:p>
        </p:txBody>
      </p:sp>
    </p:spTree>
    <p:extLst>
      <p:ext uri="{BB962C8B-B14F-4D97-AF65-F5344CB8AC3E}">
        <p14:creationId xmlns:p14="http://schemas.microsoft.com/office/powerpoint/2010/main" val="3547482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2376161"/>
              </p:ext>
            </p:extLst>
          </p:nvPr>
        </p:nvGraphicFramePr>
        <p:xfrm>
          <a:off x="569686" y="1346200"/>
          <a:ext cx="10820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6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Кодова</a:t>
                      </a:r>
                      <a:r>
                        <a:rPr lang="bg-BG" sz="2400" baseline="0" dirty="0">
                          <a:latin typeface="Comfortaa" pitchFamily="2" charset="0"/>
                        </a:rPr>
                        <a:t> дума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Действие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Създава</a:t>
                      </a:r>
                      <a:r>
                        <a:rPr lang="bg-BG" sz="2400" baseline="0" dirty="0">
                          <a:latin typeface="Comfortaa" pitchFamily="2" charset="0"/>
                        </a:rPr>
                        <a:t> декларация на интерфейс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prop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public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MyProperty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{ get; set; }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mfortaa" pitchFamily="2" charset="0"/>
                        </a:rPr>
                        <a:t>propfull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Създава</a:t>
                      </a:r>
                      <a:r>
                        <a:rPr lang="bg-BG" sz="2400" baseline="0" dirty="0">
                          <a:latin typeface="Comfortaa" pitchFamily="2" charset="0"/>
                        </a:rPr>
                        <a:t> поле + свойство свързано с него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Създава </a:t>
                      </a:r>
                      <a:r>
                        <a:rPr lang="en-US" sz="2400" dirty="0">
                          <a:latin typeface="Comfortaa" pitchFamily="2" charset="0"/>
                        </a:rPr>
                        <a:t>switch</a:t>
                      </a:r>
                      <a:r>
                        <a:rPr lang="en-US" sz="2400" baseline="0" dirty="0">
                          <a:latin typeface="Comfortaa" pitchFamily="2" charset="0"/>
                        </a:rPr>
                        <a:t> </a:t>
                      </a:r>
                      <a:r>
                        <a:rPr lang="bg-BG" sz="2400" baseline="0" dirty="0">
                          <a:latin typeface="Comfortaa" pitchFamily="2" charset="0"/>
                        </a:rPr>
                        <a:t>блок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Създава </a:t>
                      </a:r>
                      <a:r>
                        <a:rPr lang="en-US" sz="2400" dirty="0">
                          <a:latin typeface="Comfortaa" pitchFamily="2" charset="0"/>
                        </a:rPr>
                        <a:t>try-catch</a:t>
                      </a:r>
                      <a:r>
                        <a:rPr lang="en-US" sz="2400" baseline="0" dirty="0">
                          <a:latin typeface="Comfortaa" pitchFamily="2" charset="0"/>
                        </a:rPr>
                        <a:t> </a:t>
                      </a:r>
                      <a:r>
                        <a:rPr lang="bg-BG" sz="2400" baseline="0" dirty="0">
                          <a:latin typeface="Comfortaa" pitchFamily="2" charset="0"/>
                        </a:rPr>
                        <a:t>блок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mfortaa" pitchFamily="2" charset="0"/>
                        </a:rPr>
                        <a:t>while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Comfortaa" pitchFamily="2" charset="0"/>
                        </a:rPr>
                        <a:t>Създава </a:t>
                      </a:r>
                      <a:r>
                        <a:rPr lang="en-US" sz="2400" dirty="0">
                          <a:latin typeface="Comfortaa" pitchFamily="2" charset="0"/>
                        </a:rPr>
                        <a:t>while </a:t>
                      </a:r>
                      <a:r>
                        <a:rPr lang="bg-BG" sz="2400" dirty="0">
                          <a:latin typeface="Comfortaa" pitchFamily="2" charset="0"/>
                        </a:rPr>
                        <a:t>цикъл</a:t>
                      </a:r>
                      <a:endParaRPr lang="en-US" sz="24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CD2DFD37-6104-6002-CBE4-55A68DE0F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9631"/>
            <a:ext cx="10820400" cy="964883"/>
          </a:xfrm>
        </p:spPr>
        <p:txBody>
          <a:bodyPr>
            <a:noAutofit/>
          </a:bodyPr>
          <a:lstStyle/>
          <a:p>
            <a:r>
              <a:rPr lang="bg-BG" sz="3200" dirty="0">
                <a:latin typeface="Comfortaa" pitchFamily="2" charset="0"/>
              </a:rPr>
              <a:t>Някои готови кодови фрагменти за </a:t>
            </a:r>
            <a:r>
              <a:rPr lang="en-US" sz="3200" dirty="0">
                <a:latin typeface="Comfortaa" pitchFamily="2" charset="0"/>
              </a:rPr>
              <a:t>C# [2/2]</a:t>
            </a:r>
          </a:p>
        </p:txBody>
      </p:sp>
    </p:spTree>
    <p:extLst>
      <p:ext uri="{BB962C8B-B14F-4D97-AF65-F5344CB8AC3E}">
        <p14:creationId xmlns:p14="http://schemas.microsoft.com/office/powerpoint/2010/main" val="3684324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591311"/>
              </p:ext>
            </p:extLst>
          </p:nvPr>
        </p:nvGraphicFramePr>
        <p:xfrm>
          <a:off x="457200" y="1690688"/>
          <a:ext cx="11277600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Comfortaa" pitchFamily="2" charset="0"/>
                        </a:rPr>
                        <a:t>Комбинация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Comfortaa" pitchFamily="2" charset="0"/>
                        </a:rPr>
                        <a:t>Действие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fortaa" pitchFamily="2" charset="0"/>
                        </a:rPr>
                        <a:t>Ctrl-X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Comfortaa" pitchFamily="2" charset="0"/>
                        </a:rPr>
                        <a:t>Изрязва</a:t>
                      </a:r>
                      <a:r>
                        <a:rPr lang="bg-BG" sz="1800" baseline="0" dirty="0">
                          <a:latin typeface="Comfortaa" pitchFamily="2" charset="0"/>
                        </a:rPr>
                        <a:t> текущо избрания код и го запазва в клипборда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mfortaa" pitchFamily="2" charset="0"/>
                          <a:ea typeface="+mn-ea"/>
                          <a:cs typeface="+mn-cs"/>
                        </a:rPr>
                        <a:t>Ctrl-C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kern="120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Копира текущо</a:t>
                      </a:r>
                      <a:r>
                        <a:rPr lang="bg-BG" sz="1800" kern="1200" baseline="0" dirty="0">
                          <a:solidFill>
                            <a:schemeClr val="dk1"/>
                          </a:solidFill>
                          <a:latin typeface="Comfortaa" pitchFamily="2" charset="0"/>
                          <a:ea typeface="+mn-ea"/>
                          <a:cs typeface="+mn-cs"/>
                        </a:rPr>
                        <a:t> избрания код и го запазва в клипборда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fortaa" pitchFamily="2" charset="0"/>
                        </a:rPr>
                        <a:t>Ctrl-V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Comfortaa" pitchFamily="2" charset="0"/>
                        </a:rPr>
                        <a:t>Поставя код от клипборда</a:t>
                      </a:r>
                      <a:r>
                        <a:rPr lang="bg-BG" sz="1800" baseline="0" dirty="0">
                          <a:latin typeface="Comfortaa" pitchFamily="2" charset="0"/>
                        </a:rPr>
                        <a:t> след курсора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fortaa" pitchFamily="2" charset="0"/>
                        </a:rPr>
                        <a:t>Ctrl-Z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Comfortaa" pitchFamily="2" charset="0"/>
                        </a:rPr>
                        <a:t>Отмяна</a:t>
                      </a:r>
                      <a:r>
                        <a:rPr lang="bg-BG" sz="1800" baseline="0" dirty="0">
                          <a:latin typeface="Comfortaa" pitchFamily="2" charset="0"/>
                        </a:rPr>
                        <a:t> на предното действие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fortaa" pitchFamily="2" charset="0"/>
                        </a:rPr>
                        <a:t>Ctrl-Y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Comfortaa" pitchFamily="2" charset="0"/>
                        </a:rPr>
                        <a:t>Повтаряне</a:t>
                      </a:r>
                      <a:r>
                        <a:rPr lang="bg-BG" sz="1800" baseline="0" dirty="0">
                          <a:latin typeface="Comfortaa" pitchFamily="2" charset="0"/>
                        </a:rPr>
                        <a:t> на отмененото действие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Comfortaa" pitchFamily="2" charset="0"/>
                        </a:rPr>
                        <a:t>Esc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bg-BG" sz="1800" baseline="0" dirty="0">
                          <a:latin typeface="Comfortaa" pitchFamily="2" charset="0"/>
                        </a:rPr>
                        <a:t>Затваря меню, отменя операция в действие или фокусира текущия документ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Comfortaa" pitchFamily="2" charset="0"/>
                        </a:rPr>
                        <a:t>Ctrl-S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Comfortaa" pitchFamily="2" charset="0"/>
                        </a:rPr>
                        <a:t>Запазва текущия файл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Comfortaa" pitchFamily="2" charset="0"/>
                        </a:rPr>
                        <a:t>Ctrl-Shift-S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Comfortaa" pitchFamily="2" charset="0"/>
                        </a:rPr>
                        <a:t>Запазва всички файлове и проекти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Comfortaa" pitchFamily="2" charset="0"/>
                        </a:rPr>
                        <a:t>Ctrl-K, Ctrl-C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Comfortaa" pitchFamily="2" charset="0"/>
                        </a:rPr>
                        <a:t>Закоментира</a:t>
                      </a:r>
                      <a:r>
                        <a:rPr lang="bg-BG" sz="1800" baseline="0" dirty="0">
                          <a:latin typeface="Comfortaa" pitchFamily="2" charset="0"/>
                        </a:rPr>
                        <a:t> текущия ред или избраните редове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Comfortaa" pitchFamily="2" charset="0"/>
                        </a:rPr>
                        <a:t>Ctrl-K, Ctrl-U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0" dirty="0">
                          <a:effectLst/>
                          <a:latin typeface="Comfortaa" pitchFamily="2" charset="0"/>
                        </a:rPr>
                        <a:t>Премахва коментара от текущия ред или избраните редове</a:t>
                      </a:r>
                      <a:endParaRPr lang="en-US" sz="1800" b="0" dirty="0">
                        <a:effectLst/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mfortaa" pitchFamily="2" charset="0"/>
                          <a:ea typeface="+mn-ea"/>
                          <a:cs typeface="+mn-cs"/>
                        </a:rPr>
                        <a:t>Ctrl-K, Ctrl-F</a:t>
                      </a:r>
                      <a:endParaRPr lang="en-US" sz="1800" b="0" dirty="0">
                        <a:effectLst/>
                        <a:latin typeface="Comfortaa" pitchFamily="2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bg-BG" sz="1800" dirty="0">
                          <a:latin typeface="Comfortaa" pitchFamily="2" charset="0"/>
                        </a:rPr>
                        <a:t>Подрежда кода според зададения</a:t>
                      </a:r>
                      <a:r>
                        <a:rPr lang="bg-BG" sz="1800" baseline="0" dirty="0">
                          <a:latin typeface="Comfortaa" pitchFamily="2" charset="0"/>
                        </a:rPr>
                        <a:t> в настройките стил</a:t>
                      </a:r>
                      <a:endParaRPr lang="en-US" sz="1800" dirty="0">
                        <a:latin typeface="Comforta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11760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Някои полезни клавишни комбинации за </a:t>
            </a:r>
            <a:r>
              <a:rPr lang="en-US" dirty="0">
                <a:latin typeface="Comfortaa" pitchFamily="2" charset="0"/>
              </a:rPr>
              <a:t>Visual Studio</a:t>
            </a:r>
          </a:p>
        </p:txBody>
      </p:sp>
    </p:spTree>
    <p:extLst>
      <p:ext uri="{BB962C8B-B14F-4D97-AF65-F5344CB8AC3E}">
        <p14:creationId xmlns:p14="http://schemas.microsoft.com/office/powerpoint/2010/main" val="3874855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7" y="2113380"/>
            <a:ext cx="6012542" cy="3404558"/>
          </a:xfrm>
        </p:spPr>
        <p:txBody>
          <a:bodyPr/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Разширения за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Visual Studio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 </a:t>
            </a:r>
          </a:p>
          <a:p>
            <a:pPr lvl="1"/>
            <a:r>
              <a:rPr lang="en-US" dirty="0">
                <a:latin typeface="Comfortaa" pitchFamily="2" charset="0"/>
              </a:rPr>
              <a:t>Visual Studio </a:t>
            </a:r>
            <a:r>
              <a:rPr lang="bg-BG" dirty="0">
                <a:latin typeface="Comfortaa" pitchFamily="2" charset="0"/>
              </a:rPr>
              <a:t>позволява да инсталирате доста различни допълнителни разширения и модули посредством менюто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Tools -&gt; Extensions and Updates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Инсталиране на разширения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321" y="2188483"/>
            <a:ext cx="4515091" cy="3152044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9551F77A-89BF-4FC0-9D14-06544F183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945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995</Words>
  <Application>Microsoft Office PowerPoint</Application>
  <PresentationFormat>Widescreen</PresentationFormat>
  <Paragraphs>155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Comfortaa</vt:lpstr>
      <vt:lpstr>Office Theme</vt:lpstr>
      <vt:lpstr>Техники за продуктивно използване на IDE</vt:lpstr>
      <vt:lpstr>Съдържание</vt:lpstr>
      <vt:lpstr>Интегрирани среди за разработка</vt:lpstr>
      <vt:lpstr>Разлика м/у IDE и редактор за код</vt:lpstr>
      <vt:lpstr>Техники за продуктивно използване</vt:lpstr>
      <vt:lpstr>Бързо стартиране</vt:lpstr>
      <vt:lpstr>Навигиране в кода [1/3]</vt:lpstr>
      <vt:lpstr>Навигиране в кода [2/3]</vt:lpstr>
      <vt:lpstr>Навигиране в кода [3/3]</vt:lpstr>
      <vt:lpstr>Кодови фрагменти</vt:lpstr>
      <vt:lpstr>Някои готови кодови фрагменти за C# [1/2]</vt:lpstr>
      <vt:lpstr>Някои готови кодови фрагменти за C# [2/2]</vt:lpstr>
      <vt:lpstr>Някои полезни клавишни комбинации за Visual Studio</vt:lpstr>
      <vt:lpstr>Инсталиране на разширения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2023-02-22T17:14:13Z</dcterms:modified>
</cp:coreProperties>
</file>