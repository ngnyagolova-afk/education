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9"/>
  </p:notesMasterIdLst>
  <p:sldIdLst>
    <p:sldId id="258" r:id="rId2"/>
    <p:sldId id="571" r:id="rId3"/>
    <p:sldId id="605" r:id="rId4"/>
    <p:sldId id="606" r:id="rId5"/>
    <p:sldId id="614" r:id="rId6"/>
    <p:sldId id="615" r:id="rId7"/>
    <p:sldId id="57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71"/>
          </p14:sldIdLst>
        </p14:section>
        <p14:section name="Съдържание" id="{0B0C01F3-1F60-4ADB-AC1E-9589654EAEF3}">
          <p14:sldIdLst>
            <p14:sldId id="605"/>
            <p14:sldId id="606"/>
            <p14:sldId id="614"/>
            <p14:sldId id="615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02403E-D60D-48B7-A7FC-6E8875585382}" v="1" dt="2023-02-18T07:33:14.7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БСУ" userId="bdbaa275-9249-41b1-8d15-242f632c67bf" providerId="ADAL" clId="{9802403E-D60D-48B7-A7FC-6E8875585382}"/>
    <pc:docChg chg="undo custSel addSld modSld">
      <pc:chgData name="БСУ" userId="bdbaa275-9249-41b1-8d15-242f632c67bf" providerId="ADAL" clId="{9802403E-D60D-48B7-A7FC-6E8875585382}" dt="2023-02-18T07:37:53.059" v="102" actId="1076"/>
      <pc:docMkLst>
        <pc:docMk/>
      </pc:docMkLst>
      <pc:sldChg chg="modSp mod">
        <pc:chgData name="БСУ" userId="bdbaa275-9249-41b1-8d15-242f632c67bf" providerId="ADAL" clId="{9802403E-D60D-48B7-A7FC-6E8875585382}" dt="2023-02-18T07:32:51.762" v="8" actId="27636"/>
        <pc:sldMkLst>
          <pc:docMk/>
          <pc:sldMk cId="2386959723" sldId="258"/>
        </pc:sldMkLst>
        <pc:spChg chg="mod">
          <ac:chgData name="БСУ" userId="bdbaa275-9249-41b1-8d15-242f632c67bf" providerId="ADAL" clId="{9802403E-D60D-48B7-A7FC-6E8875585382}" dt="2023-02-18T07:32:51.762" v="8" actId="27636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БСУ" userId="bdbaa275-9249-41b1-8d15-242f632c67bf" providerId="ADAL" clId="{9802403E-D60D-48B7-A7FC-6E8875585382}" dt="2023-02-18T07:32:37.219" v="1" actId="20577"/>
          <ac:spMkLst>
            <pc:docMk/>
            <pc:sldMk cId="2386959723" sldId="258"/>
            <ac:spMk id="5" creationId="{FD72CEAD-2598-2D6F-7FF9-AF95330D8A09}"/>
          </ac:spMkLst>
        </pc:spChg>
      </pc:sldChg>
      <pc:sldChg chg="modSp mod">
        <pc:chgData name="БСУ" userId="bdbaa275-9249-41b1-8d15-242f632c67bf" providerId="ADAL" clId="{9802403E-D60D-48B7-A7FC-6E8875585382}" dt="2023-02-18T07:37:53.059" v="102" actId="1076"/>
        <pc:sldMkLst>
          <pc:docMk/>
          <pc:sldMk cId="2385751420" sldId="571"/>
        </pc:sldMkLst>
        <pc:spChg chg="mod">
          <ac:chgData name="БСУ" userId="bdbaa275-9249-41b1-8d15-242f632c67bf" providerId="ADAL" clId="{9802403E-D60D-48B7-A7FC-6E8875585382}" dt="2023-02-18T07:37:53.059" v="102" actId="1076"/>
          <ac:spMkLst>
            <pc:docMk/>
            <pc:sldMk cId="2385751420" sldId="571"/>
            <ac:spMk id="8" creationId="{00000000-0000-0000-0000-000000000000}"/>
          </ac:spMkLst>
        </pc:spChg>
        <pc:spChg chg="mod">
          <ac:chgData name="БСУ" userId="bdbaa275-9249-41b1-8d15-242f632c67bf" providerId="ADAL" clId="{9802403E-D60D-48B7-A7FC-6E8875585382}" dt="2023-02-18T07:37:53.059" v="102" actId="1076"/>
          <ac:spMkLst>
            <pc:docMk/>
            <pc:sldMk cId="2385751420" sldId="571"/>
            <ac:spMk id="444418" creationId="{00000000-0000-0000-0000-000000000000}"/>
          </ac:spMkLst>
        </pc:spChg>
      </pc:sldChg>
      <pc:sldChg chg="delSp modSp add mod">
        <pc:chgData name="БСУ" userId="bdbaa275-9249-41b1-8d15-242f632c67bf" providerId="ADAL" clId="{9802403E-D60D-48B7-A7FC-6E8875585382}" dt="2023-02-18T07:33:46.685" v="19" actId="478"/>
        <pc:sldMkLst>
          <pc:docMk/>
          <pc:sldMk cId="1687792703" sldId="605"/>
        </pc:sldMkLst>
        <pc:spChg chg="mod">
          <ac:chgData name="БСУ" userId="bdbaa275-9249-41b1-8d15-242f632c67bf" providerId="ADAL" clId="{9802403E-D60D-48B7-A7FC-6E8875585382}" dt="2023-02-18T07:33:42.349" v="18" actId="14100"/>
          <ac:spMkLst>
            <pc:docMk/>
            <pc:sldMk cId="1687792703" sldId="605"/>
            <ac:spMk id="3" creationId="{00000000-0000-0000-0000-000000000000}"/>
          </ac:spMkLst>
        </pc:spChg>
        <pc:spChg chg="mod">
          <ac:chgData name="БСУ" userId="bdbaa275-9249-41b1-8d15-242f632c67bf" providerId="ADAL" clId="{9802403E-D60D-48B7-A7FC-6E8875585382}" dt="2023-02-18T07:33:27.095" v="13" actId="2711"/>
          <ac:spMkLst>
            <pc:docMk/>
            <pc:sldMk cId="1687792703" sldId="605"/>
            <ac:spMk id="4" creationId="{00000000-0000-0000-0000-000000000000}"/>
          </ac:spMkLst>
        </pc:spChg>
        <pc:spChg chg="del mod">
          <ac:chgData name="БСУ" userId="bdbaa275-9249-41b1-8d15-242f632c67bf" providerId="ADAL" clId="{9802403E-D60D-48B7-A7FC-6E8875585382}" dt="2023-02-18T07:33:46.685" v="19" actId="478"/>
          <ac:spMkLst>
            <pc:docMk/>
            <pc:sldMk cId="1687792703" sldId="605"/>
            <ac:spMk id="5" creationId="{20CB9DCF-89BB-4617-A2E0-45C307B6402D}"/>
          </ac:spMkLst>
        </pc:spChg>
      </pc:sldChg>
      <pc:sldChg chg="delSp modSp add mod">
        <pc:chgData name="БСУ" userId="bdbaa275-9249-41b1-8d15-242f632c67bf" providerId="ADAL" clId="{9802403E-D60D-48B7-A7FC-6E8875585382}" dt="2023-02-18T07:37:28.697" v="98" actId="1076"/>
        <pc:sldMkLst>
          <pc:docMk/>
          <pc:sldMk cId="3221261403" sldId="606"/>
        </pc:sldMkLst>
        <pc:spChg chg="mod">
          <ac:chgData name="БСУ" userId="bdbaa275-9249-41b1-8d15-242f632c67bf" providerId="ADAL" clId="{9802403E-D60D-48B7-A7FC-6E8875585382}" dt="2023-02-18T07:37:15.110" v="96" actId="403"/>
          <ac:spMkLst>
            <pc:docMk/>
            <pc:sldMk cId="3221261403" sldId="606"/>
            <ac:spMk id="3" creationId="{00000000-0000-0000-0000-000000000000}"/>
          </ac:spMkLst>
        </pc:spChg>
        <pc:spChg chg="mod">
          <ac:chgData name="БСУ" userId="bdbaa275-9249-41b1-8d15-242f632c67bf" providerId="ADAL" clId="{9802403E-D60D-48B7-A7FC-6E8875585382}" dt="2023-02-18T07:36:02.928" v="90" actId="14100"/>
          <ac:spMkLst>
            <pc:docMk/>
            <pc:sldMk cId="3221261403" sldId="606"/>
            <ac:spMk id="4" creationId="{00000000-0000-0000-0000-000000000000}"/>
          </ac:spMkLst>
        </pc:spChg>
        <pc:spChg chg="mod">
          <ac:chgData name="БСУ" userId="bdbaa275-9249-41b1-8d15-242f632c67bf" providerId="ADAL" clId="{9802403E-D60D-48B7-A7FC-6E8875585382}" dt="2023-02-18T07:35:35.080" v="84" actId="2085"/>
          <ac:spMkLst>
            <pc:docMk/>
            <pc:sldMk cId="3221261403" sldId="606"/>
            <ac:spMk id="13" creationId="{00000000-0000-0000-0000-000000000000}"/>
          </ac:spMkLst>
        </pc:spChg>
        <pc:spChg chg="del mod">
          <ac:chgData name="БСУ" userId="bdbaa275-9249-41b1-8d15-242f632c67bf" providerId="ADAL" clId="{9802403E-D60D-48B7-A7FC-6E8875585382}" dt="2023-02-18T07:35:37.820" v="85" actId="478"/>
          <ac:spMkLst>
            <pc:docMk/>
            <pc:sldMk cId="3221261403" sldId="606"/>
            <ac:spMk id="16" creationId="{57464F29-0367-4998-97C8-87861DBB234C}"/>
          </ac:spMkLst>
        </pc:spChg>
        <pc:spChg chg="mod">
          <ac:chgData name="БСУ" userId="bdbaa275-9249-41b1-8d15-242f632c67bf" providerId="ADAL" clId="{9802403E-D60D-48B7-A7FC-6E8875585382}" dt="2023-02-18T07:35:35.080" v="84" actId="2085"/>
          <ac:spMkLst>
            <pc:docMk/>
            <pc:sldMk cId="3221261403" sldId="606"/>
            <ac:spMk id="22" creationId="{00000000-0000-0000-0000-000000000000}"/>
          </ac:spMkLst>
        </pc:spChg>
        <pc:spChg chg="mod">
          <ac:chgData name="БСУ" userId="bdbaa275-9249-41b1-8d15-242f632c67bf" providerId="ADAL" clId="{9802403E-D60D-48B7-A7FC-6E8875585382}" dt="2023-02-18T07:35:35.080" v="84" actId="2085"/>
          <ac:spMkLst>
            <pc:docMk/>
            <pc:sldMk cId="3221261403" sldId="606"/>
            <ac:spMk id="49" creationId="{00000000-0000-0000-0000-000000000000}"/>
          </ac:spMkLst>
        </pc:spChg>
        <pc:spChg chg="mod">
          <ac:chgData name="БСУ" userId="bdbaa275-9249-41b1-8d15-242f632c67bf" providerId="ADAL" clId="{9802403E-D60D-48B7-A7FC-6E8875585382}" dt="2023-02-18T07:37:15.110" v="96" actId="403"/>
          <ac:spMkLst>
            <pc:docMk/>
            <pc:sldMk cId="3221261403" sldId="606"/>
            <ac:spMk id="50" creationId="{00000000-0000-0000-0000-000000000000}"/>
          </ac:spMkLst>
        </pc:spChg>
        <pc:spChg chg="mod">
          <ac:chgData name="БСУ" userId="bdbaa275-9249-41b1-8d15-242f632c67bf" providerId="ADAL" clId="{9802403E-D60D-48B7-A7FC-6E8875585382}" dt="2023-02-18T07:35:35.080" v="84" actId="2085"/>
          <ac:spMkLst>
            <pc:docMk/>
            <pc:sldMk cId="3221261403" sldId="606"/>
            <ac:spMk id="52" creationId="{00000000-0000-0000-0000-000000000000}"/>
          </ac:spMkLst>
        </pc:spChg>
        <pc:spChg chg="mod">
          <ac:chgData name="БСУ" userId="bdbaa275-9249-41b1-8d15-242f632c67bf" providerId="ADAL" clId="{9802403E-D60D-48B7-A7FC-6E8875585382}" dt="2023-02-18T07:35:35.080" v="84" actId="2085"/>
          <ac:spMkLst>
            <pc:docMk/>
            <pc:sldMk cId="3221261403" sldId="606"/>
            <ac:spMk id="53" creationId="{00000000-0000-0000-0000-000000000000}"/>
          </ac:spMkLst>
        </pc:spChg>
        <pc:spChg chg="mod">
          <ac:chgData name="БСУ" userId="bdbaa275-9249-41b1-8d15-242f632c67bf" providerId="ADAL" clId="{9802403E-D60D-48B7-A7FC-6E8875585382}" dt="2023-02-18T07:37:15.110" v="96" actId="403"/>
          <ac:spMkLst>
            <pc:docMk/>
            <pc:sldMk cId="3221261403" sldId="606"/>
            <ac:spMk id="54" creationId="{00000000-0000-0000-0000-000000000000}"/>
          </ac:spMkLst>
        </pc:spChg>
        <pc:spChg chg="mod">
          <ac:chgData name="БСУ" userId="bdbaa275-9249-41b1-8d15-242f632c67bf" providerId="ADAL" clId="{9802403E-D60D-48B7-A7FC-6E8875585382}" dt="2023-02-18T07:35:35.080" v="84" actId="2085"/>
          <ac:spMkLst>
            <pc:docMk/>
            <pc:sldMk cId="3221261403" sldId="606"/>
            <ac:spMk id="56" creationId="{00000000-0000-0000-0000-000000000000}"/>
          </ac:spMkLst>
        </pc:spChg>
        <pc:spChg chg="mod">
          <ac:chgData name="БСУ" userId="bdbaa275-9249-41b1-8d15-242f632c67bf" providerId="ADAL" clId="{9802403E-D60D-48B7-A7FC-6E8875585382}" dt="2023-02-18T07:37:26.615" v="97" actId="1076"/>
          <ac:spMkLst>
            <pc:docMk/>
            <pc:sldMk cId="3221261403" sldId="606"/>
            <ac:spMk id="57" creationId="{00000000-0000-0000-0000-000000000000}"/>
          </ac:spMkLst>
        </pc:spChg>
        <pc:spChg chg="mod">
          <ac:chgData name="БСУ" userId="bdbaa275-9249-41b1-8d15-242f632c67bf" providerId="ADAL" clId="{9802403E-D60D-48B7-A7FC-6E8875585382}" dt="2023-02-18T07:37:28.697" v="98" actId="1076"/>
          <ac:spMkLst>
            <pc:docMk/>
            <pc:sldMk cId="3221261403" sldId="606"/>
            <ac:spMk id="58" creationId="{00000000-0000-0000-0000-000000000000}"/>
          </ac:spMkLst>
        </pc:spChg>
        <pc:spChg chg="mod">
          <ac:chgData name="БСУ" userId="bdbaa275-9249-41b1-8d15-242f632c67bf" providerId="ADAL" clId="{9802403E-D60D-48B7-A7FC-6E8875585382}" dt="2023-02-18T07:35:35.080" v="84" actId="2085"/>
          <ac:spMkLst>
            <pc:docMk/>
            <pc:sldMk cId="3221261403" sldId="606"/>
            <ac:spMk id="59" creationId="{00000000-0000-0000-0000-000000000000}"/>
          </ac:spMkLst>
        </pc:spChg>
      </pc:sldChg>
      <pc:sldChg chg="delSp modSp add mod">
        <pc:chgData name="БСУ" userId="bdbaa275-9249-41b1-8d15-242f632c67bf" providerId="ADAL" clId="{9802403E-D60D-48B7-A7FC-6E8875585382}" dt="2023-02-18T07:34:19.714" v="27" actId="1076"/>
        <pc:sldMkLst>
          <pc:docMk/>
          <pc:sldMk cId="3550132718" sldId="614"/>
        </pc:sldMkLst>
        <pc:spChg chg="mod">
          <ac:chgData name="БСУ" userId="bdbaa275-9249-41b1-8d15-242f632c67bf" providerId="ADAL" clId="{9802403E-D60D-48B7-A7FC-6E8875585382}" dt="2023-02-18T07:34:19.714" v="27" actId="1076"/>
          <ac:spMkLst>
            <pc:docMk/>
            <pc:sldMk cId="3550132718" sldId="614"/>
            <ac:spMk id="4" creationId="{00000000-0000-0000-0000-000000000000}"/>
          </ac:spMkLst>
        </pc:spChg>
        <pc:spChg chg="mod">
          <ac:chgData name="БСУ" userId="bdbaa275-9249-41b1-8d15-242f632c67bf" providerId="ADAL" clId="{9802403E-D60D-48B7-A7FC-6E8875585382}" dt="2023-02-18T07:34:16.335" v="26" actId="1076"/>
          <ac:spMkLst>
            <pc:docMk/>
            <pc:sldMk cId="3550132718" sldId="614"/>
            <ac:spMk id="5" creationId="{00000000-0000-0000-0000-000000000000}"/>
          </ac:spMkLst>
        </pc:spChg>
        <pc:spChg chg="del">
          <ac:chgData name="БСУ" userId="bdbaa275-9249-41b1-8d15-242f632c67bf" providerId="ADAL" clId="{9802403E-D60D-48B7-A7FC-6E8875585382}" dt="2023-02-18T07:33:57.339" v="23" actId="478"/>
          <ac:spMkLst>
            <pc:docMk/>
            <pc:sldMk cId="3550132718" sldId="614"/>
            <ac:spMk id="7" creationId="{EE350F06-639D-43E7-B009-20802D516326}"/>
          </ac:spMkLst>
        </pc:spChg>
        <pc:picChg chg="del mod">
          <ac:chgData name="БСУ" userId="bdbaa275-9249-41b1-8d15-242f632c67bf" providerId="ADAL" clId="{9802403E-D60D-48B7-A7FC-6E8875585382}" dt="2023-02-18T07:33:56.197" v="22" actId="478"/>
          <ac:picMkLst>
            <pc:docMk/>
            <pc:sldMk cId="3550132718" sldId="614"/>
            <ac:picMk id="10" creationId="{00000000-0000-0000-0000-000000000000}"/>
          </ac:picMkLst>
        </pc:picChg>
        <pc:picChg chg="del">
          <ac:chgData name="БСУ" userId="bdbaa275-9249-41b1-8d15-242f632c67bf" providerId="ADAL" clId="{9802403E-D60D-48B7-A7FC-6E8875585382}" dt="2023-02-18T07:33:55.581" v="20" actId="478"/>
          <ac:picMkLst>
            <pc:docMk/>
            <pc:sldMk cId="3550132718" sldId="614"/>
            <ac:picMk id="11" creationId="{00000000-0000-0000-0000-000000000000}"/>
          </ac:picMkLst>
        </pc:picChg>
      </pc:sldChg>
    </pc:docChg>
  </pc:docChgLst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CB8708A-8556-42FD-AFB9-1485951BC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72781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B498348-0D03-444D-9F51-F804D4E28FE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926852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Въведение в трислойния модел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Client – Services – Database</a:t>
            </a: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36165" y="853577"/>
            <a:ext cx="10515600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036165" y="2179140"/>
            <a:ext cx="10515600" cy="290420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bg-BG" sz="3200" dirty="0">
                <a:latin typeface="Comfortaa" pitchFamily="2" charset="0"/>
              </a:rPr>
              <a:t>Какво е трислоен модел?</a:t>
            </a:r>
          </a:p>
        </p:txBody>
      </p:sp>
    </p:spTree>
    <p:extLst>
      <p:ext uri="{BB962C8B-B14F-4D97-AF65-F5344CB8AC3E}">
        <p14:creationId xmlns:p14="http://schemas.microsoft.com/office/powerpoint/2010/main" val="238575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026" y="1837524"/>
            <a:ext cx="9960142" cy="3613484"/>
          </a:xfrm>
        </p:spPr>
        <p:txBody>
          <a:bodyPr>
            <a:normAutofit/>
          </a:bodyPr>
          <a:lstStyle/>
          <a:p>
            <a:r>
              <a:rPr lang="bg-BG" sz="3200" dirty="0">
                <a:latin typeface="Comfortaa" pitchFamily="2" charset="0"/>
              </a:rPr>
              <a:t>Разпределя приложението на слоеве</a:t>
            </a:r>
          </a:p>
          <a:p>
            <a:r>
              <a:rPr lang="bg-BG" sz="3200" dirty="0">
                <a:latin typeface="Comfortaa" pitchFamily="2" charset="0"/>
              </a:rPr>
              <a:t>Всеки слой има строго определена задача</a:t>
            </a:r>
          </a:p>
          <a:p>
            <a:r>
              <a:rPr lang="bg-BG" sz="3200" dirty="0">
                <a:latin typeface="Comfortaa" pitchFamily="2" charset="0"/>
              </a:rPr>
              <a:t>Във </a:t>
            </a:r>
            <a:r>
              <a:rPr lang="en-US" sz="3200" dirty="0">
                <a:latin typeface="Comfortaa" pitchFamily="2" charset="0"/>
              </a:rPr>
              <a:t>Visual Studio </a:t>
            </a:r>
            <a:r>
              <a:rPr lang="bg-BG" sz="3200" dirty="0">
                <a:latin typeface="Comfortaa" pitchFamily="2" charset="0"/>
              </a:rPr>
              <a:t>можем да създадем такова приложение създавайки различни проекти в рамките на </a:t>
            </a:r>
            <a:r>
              <a:rPr lang="en-US" sz="3200" dirty="0">
                <a:latin typeface="Comfortaa" pitchFamily="2" charset="0"/>
              </a:rPr>
              <a:t>Solution-a </a:t>
            </a:r>
            <a:r>
              <a:rPr lang="bg-BG" sz="3200" dirty="0">
                <a:latin typeface="Comfortaa" pitchFamily="2" charset="0"/>
              </a:rPr>
              <a:t>ни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bg-BG" dirty="0">
                <a:latin typeface="Comfortaa" pitchFamily="2" charset="0"/>
              </a:rPr>
              <a:t>Какво е трислоен модел?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792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40279" y="365125"/>
            <a:ext cx="11034600" cy="1325563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Архитектура на трислойният модел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279" y="1710453"/>
            <a:ext cx="11034600" cy="1247398"/>
          </a:xfrm>
          <a:prstGeom prst="rect">
            <a:avLst/>
          </a:prstGeom>
          <a:noFill/>
          <a:ln w="381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ПРЕЗЕНТАЦИОНЕН</a:t>
            </a:r>
            <a:b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</a:b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СЛОЙ</a:t>
            </a:r>
            <a:endParaRPr lang="en-US" sz="2400" b="1" dirty="0">
              <a:solidFill>
                <a:srgbClr val="00B0F0"/>
              </a:solidFill>
              <a:latin typeface="Comfortaa" pitchFamily="2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7262" y="1879600"/>
            <a:ext cx="3536138" cy="880513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Вход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7696200" y="1892151"/>
            <a:ext cx="3536138" cy="880513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Изход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533400" y="3380998"/>
            <a:ext cx="11034600" cy="1247398"/>
          </a:xfrm>
          <a:prstGeom prst="rect">
            <a:avLst/>
          </a:prstGeom>
          <a:noFill/>
          <a:ln w="381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СЛОЙ ЗА УСЛУГИ</a:t>
            </a:r>
            <a:endParaRPr lang="en-US" sz="2400" b="1" dirty="0">
              <a:solidFill>
                <a:srgbClr val="00B0F0"/>
              </a:solidFill>
              <a:latin typeface="Comfortaa" pitchFamily="2" charset="0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831074" y="3564441"/>
            <a:ext cx="3536138" cy="880513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Обработка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7696200" y="3564441"/>
            <a:ext cx="3536138" cy="880513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Обработка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33400" y="4953000"/>
            <a:ext cx="11034600" cy="1247398"/>
          </a:xfrm>
          <a:prstGeom prst="rect">
            <a:avLst/>
          </a:prstGeom>
          <a:noFill/>
          <a:ln w="381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СЛОЙ ЗА ДАННИ</a:t>
            </a:r>
            <a:endParaRPr lang="en-US" sz="2000" b="1" dirty="0">
              <a:solidFill>
                <a:srgbClr val="00B0F0"/>
              </a:solidFill>
              <a:latin typeface="Comfortaa" pitchFamily="2" charset="0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4282631" y="5136443"/>
            <a:ext cx="3536138" cy="880513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БД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22" name="Down Arrow 21"/>
          <p:cNvSpPr/>
          <p:nvPr/>
        </p:nvSpPr>
        <p:spPr>
          <a:xfrm>
            <a:off x="2209800" y="2804100"/>
            <a:ext cx="609600" cy="701100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omfortaa" pitchFamily="2" charset="0"/>
            </a:endParaRPr>
          </a:p>
        </p:txBody>
      </p:sp>
      <p:sp>
        <p:nvSpPr>
          <p:cNvPr id="57" name="Down Arrow 56"/>
          <p:cNvSpPr/>
          <p:nvPr/>
        </p:nvSpPr>
        <p:spPr>
          <a:xfrm rot="-2700000">
            <a:off x="3311557" y="4473351"/>
            <a:ext cx="609600" cy="1100042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omfortaa" pitchFamily="2" charset="0"/>
            </a:endParaRPr>
          </a:p>
        </p:txBody>
      </p:sp>
      <p:sp>
        <p:nvSpPr>
          <p:cNvPr id="58" name="Down Arrow 57"/>
          <p:cNvSpPr/>
          <p:nvPr/>
        </p:nvSpPr>
        <p:spPr>
          <a:xfrm rot="13319652">
            <a:off x="8108496" y="4525666"/>
            <a:ext cx="609600" cy="1100042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omfortaa" pitchFamily="2" charset="0"/>
            </a:endParaRPr>
          </a:p>
        </p:txBody>
      </p:sp>
      <p:sp>
        <p:nvSpPr>
          <p:cNvPr id="59" name="Down Arrow 58"/>
          <p:cNvSpPr/>
          <p:nvPr/>
        </p:nvSpPr>
        <p:spPr>
          <a:xfrm rot="-10800000">
            <a:off x="9220200" y="2795632"/>
            <a:ext cx="609600" cy="701100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261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4294967295"/>
          </p:nvPr>
        </p:nvSpPr>
        <p:spPr>
          <a:xfrm>
            <a:off x="725466" y="1987134"/>
            <a:ext cx="10530076" cy="371583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bg-BG" sz="3600" dirty="0">
                <a:latin typeface="Comfortaa" pitchFamily="2" charset="0"/>
              </a:rPr>
              <a:t>Трислойният модел разделя</a:t>
            </a:r>
            <a:r>
              <a:rPr lang="en-US" sz="3600" dirty="0">
                <a:latin typeface="Comfortaa" pitchFamily="2" charset="0"/>
              </a:rPr>
              <a:t> </a:t>
            </a:r>
            <a:r>
              <a:rPr lang="bg-BG" sz="3600" dirty="0">
                <a:latin typeface="Comfortaa" pitchFamily="2" charset="0"/>
              </a:rPr>
              <a:t>приложението на независими слоеве</a:t>
            </a:r>
          </a:p>
          <a:p>
            <a:pPr lvl="1">
              <a:lnSpc>
                <a:spcPct val="110000"/>
              </a:lnSpc>
            </a:pPr>
            <a:r>
              <a:rPr lang="bg-BG" sz="3600" dirty="0">
                <a:latin typeface="Comfortaa" pitchFamily="2" charset="0"/>
              </a:rPr>
              <a:t>Слой за данни</a:t>
            </a:r>
          </a:p>
          <a:p>
            <a:pPr lvl="1">
              <a:lnSpc>
                <a:spcPct val="110000"/>
              </a:lnSpc>
            </a:pPr>
            <a:r>
              <a:rPr lang="bg-BG" sz="3600" dirty="0">
                <a:latin typeface="Comfortaa" pitchFamily="2" charset="0"/>
              </a:rPr>
              <a:t>Бизнес слой</a:t>
            </a:r>
          </a:p>
          <a:p>
            <a:pPr lvl="1">
              <a:lnSpc>
                <a:spcPct val="110000"/>
              </a:lnSpc>
            </a:pPr>
            <a:r>
              <a:rPr lang="bg-BG" sz="3600" dirty="0">
                <a:latin typeface="Comfortaa" pitchFamily="2" charset="0"/>
              </a:rPr>
              <a:t>Презентационен слой</a:t>
            </a:r>
          </a:p>
          <a:p>
            <a:pPr>
              <a:lnSpc>
                <a:spcPct val="110000"/>
              </a:lnSpc>
            </a:pPr>
            <a:endParaRPr lang="en-US" sz="3600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725466" y="599406"/>
            <a:ext cx="9426576" cy="111125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Какво научихме в този час?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132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BE09A-3FB1-46B3-BD6E-4E936F6C7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bg-BG" sz="5000" b="1" dirty="0"/>
              <a:t>Благодаря за вниманието!</a:t>
            </a:r>
            <a:endParaRPr lang="en-US" sz="5000" b="1" dirty="0"/>
          </a:p>
        </p:txBody>
      </p:sp>
    </p:spTree>
    <p:extLst>
      <p:ext uri="{BB962C8B-B14F-4D97-AF65-F5344CB8AC3E}">
        <p14:creationId xmlns:p14="http://schemas.microsoft.com/office/powerpoint/2010/main" val="2000087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</TotalTime>
  <Words>232</Words>
  <Application>Microsoft Office PowerPoint</Application>
  <PresentationFormat>Widescreen</PresentationFormat>
  <Paragraphs>38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Comfortaa</vt:lpstr>
      <vt:lpstr>Times New Roman</vt:lpstr>
      <vt:lpstr>Office Theme</vt:lpstr>
      <vt:lpstr>Въведение в трислойния модел</vt:lpstr>
      <vt:lpstr>Съдържание</vt:lpstr>
      <vt:lpstr>Какво е трислоен модел?</vt:lpstr>
      <vt:lpstr>Архитектура на трислойният модел</vt:lpstr>
      <vt:lpstr>Какво научихме в този час?</vt:lpstr>
      <vt:lpstr>Благодаря за вниманието!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Neli Dimova</cp:lastModifiedBy>
  <cp:revision>11</cp:revision>
  <dcterms:created xsi:type="dcterms:W3CDTF">2022-08-09T09:25:46Z</dcterms:created>
  <dcterms:modified xsi:type="dcterms:W3CDTF">2025-09-26T07:32:45Z</dcterms:modified>
</cp:coreProperties>
</file>