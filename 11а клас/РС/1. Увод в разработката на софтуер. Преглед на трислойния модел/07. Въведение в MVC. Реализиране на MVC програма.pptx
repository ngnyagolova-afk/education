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0"/>
  </p:notesMasterIdLst>
  <p:sldIdLst>
    <p:sldId id="258" r:id="rId2"/>
    <p:sldId id="571" r:id="rId3"/>
    <p:sldId id="607" r:id="rId4"/>
    <p:sldId id="618" r:id="rId5"/>
    <p:sldId id="620" r:id="rId6"/>
    <p:sldId id="621" r:id="rId7"/>
    <p:sldId id="622" r:id="rId8"/>
    <p:sldId id="623" r:id="rId9"/>
    <p:sldId id="615" r:id="rId10"/>
    <p:sldId id="624" r:id="rId11"/>
    <p:sldId id="630" r:id="rId12"/>
    <p:sldId id="628" r:id="rId13"/>
    <p:sldId id="629" r:id="rId14"/>
    <p:sldId id="616" r:id="rId15"/>
    <p:sldId id="631" r:id="rId16"/>
    <p:sldId id="632" r:id="rId17"/>
    <p:sldId id="610" r:id="rId18"/>
    <p:sldId id="5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607"/>
            <p14:sldId id="618"/>
            <p14:sldId id="620"/>
            <p14:sldId id="621"/>
            <p14:sldId id="622"/>
            <p14:sldId id="623"/>
            <p14:sldId id="615"/>
            <p14:sldId id="624"/>
            <p14:sldId id="630"/>
            <p14:sldId id="628"/>
            <p14:sldId id="629"/>
            <p14:sldId id="616"/>
            <p14:sldId id="631"/>
            <p14:sldId id="632"/>
            <p14:sldId id="610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5285FA-2208-453A-9F2B-DA8DE29D3670}" v="206" dt="2023-02-18T12:19:44.6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БСУ" userId="bdbaa275-9249-41b1-8d15-242f632c67bf" providerId="ADAL" clId="{5F5285FA-2208-453A-9F2B-DA8DE29D3670}"/>
    <pc:docChg chg="undo custSel addSld modSld">
      <pc:chgData name="БСУ" userId="bdbaa275-9249-41b1-8d15-242f632c67bf" providerId="ADAL" clId="{5F5285FA-2208-453A-9F2B-DA8DE29D3670}" dt="2023-02-18T12:19:44.613" v="459" actId="20577"/>
      <pc:docMkLst>
        <pc:docMk/>
      </pc:docMkLst>
      <pc:sldChg chg="modSp mod">
        <pc:chgData name="БСУ" userId="bdbaa275-9249-41b1-8d15-242f632c67bf" providerId="ADAL" clId="{5F5285FA-2208-453A-9F2B-DA8DE29D3670}" dt="2023-02-18T11:53:41.137" v="3" actId="20577"/>
        <pc:sldMkLst>
          <pc:docMk/>
          <pc:sldMk cId="2386959723" sldId="258"/>
        </pc:sldMkLst>
        <pc:spChg chg="mod">
          <ac:chgData name="БСУ" userId="bdbaa275-9249-41b1-8d15-242f632c67bf" providerId="ADAL" clId="{5F5285FA-2208-453A-9F2B-DA8DE29D3670}" dt="2023-02-18T11:53:35.750" v="1" actId="20577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БСУ" userId="bdbaa275-9249-41b1-8d15-242f632c67bf" providerId="ADAL" clId="{5F5285FA-2208-453A-9F2B-DA8DE29D3670}" dt="2023-02-18T11:53:41.137" v="3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modSp mod">
        <pc:chgData name="БСУ" userId="bdbaa275-9249-41b1-8d15-242f632c67bf" providerId="ADAL" clId="{5F5285FA-2208-453A-9F2B-DA8DE29D3670}" dt="2023-02-18T11:53:55.834" v="6"/>
        <pc:sldMkLst>
          <pc:docMk/>
          <pc:sldMk cId="2385751420" sldId="571"/>
        </pc:sldMkLst>
        <pc:spChg chg="mod">
          <ac:chgData name="БСУ" userId="bdbaa275-9249-41b1-8d15-242f632c67bf" providerId="ADAL" clId="{5F5285FA-2208-453A-9F2B-DA8DE29D3670}" dt="2023-02-18T11:53:55.834" v="6"/>
          <ac:spMkLst>
            <pc:docMk/>
            <pc:sldMk cId="2385751420" sldId="571"/>
            <ac:spMk id="8" creationId="{00000000-0000-0000-0000-000000000000}"/>
          </ac:spMkLst>
        </pc:spChg>
      </pc:sldChg>
      <pc:sldChg chg="delSp modSp add mod modAnim">
        <pc:chgData name="БСУ" userId="bdbaa275-9249-41b1-8d15-242f632c67bf" providerId="ADAL" clId="{5F5285FA-2208-453A-9F2B-DA8DE29D3670}" dt="2023-02-18T11:56:32.103" v="55"/>
        <pc:sldMkLst>
          <pc:docMk/>
          <pc:sldMk cId="2520208464" sldId="607"/>
        </pc:sldMkLst>
        <pc:spChg chg="mod">
          <ac:chgData name="БСУ" userId="bdbaa275-9249-41b1-8d15-242f632c67bf" providerId="ADAL" clId="{5F5285FA-2208-453A-9F2B-DA8DE29D3670}" dt="2023-02-18T11:56:13.788" v="52" actId="1076"/>
          <ac:spMkLst>
            <pc:docMk/>
            <pc:sldMk cId="2520208464" sldId="607"/>
            <ac:spMk id="3" creationId="{00000000-0000-0000-0000-000000000000}"/>
          </ac:spMkLst>
        </pc:spChg>
        <pc:spChg chg="mod">
          <ac:chgData name="БСУ" userId="bdbaa275-9249-41b1-8d15-242f632c67bf" providerId="ADAL" clId="{5F5285FA-2208-453A-9F2B-DA8DE29D3670}" dt="2023-02-18T11:54:37.400" v="8" actId="2711"/>
          <ac:spMkLst>
            <pc:docMk/>
            <pc:sldMk cId="2520208464" sldId="607"/>
            <ac:spMk id="4" creationId="{00000000-0000-0000-0000-000000000000}"/>
          </ac:spMkLst>
        </pc:spChg>
        <pc:spChg chg="mod">
          <ac:chgData name="БСУ" userId="bdbaa275-9249-41b1-8d15-242f632c67bf" providerId="ADAL" clId="{5F5285FA-2208-453A-9F2B-DA8DE29D3670}" dt="2023-02-18T11:56:21.480" v="54" actId="13822"/>
          <ac:spMkLst>
            <pc:docMk/>
            <pc:sldMk cId="2520208464" sldId="607"/>
            <ac:spMk id="6" creationId="{00000000-0000-0000-0000-000000000000}"/>
          </ac:spMkLst>
        </pc:spChg>
        <pc:spChg chg="del mod">
          <ac:chgData name="БСУ" userId="bdbaa275-9249-41b1-8d15-242f632c67bf" providerId="ADAL" clId="{5F5285FA-2208-453A-9F2B-DA8DE29D3670}" dt="2023-02-18T11:56:15.928" v="53" actId="478"/>
          <ac:spMkLst>
            <pc:docMk/>
            <pc:sldMk cId="2520208464" sldId="607"/>
            <ac:spMk id="7" creationId="{83553633-67AD-4E85-B2F1-D676E8E034E1}"/>
          </ac:spMkLst>
        </pc:spChg>
      </pc:sldChg>
      <pc:sldChg chg="delSp modSp add mod">
        <pc:chgData name="БСУ" userId="bdbaa275-9249-41b1-8d15-242f632c67bf" providerId="ADAL" clId="{5F5285FA-2208-453A-9F2B-DA8DE29D3670}" dt="2023-02-18T12:15:35.918" v="398" actId="20577"/>
        <pc:sldMkLst>
          <pc:docMk/>
          <pc:sldMk cId="3332360266" sldId="610"/>
        </pc:sldMkLst>
        <pc:spChg chg="mod">
          <ac:chgData name="БСУ" userId="bdbaa275-9249-41b1-8d15-242f632c67bf" providerId="ADAL" clId="{5F5285FA-2208-453A-9F2B-DA8DE29D3670}" dt="2023-02-18T12:15:35.918" v="398" actId="20577"/>
          <ac:spMkLst>
            <pc:docMk/>
            <pc:sldMk cId="3332360266" sldId="610"/>
            <ac:spMk id="4" creationId="{00000000-0000-0000-0000-000000000000}"/>
          </ac:spMkLst>
        </pc:spChg>
        <pc:spChg chg="mod">
          <ac:chgData name="БСУ" userId="bdbaa275-9249-41b1-8d15-242f632c67bf" providerId="ADAL" clId="{5F5285FA-2208-453A-9F2B-DA8DE29D3670}" dt="2023-02-18T12:15:22.972" v="381" actId="14100"/>
          <ac:spMkLst>
            <pc:docMk/>
            <pc:sldMk cId="3332360266" sldId="610"/>
            <ac:spMk id="5" creationId="{00000000-0000-0000-0000-000000000000}"/>
          </ac:spMkLst>
        </pc:spChg>
        <pc:spChg chg="del">
          <ac:chgData name="БСУ" userId="bdbaa275-9249-41b1-8d15-242f632c67bf" providerId="ADAL" clId="{5F5285FA-2208-453A-9F2B-DA8DE29D3670}" dt="2023-02-18T12:15:03.936" v="377" actId="478"/>
          <ac:spMkLst>
            <pc:docMk/>
            <pc:sldMk cId="3332360266" sldId="610"/>
            <ac:spMk id="7" creationId="{BA0E5DD0-79F6-4719-9FCF-53CDB6FC0B47}"/>
          </ac:spMkLst>
        </pc:spChg>
        <pc:picChg chg="del">
          <ac:chgData name="БСУ" userId="bdbaa275-9249-41b1-8d15-242f632c67bf" providerId="ADAL" clId="{5F5285FA-2208-453A-9F2B-DA8DE29D3670}" dt="2023-02-18T12:15:03.936" v="377" actId="478"/>
          <ac:picMkLst>
            <pc:docMk/>
            <pc:sldMk cId="3332360266" sldId="610"/>
            <ac:picMk id="10" creationId="{00000000-0000-0000-0000-000000000000}"/>
          </ac:picMkLst>
        </pc:picChg>
        <pc:picChg chg="del">
          <ac:chgData name="БСУ" userId="bdbaa275-9249-41b1-8d15-242f632c67bf" providerId="ADAL" clId="{5F5285FA-2208-453A-9F2B-DA8DE29D3670}" dt="2023-02-18T12:15:03.936" v="377" actId="478"/>
          <ac:picMkLst>
            <pc:docMk/>
            <pc:sldMk cId="3332360266" sldId="610"/>
            <ac:picMk id="11" creationId="{00000000-0000-0000-0000-000000000000}"/>
          </ac:picMkLst>
        </pc:picChg>
      </pc:sldChg>
      <pc:sldChg chg="delSp modSp add mod">
        <pc:chgData name="БСУ" userId="bdbaa275-9249-41b1-8d15-242f632c67bf" providerId="ADAL" clId="{5F5285FA-2208-453A-9F2B-DA8DE29D3670}" dt="2023-02-18T12:07:38.523" v="272" actId="478"/>
        <pc:sldMkLst>
          <pc:docMk/>
          <pc:sldMk cId="3403930400" sldId="615"/>
        </pc:sldMkLst>
        <pc:spChg chg="mod">
          <ac:chgData name="БСУ" userId="bdbaa275-9249-41b1-8d15-242f632c67bf" providerId="ADAL" clId="{5F5285FA-2208-453A-9F2B-DA8DE29D3670}" dt="2023-02-18T12:07:36.810" v="271" actId="1076"/>
          <ac:spMkLst>
            <pc:docMk/>
            <pc:sldMk cId="3403930400" sldId="615"/>
            <ac:spMk id="3" creationId="{00000000-0000-0000-0000-000000000000}"/>
          </ac:spMkLst>
        </pc:spChg>
        <pc:spChg chg="mod">
          <ac:chgData name="БСУ" userId="bdbaa275-9249-41b1-8d15-242f632c67bf" providerId="ADAL" clId="{5F5285FA-2208-453A-9F2B-DA8DE29D3670}" dt="2023-02-18T12:07:30.442" v="270" actId="2711"/>
          <ac:spMkLst>
            <pc:docMk/>
            <pc:sldMk cId="3403930400" sldId="615"/>
            <ac:spMk id="4" creationId="{00000000-0000-0000-0000-000000000000}"/>
          </ac:spMkLst>
        </pc:spChg>
        <pc:spChg chg="del mod">
          <ac:chgData name="БСУ" userId="bdbaa275-9249-41b1-8d15-242f632c67bf" providerId="ADAL" clId="{5F5285FA-2208-453A-9F2B-DA8DE29D3670}" dt="2023-02-18T12:07:38.523" v="272" actId="478"/>
          <ac:spMkLst>
            <pc:docMk/>
            <pc:sldMk cId="3403930400" sldId="615"/>
            <ac:spMk id="5" creationId="{852FD7B0-8693-4749-9E14-375FE600A6CD}"/>
          </ac:spMkLst>
        </pc:spChg>
      </pc:sldChg>
      <pc:sldChg chg="delSp modSp add mod">
        <pc:chgData name="БСУ" userId="bdbaa275-9249-41b1-8d15-242f632c67bf" providerId="ADAL" clId="{5F5285FA-2208-453A-9F2B-DA8DE29D3670}" dt="2023-02-18T12:14:34.273" v="376" actId="478"/>
        <pc:sldMkLst>
          <pc:docMk/>
          <pc:sldMk cId="2365020413" sldId="616"/>
        </pc:sldMkLst>
        <pc:spChg chg="mod">
          <ac:chgData name="БСУ" userId="bdbaa275-9249-41b1-8d15-242f632c67bf" providerId="ADAL" clId="{5F5285FA-2208-453A-9F2B-DA8DE29D3670}" dt="2023-02-18T12:14:31.514" v="375" actId="2711"/>
          <ac:spMkLst>
            <pc:docMk/>
            <pc:sldMk cId="2365020413" sldId="616"/>
            <ac:spMk id="3" creationId="{00000000-0000-0000-0000-000000000000}"/>
          </ac:spMkLst>
        </pc:spChg>
        <pc:spChg chg="mod">
          <ac:chgData name="БСУ" userId="bdbaa275-9249-41b1-8d15-242f632c67bf" providerId="ADAL" clId="{5F5285FA-2208-453A-9F2B-DA8DE29D3670}" dt="2023-02-18T12:14:31.514" v="375" actId="2711"/>
          <ac:spMkLst>
            <pc:docMk/>
            <pc:sldMk cId="2365020413" sldId="616"/>
            <ac:spMk id="4" creationId="{00000000-0000-0000-0000-000000000000}"/>
          </ac:spMkLst>
        </pc:spChg>
        <pc:spChg chg="del mod">
          <ac:chgData name="БСУ" userId="bdbaa275-9249-41b1-8d15-242f632c67bf" providerId="ADAL" clId="{5F5285FA-2208-453A-9F2B-DA8DE29D3670}" dt="2023-02-18T12:14:34.273" v="376" actId="478"/>
          <ac:spMkLst>
            <pc:docMk/>
            <pc:sldMk cId="2365020413" sldId="616"/>
            <ac:spMk id="5" creationId="{52E47012-5E26-40AB-BA4C-4EDB5477C977}"/>
          </ac:spMkLst>
        </pc:spChg>
      </pc:sldChg>
      <pc:sldChg chg="delSp modSp add mod">
        <pc:chgData name="БСУ" userId="bdbaa275-9249-41b1-8d15-242f632c67bf" providerId="ADAL" clId="{5F5285FA-2208-453A-9F2B-DA8DE29D3670}" dt="2023-02-18T11:56:44.696" v="57" actId="478"/>
        <pc:sldMkLst>
          <pc:docMk/>
          <pc:sldMk cId="1101827925" sldId="618"/>
        </pc:sldMkLst>
        <pc:spChg chg="mod">
          <ac:chgData name="БСУ" userId="bdbaa275-9249-41b1-8d15-242f632c67bf" providerId="ADAL" clId="{5F5285FA-2208-453A-9F2B-DA8DE29D3670}" dt="2023-02-18T11:56:42.275" v="56" actId="2711"/>
          <ac:spMkLst>
            <pc:docMk/>
            <pc:sldMk cId="1101827925" sldId="618"/>
            <ac:spMk id="3" creationId="{00000000-0000-0000-0000-000000000000}"/>
          </ac:spMkLst>
        </pc:spChg>
        <pc:spChg chg="mod">
          <ac:chgData name="БСУ" userId="bdbaa275-9249-41b1-8d15-242f632c67bf" providerId="ADAL" clId="{5F5285FA-2208-453A-9F2B-DA8DE29D3670}" dt="2023-02-18T11:56:42.275" v="56" actId="2711"/>
          <ac:spMkLst>
            <pc:docMk/>
            <pc:sldMk cId="1101827925" sldId="618"/>
            <ac:spMk id="4" creationId="{00000000-0000-0000-0000-000000000000}"/>
          </ac:spMkLst>
        </pc:spChg>
        <pc:spChg chg="del mod">
          <ac:chgData name="БСУ" userId="bdbaa275-9249-41b1-8d15-242f632c67bf" providerId="ADAL" clId="{5F5285FA-2208-453A-9F2B-DA8DE29D3670}" dt="2023-02-18T11:56:44.696" v="57" actId="478"/>
          <ac:spMkLst>
            <pc:docMk/>
            <pc:sldMk cId="1101827925" sldId="618"/>
            <ac:spMk id="5" creationId="{162686D6-2B17-4974-8A58-365FC2D0DFB2}"/>
          </ac:spMkLst>
        </pc:spChg>
      </pc:sldChg>
      <pc:sldChg chg="delSp modSp add mod modAnim">
        <pc:chgData name="БСУ" userId="bdbaa275-9249-41b1-8d15-242f632c67bf" providerId="ADAL" clId="{5F5285FA-2208-453A-9F2B-DA8DE29D3670}" dt="2023-02-18T12:06:12.858" v="251" actId="20577"/>
        <pc:sldMkLst>
          <pc:docMk/>
          <pc:sldMk cId="2121826176" sldId="620"/>
        </pc:sldMkLst>
        <pc:spChg chg="mod">
          <ac:chgData name="БСУ" userId="bdbaa275-9249-41b1-8d15-242f632c67bf" providerId="ADAL" clId="{5F5285FA-2208-453A-9F2B-DA8DE29D3670}" dt="2023-02-18T11:57:56.838" v="76" actId="403"/>
          <ac:spMkLst>
            <pc:docMk/>
            <pc:sldMk cId="2121826176" sldId="620"/>
            <ac:spMk id="3" creationId="{00000000-0000-0000-0000-000000000000}"/>
          </ac:spMkLst>
        </pc:spChg>
        <pc:spChg chg="mod">
          <ac:chgData name="БСУ" userId="bdbaa275-9249-41b1-8d15-242f632c67bf" providerId="ADAL" clId="{5F5285FA-2208-453A-9F2B-DA8DE29D3670}" dt="2023-02-18T11:59:09.245" v="102" actId="20577"/>
          <ac:spMkLst>
            <pc:docMk/>
            <pc:sldMk cId="2121826176" sldId="620"/>
            <ac:spMk id="4" creationId="{00000000-0000-0000-0000-000000000000}"/>
          </ac:spMkLst>
        </pc:spChg>
        <pc:spChg chg="mod">
          <ac:chgData name="БСУ" userId="bdbaa275-9249-41b1-8d15-242f632c67bf" providerId="ADAL" clId="{5F5285FA-2208-453A-9F2B-DA8DE29D3670}" dt="2023-02-18T12:05:24.150" v="241" actId="14100"/>
          <ac:spMkLst>
            <pc:docMk/>
            <pc:sldMk cId="2121826176" sldId="620"/>
            <ac:spMk id="6" creationId="{00000000-0000-0000-0000-000000000000}"/>
          </ac:spMkLst>
        </pc:spChg>
        <pc:spChg chg="mod">
          <ac:chgData name="БСУ" userId="bdbaa275-9249-41b1-8d15-242f632c67bf" providerId="ADAL" clId="{5F5285FA-2208-453A-9F2B-DA8DE29D3670}" dt="2023-02-18T12:06:12.858" v="251" actId="20577"/>
          <ac:spMkLst>
            <pc:docMk/>
            <pc:sldMk cId="2121826176" sldId="620"/>
            <ac:spMk id="7" creationId="{00000000-0000-0000-0000-000000000000}"/>
          </ac:spMkLst>
        </pc:spChg>
        <pc:spChg chg="mod">
          <ac:chgData name="БСУ" userId="bdbaa275-9249-41b1-8d15-242f632c67bf" providerId="ADAL" clId="{5F5285FA-2208-453A-9F2B-DA8DE29D3670}" dt="2023-02-18T12:06:11.420" v="250" actId="14100"/>
          <ac:spMkLst>
            <pc:docMk/>
            <pc:sldMk cId="2121826176" sldId="620"/>
            <ac:spMk id="8" creationId="{00000000-0000-0000-0000-000000000000}"/>
          </ac:spMkLst>
        </pc:spChg>
        <pc:spChg chg="del mod">
          <ac:chgData name="БСУ" userId="bdbaa275-9249-41b1-8d15-242f632c67bf" providerId="ADAL" clId="{5F5285FA-2208-453A-9F2B-DA8DE29D3670}" dt="2023-02-18T11:58:14.500" v="80" actId="478"/>
          <ac:spMkLst>
            <pc:docMk/>
            <pc:sldMk cId="2121826176" sldId="620"/>
            <ac:spMk id="9" creationId="{4157EE04-7F2A-4047-9C74-D762A9FDA106}"/>
          </ac:spMkLst>
        </pc:spChg>
      </pc:sldChg>
      <pc:sldChg chg="addSp delSp modSp add mod modAnim">
        <pc:chgData name="БСУ" userId="bdbaa275-9249-41b1-8d15-242f632c67bf" providerId="ADAL" clId="{5F5285FA-2208-453A-9F2B-DA8DE29D3670}" dt="2023-02-18T12:06:36.182" v="257" actId="2711"/>
        <pc:sldMkLst>
          <pc:docMk/>
          <pc:sldMk cId="1650299337" sldId="621"/>
        </pc:sldMkLst>
        <pc:spChg chg="mod">
          <ac:chgData name="БСУ" userId="bdbaa275-9249-41b1-8d15-242f632c67bf" providerId="ADAL" clId="{5F5285FA-2208-453A-9F2B-DA8DE29D3670}" dt="2023-02-18T12:06:36.182" v="257" actId="2711"/>
          <ac:spMkLst>
            <pc:docMk/>
            <pc:sldMk cId="1650299337" sldId="621"/>
            <ac:spMk id="3" creationId="{00000000-0000-0000-0000-000000000000}"/>
          </ac:spMkLst>
        </pc:spChg>
        <pc:spChg chg="del">
          <ac:chgData name="БСУ" userId="bdbaa275-9249-41b1-8d15-242f632c67bf" providerId="ADAL" clId="{5F5285FA-2208-453A-9F2B-DA8DE29D3670}" dt="2023-02-18T11:59:16.731" v="103" actId="478"/>
          <ac:spMkLst>
            <pc:docMk/>
            <pc:sldMk cId="1650299337" sldId="621"/>
            <ac:spMk id="4" creationId="{00000000-0000-0000-0000-000000000000}"/>
          </ac:spMkLst>
        </pc:spChg>
        <pc:spChg chg="add del mod">
          <ac:chgData name="БСУ" userId="bdbaa275-9249-41b1-8d15-242f632c67bf" providerId="ADAL" clId="{5F5285FA-2208-453A-9F2B-DA8DE29D3670}" dt="2023-02-18T11:59:20.497" v="104" actId="478"/>
          <ac:spMkLst>
            <pc:docMk/>
            <pc:sldMk cId="1650299337" sldId="621"/>
            <ac:spMk id="5" creationId="{DD42DEEE-6E43-986B-7612-6BDE707C63BE}"/>
          </ac:spMkLst>
        </pc:spChg>
        <pc:spChg chg="mod">
          <ac:chgData name="БСУ" userId="bdbaa275-9249-41b1-8d15-242f632c67bf" providerId="ADAL" clId="{5F5285FA-2208-453A-9F2B-DA8DE29D3670}" dt="2023-02-18T12:06:29.439" v="256" actId="20577"/>
          <ac:spMkLst>
            <pc:docMk/>
            <pc:sldMk cId="1650299337" sldId="621"/>
            <ac:spMk id="6" creationId="{00000000-0000-0000-0000-000000000000}"/>
          </ac:spMkLst>
        </pc:spChg>
        <pc:spChg chg="del mod">
          <ac:chgData name="БСУ" userId="bdbaa275-9249-41b1-8d15-242f632c67bf" providerId="ADAL" clId="{5F5285FA-2208-453A-9F2B-DA8DE29D3670}" dt="2023-02-18T12:00:17.430" v="141" actId="478"/>
          <ac:spMkLst>
            <pc:docMk/>
            <pc:sldMk cId="1650299337" sldId="621"/>
            <ac:spMk id="7" creationId="{741B5621-E459-4E09-9765-0CA4BC73F817}"/>
          </ac:spMkLst>
        </pc:spChg>
        <pc:spChg chg="add mod">
          <ac:chgData name="БСУ" userId="bdbaa275-9249-41b1-8d15-242f632c67bf" providerId="ADAL" clId="{5F5285FA-2208-453A-9F2B-DA8DE29D3670}" dt="2023-02-18T12:00:22.431" v="143" actId="6549"/>
          <ac:spMkLst>
            <pc:docMk/>
            <pc:sldMk cId="1650299337" sldId="621"/>
            <ac:spMk id="8" creationId="{EE09BEA9-8B62-94F5-69A3-2FE1A1332A4E}"/>
          </ac:spMkLst>
        </pc:spChg>
      </pc:sldChg>
      <pc:sldChg chg="addSp delSp modSp add mod modAnim">
        <pc:chgData name="БСУ" userId="bdbaa275-9249-41b1-8d15-242f632c67bf" providerId="ADAL" clId="{5F5285FA-2208-453A-9F2B-DA8DE29D3670}" dt="2023-02-18T12:04:53.084" v="235"/>
        <pc:sldMkLst>
          <pc:docMk/>
          <pc:sldMk cId="998384912" sldId="622"/>
        </pc:sldMkLst>
        <pc:spChg chg="mod">
          <ac:chgData name="БСУ" userId="bdbaa275-9249-41b1-8d15-242f632c67bf" providerId="ADAL" clId="{5F5285FA-2208-453A-9F2B-DA8DE29D3670}" dt="2023-02-18T12:04:13.740" v="224" actId="1076"/>
          <ac:spMkLst>
            <pc:docMk/>
            <pc:sldMk cId="998384912" sldId="622"/>
            <ac:spMk id="3" creationId="{00000000-0000-0000-0000-000000000000}"/>
          </ac:spMkLst>
        </pc:spChg>
        <pc:spChg chg="del">
          <ac:chgData name="БСУ" userId="bdbaa275-9249-41b1-8d15-242f632c67bf" providerId="ADAL" clId="{5F5285FA-2208-453A-9F2B-DA8DE29D3670}" dt="2023-02-18T12:00:48.074" v="147" actId="478"/>
          <ac:spMkLst>
            <pc:docMk/>
            <pc:sldMk cId="998384912" sldId="622"/>
            <ac:spMk id="4" creationId="{00000000-0000-0000-0000-000000000000}"/>
          </ac:spMkLst>
        </pc:spChg>
        <pc:spChg chg="add del mod">
          <ac:chgData name="БСУ" userId="bdbaa275-9249-41b1-8d15-242f632c67bf" providerId="ADAL" clId="{5F5285FA-2208-453A-9F2B-DA8DE29D3670}" dt="2023-02-18T12:00:50.380" v="148" actId="478"/>
          <ac:spMkLst>
            <pc:docMk/>
            <pc:sldMk cId="998384912" sldId="622"/>
            <ac:spMk id="5" creationId="{A0A6184D-A699-3707-9E24-9D464EBAAA2E}"/>
          </ac:spMkLst>
        </pc:spChg>
        <pc:spChg chg="mod">
          <ac:chgData name="БСУ" userId="bdbaa275-9249-41b1-8d15-242f632c67bf" providerId="ADAL" clId="{5F5285FA-2208-453A-9F2B-DA8DE29D3670}" dt="2023-02-18T12:04:39.457" v="231" actId="13822"/>
          <ac:spMkLst>
            <pc:docMk/>
            <pc:sldMk cId="998384912" sldId="622"/>
            <ac:spMk id="6" creationId="{00000000-0000-0000-0000-000000000000}"/>
          </ac:spMkLst>
        </pc:spChg>
        <pc:spChg chg="mod">
          <ac:chgData name="БСУ" userId="bdbaa275-9249-41b1-8d15-242f632c67bf" providerId="ADAL" clId="{5F5285FA-2208-453A-9F2B-DA8DE29D3670}" dt="2023-02-18T12:04:42.652" v="233" actId="2085"/>
          <ac:spMkLst>
            <pc:docMk/>
            <pc:sldMk cId="998384912" sldId="622"/>
            <ac:spMk id="7" creationId="{00000000-0000-0000-0000-000000000000}"/>
          </ac:spMkLst>
        </pc:spChg>
        <pc:spChg chg="del mod">
          <ac:chgData name="БСУ" userId="bdbaa275-9249-41b1-8d15-242f632c67bf" providerId="ADAL" clId="{5F5285FA-2208-453A-9F2B-DA8DE29D3670}" dt="2023-02-18T12:04:49.109" v="234" actId="478"/>
          <ac:spMkLst>
            <pc:docMk/>
            <pc:sldMk cId="998384912" sldId="622"/>
            <ac:spMk id="8" creationId="{DB9D9705-17E8-41C0-B4C1-14B6155E26F1}"/>
          </ac:spMkLst>
        </pc:spChg>
        <pc:spChg chg="add mod">
          <ac:chgData name="БСУ" userId="bdbaa275-9249-41b1-8d15-242f632c67bf" providerId="ADAL" clId="{5F5285FA-2208-453A-9F2B-DA8DE29D3670}" dt="2023-02-18T12:00:57.744" v="151" actId="20577"/>
          <ac:spMkLst>
            <pc:docMk/>
            <pc:sldMk cId="998384912" sldId="622"/>
            <ac:spMk id="9" creationId="{9DA4F4A4-E3B6-3805-6545-3314895B64A6}"/>
          </ac:spMkLst>
        </pc:spChg>
      </pc:sldChg>
      <pc:sldChg chg="addSp delSp modSp add mod modAnim">
        <pc:chgData name="БСУ" userId="bdbaa275-9249-41b1-8d15-242f632c67bf" providerId="ADAL" clId="{5F5285FA-2208-453A-9F2B-DA8DE29D3670}" dt="2023-02-18T12:07:16.063" v="267" actId="1076"/>
        <pc:sldMkLst>
          <pc:docMk/>
          <pc:sldMk cId="2713081277" sldId="623"/>
        </pc:sldMkLst>
        <pc:spChg chg="mod">
          <ac:chgData name="БСУ" userId="bdbaa275-9249-41b1-8d15-242f632c67bf" providerId="ADAL" clId="{5F5285FA-2208-453A-9F2B-DA8DE29D3670}" dt="2023-02-18T12:07:16.063" v="267" actId="1076"/>
          <ac:spMkLst>
            <pc:docMk/>
            <pc:sldMk cId="2713081277" sldId="623"/>
            <ac:spMk id="3" creationId="{00000000-0000-0000-0000-000000000000}"/>
          </ac:spMkLst>
        </pc:spChg>
        <pc:spChg chg="del">
          <ac:chgData name="БСУ" userId="bdbaa275-9249-41b1-8d15-242f632c67bf" providerId="ADAL" clId="{5F5285FA-2208-453A-9F2B-DA8DE29D3670}" dt="2023-02-18T12:01:20.908" v="153" actId="478"/>
          <ac:spMkLst>
            <pc:docMk/>
            <pc:sldMk cId="2713081277" sldId="623"/>
            <ac:spMk id="4" creationId="{00000000-0000-0000-0000-000000000000}"/>
          </ac:spMkLst>
        </pc:spChg>
        <pc:spChg chg="add del mod">
          <ac:chgData name="БСУ" userId="bdbaa275-9249-41b1-8d15-242f632c67bf" providerId="ADAL" clId="{5F5285FA-2208-453A-9F2B-DA8DE29D3670}" dt="2023-02-18T12:01:23.763" v="154" actId="478"/>
          <ac:spMkLst>
            <pc:docMk/>
            <pc:sldMk cId="2713081277" sldId="623"/>
            <ac:spMk id="5" creationId="{9C3829E5-61E8-A208-50D3-2B155ED3198D}"/>
          </ac:spMkLst>
        </pc:spChg>
        <pc:spChg chg="mod">
          <ac:chgData name="БСУ" userId="bdbaa275-9249-41b1-8d15-242f632c67bf" providerId="ADAL" clId="{5F5285FA-2208-453A-9F2B-DA8DE29D3670}" dt="2023-02-18T12:06:50.490" v="258" actId="2711"/>
          <ac:spMkLst>
            <pc:docMk/>
            <pc:sldMk cId="2713081277" sldId="623"/>
            <ac:spMk id="6" creationId="{00000000-0000-0000-0000-000000000000}"/>
          </ac:spMkLst>
        </pc:spChg>
        <pc:spChg chg="del mod">
          <ac:chgData name="БСУ" userId="bdbaa275-9249-41b1-8d15-242f632c67bf" providerId="ADAL" clId="{5F5285FA-2208-453A-9F2B-DA8DE29D3670}" dt="2023-02-18T12:02:40.211" v="178" actId="478"/>
          <ac:spMkLst>
            <pc:docMk/>
            <pc:sldMk cId="2713081277" sldId="623"/>
            <ac:spMk id="7" creationId="{8B817017-AB9F-44E0-9FA1-F2841BCC613D}"/>
          </ac:spMkLst>
        </pc:spChg>
        <pc:spChg chg="mod">
          <ac:chgData name="БСУ" userId="bdbaa275-9249-41b1-8d15-242f632c67bf" providerId="ADAL" clId="{5F5285FA-2208-453A-9F2B-DA8DE29D3670}" dt="2023-02-18T12:07:12.807" v="266" actId="1076"/>
          <ac:spMkLst>
            <pc:docMk/>
            <pc:sldMk cId="2713081277" sldId="623"/>
            <ac:spMk id="8" creationId="{00000000-0000-0000-0000-000000000000}"/>
          </ac:spMkLst>
        </pc:spChg>
        <pc:spChg chg="add mod">
          <ac:chgData name="БСУ" userId="bdbaa275-9249-41b1-8d15-242f632c67bf" providerId="ADAL" clId="{5F5285FA-2208-453A-9F2B-DA8DE29D3670}" dt="2023-02-18T12:01:30.317" v="157" actId="20577"/>
          <ac:spMkLst>
            <pc:docMk/>
            <pc:sldMk cId="2713081277" sldId="623"/>
            <ac:spMk id="9" creationId="{45B67B33-D96D-48F0-0DE3-8A22E71AE1B3}"/>
          </ac:spMkLst>
        </pc:spChg>
      </pc:sldChg>
      <pc:sldChg chg="delSp modSp add mod modAnim">
        <pc:chgData name="БСУ" userId="bdbaa275-9249-41b1-8d15-242f632c67bf" providerId="ADAL" clId="{5F5285FA-2208-453A-9F2B-DA8DE29D3670}" dt="2023-02-18T12:09:23.140" v="296"/>
        <pc:sldMkLst>
          <pc:docMk/>
          <pc:sldMk cId="3099696746" sldId="624"/>
        </pc:sldMkLst>
        <pc:spChg chg="mod">
          <ac:chgData name="БСУ" userId="bdbaa275-9249-41b1-8d15-242f632c67bf" providerId="ADAL" clId="{5F5285FA-2208-453A-9F2B-DA8DE29D3670}" dt="2023-02-18T12:09:03.306" v="292" actId="1076"/>
          <ac:spMkLst>
            <pc:docMk/>
            <pc:sldMk cId="3099696746" sldId="624"/>
            <ac:spMk id="3" creationId="{00000000-0000-0000-0000-000000000000}"/>
          </ac:spMkLst>
        </pc:spChg>
        <pc:spChg chg="mod">
          <ac:chgData name="БСУ" userId="bdbaa275-9249-41b1-8d15-242f632c67bf" providerId="ADAL" clId="{5F5285FA-2208-453A-9F2B-DA8DE29D3670}" dt="2023-02-18T12:09:09.605" v="294" actId="14100"/>
          <ac:spMkLst>
            <pc:docMk/>
            <pc:sldMk cId="3099696746" sldId="624"/>
            <ac:spMk id="4" creationId="{00000000-0000-0000-0000-000000000000}"/>
          </ac:spMkLst>
        </pc:spChg>
        <pc:spChg chg="del mod">
          <ac:chgData name="БСУ" userId="bdbaa275-9249-41b1-8d15-242f632c67bf" providerId="ADAL" clId="{5F5285FA-2208-453A-9F2B-DA8DE29D3670}" dt="2023-02-18T12:08:43.806" v="290" actId="478"/>
          <ac:spMkLst>
            <pc:docMk/>
            <pc:sldMk cId="3099696746" sldId="624"/>
            <ac:spMk id="6" creationId="{1A33CA12-FD70-433F-AB7E-686573C0F730}"/>
          </ac:spMkLst>
        </pc:spChg>
        <pc:spChg chg="mod">
          <ac:chgData name="БСУ" userId="bdbaa275-9249-41b1-8d15-242f632c67bf" providerId="ADAL" clId="{5F5285FA-2208-453A-9F2B-DA8DE29D3670}" dt="2023-02-18T12:09:18.349" v="295" actId="14100"/>
          <ac:spMkLst>
            <pc:docMk/>
            <pc:sldMk cId="3099696746" sldId="624"/>
            <ac:spMk id="8" creationId="{00000000-0000-0000-0000-000000000000}"/>
          </ac:spMkLst>
        </pc:spChg>
      </pc:sldChg>
      <pc:sldChg chg="addSp delSp modSp add mod modAnim">
        <pc:chgData name="БСУ" userId="bdbaa275-9249-41b1-8d15-242f632c67bf" providerId="ADAL" clId="{5F5285FA-2208-453A-9F2B-DA8DE29D3670}" dt="2023-02-18T12:12:31.404" v="348" actId="1076"/>
        <pc:sldMkLst>
          <pc:docMk/>
          <pc:sldMk cId="3895443716" sldId="628"/>
        </pc:sldMkLst>
        <pc:spChg chg="mod">
          <ac:chgData name="БСУ" userId="bdbaa275-9249-41b1-8d15-242f632c67bf" providerId="ADAL" clId="{5F5285FA-2208-453A-9F2B-DA8DE29D3670}" dt="2023-02-18T12:12:31.404" v="348" actId="1076"/>
          <ac:spMkLst>
            <pc:docMk/>
            <pc:sldMk cId="3895443716" sldId="628"/>
            <ac:spMk id="3" creationId="{00000000-0000-0000-0000-000000000000}"/>
          </ac:spMkLst>
        </pc:spChg>
        <pc:spChg chg="del">
          <ac:chgData name="БСУ" userId="bdbaa275-9249-41b1-8d15-242f632c67bf" providerId="ADAL" clId="{5F5285FA-2208-453A-9F2B-DA8DE29D3670}" dt="2023-02-18T12:11:20.401" v="332" actId="478"/>
          <ac:spMkLst>
            <pc:docMk/>
            <pc:sldMk cId="3895443716" sldId="628"/>
            <ac:spMk id="4" creationId="{00000000-0000-0000-0000-000000000000}"/>
          </ac:spMkLst>
        </pc:spChg>
        <pc:spChg chg="add del mod">
          <ac:chgData name="БСУ" userId="bdbaa275-9249-41b1-8d15-242f632c67bf" providerId="ADAL" clId="{5F5285FA-2208-453A-9F2B-DA8DE29D3670}" dt="2023-02-18T12:11:23.701" v="333" actId="478"/>
          <ac:spMkLst>
            <pc:docMk/>
            <pc:sldMk cId="3895443716" sldId="628"/>
            <ac:spMk id="5" creationId="{2C93948D-965E-E389-A5C9-8E5E7ED12E01}"/>
          </ac:spMkLst>
        </pc:spChg>
        <pc:spChg chg="add mod">
          <ac:chgData name="БСУ" userId="bdbaa275-9249-41b1-8d15-242f632c67bf" providerId="ADAL" clId="{5F5285FA-2208-453A-9F2B-DA8DE29D3670}" dt="2023-02-18T12:11:37.399" v="337" actId="20577"/>
          <ac:spMkLst>
            <pc:docMk/>
            <pc:sldMk cId="3895443716" sldId="628"/>
            <ac:spMk id="6" creationId="{AEF9D229-55EC-1168-A80F-9D9EBD8A4783}"/>
          </ac:spMkLst>
        </pc:spChg>
        <pc:spChg chg="mod">
          <ac:chgData name="БСУ" userId="bdbaa275-9249-41b1-8d15-242f632c67bf" providerId="ADAL" clId="{5F5285FA-2208-453A-9F2B-DA8DE29D3670}" dt="2023-02-18T12:12:31.404" v="348" actId="1076"/>
          <ac:spMkLst>
            <pc:docMk/>
            <pc:sldMk cId="3895443716" sldId="628"/>
            <ac:spMk id="7" creationId="{00000000-0000-0000-0000-000000000000}"/>
          </ac:spMkLst>
        </pc:spChg>
        <pc:spChg chg="del mod">
          <ac:chgData name="БСУ" userId="bdbaa275-9249-41b1-8d15-242f632c67bf" providerId="ADAL" clId="{5F5285FA-2208-453A-9F2B-DA8DE29D3670}" dt="2023-02-18T12:11:25.427" v="334" actId="478"/>
          <ac:spMkLst>
            <pc:docMk/>
            <pc:sldMk cId="3895443716" sldId="628"/>
            <ac:spMk id="8" creationId="{750540E6-3170-49EC-AB02-5DAC9B555847}"/>
          </ac:spMkLst>
        </pc:spChg>
        <pc:spChg chg="mod">
          <ac:chgData name="БСУ" userId="bdbaa275-9249-41b1-8d15-242f632c67bf" providerId="ADAL" clId="{5F5285FA-2208-453A-9F2B-DA8DE29D3670}" dt="2023-02-18T12:12:31.404" v="348" actId="1076"/>
          <ac:spMkLst>
            <pc:docMk/>
            <pc:sldMk cId="3895443716" sldId="628"/>
            <ac:spMk id="9" creationId="{00000000-0000-0000-0000-000000000000}"/>
          </ac:spMkLst>
        </pc:spChg>
      </pc:sldChg>
      <pc:sldChg chg="addSp delSp modSp add mod modAnim">
        <pc:chgData name="БСУ" userId="bdbaa275-9249-41b1-8d15-242f632c67bf" providerId="ADAL" clId="{5F5285FA-2208-453A-9F2B-DA8DE29D3670}" dt="2023-02-18T12:14:17.707" v="374"/>
        <pc:sldMkLst>
          <pc:docMk/>
          <pc:sldMk cId="856453200" sldId="629"/>
        </pc:sldMkLst>
        <pc:spChg chg="mod">
          <ac:chgData name="БСУ" userId="bdbaa275-9249-41b1-8d15-242f632c67bf" providerId="ADAL" clId="{5F5285FA-2208-453A-9F2B-DA8DE29D3670}" dt="2023-02-18T12:13:38.071" v="366" actId="2711"/>
          <ac:spMkLst>
            <pc:docMk/>
            <pc:sldMk cId="856453200" sldId="629"/>
            <ac:spMk id="3" creationId="{00000000-0000-0000-0000-000000000000}"/>
          </ac:spMkLst>
        </pc:spChg>
        <pc:spChg chg="del">
          <ac:chgData name="БСУ" userId="bdbaa275-9249-41b1-8d15-242f632c67bf" providerId="ADAL" clId="{5F5285FA-2208-453A-9F2B-DA8DE29D3670}" dt="2023-02-18T12:12:37.321" v="349" actId="478"/>
          <ac:spMkLst>
            <pc:docMk/>
            <pc:sldMk cId="856453200" sldId="629"/>
            <ac:spMk id="4" creationId="{00000000-0000-0000-0000-000000000000}"/>
          </ac:spMkLst>
        </pc:spChg>
        <pc:spChg chg="add del mod">
          <ac:chgData name="БСУ" userId="bdbaa275-9249-41b1-8d15-242f632c67bf" providerId="ADAL" clId="{5F5285FA-2208-453A-9F2B-DA8DE29D3670}" dt="2023-02-18T12:12:40.288" v="350" actId="478"/>
          <ac:spMkLst>
            <pc:docMk/>
            <pc:sldMk cId="856453200" sldId="629"/>
            <ac:spMk id="5" creationId="{B7CEB31C-63E5-B545-4100-B791BE149E84}"/>
          </ac:spMkLst>
        </pc:spChg>
        <pc:spChg chg="mod">
          <ac:chgData name="БСУ" userId="bdbaa275-9249-41b1-8d15-242f632c67bf" providerId="ADAL" clId="{5F5285FA-2208-453A-9F2B-DA8DE29D3670}" dt="2023-02-18T12:14:08.007" v="371" actId="13822"/>
          <ac:spMkLst>
            <pc:docMk/>
            <pc:sldMk cId="856453200" sldId="629"/>
            <ac:spMk id="6" creationId="{00000000-0000-0000-0000-000000000000}"/>
          </ac:spMkLst>
        </pc:spChg>
        <pc:spChg chg="mod">
          <ac:chgData name="БСУ" userId="bdbaa275-9249-41b1-8d15-242f632c67bf" providerId="ADAL" clId="{5F5285FA-2208-453A-9F2B-DA8DE29D3670}" dt="2023-02-18T12:14:12.884" v="373" actId="2085"/>
          <ac:spMkLst>
            <pc:docMk/>
            <pc:sldMk cId="856453200" sldId="629"/>
            <ac:spMk id="7" creationId="{00000000-0000-0000-0000-000000000000}"/>
          </ac:spMkLst>
        </pc:spChg>
        <pc:spChg chg="del mod">
          <ac:chgData name="БСУ" userId="bdbaa275-9249-41b1-8d15-242f632c67bf" providerId="ADAL" clId="{5F5285FA-2208-453A-9F2B-DA8DE29D3670}" dt="2023-02-18T12:12:54.743" v="356" actId="478"/>
          <ac:spMkLst>
            <pc:docMk/>
            <pc:sldMk cId="856453200" sldId="629"/>
            <ac:spMk id="8" creationId="{E416BBB5-EB5D-4BEB-98B4-1D55ADD92141}"/>
          </ac:spMkLst>
        </pc:spChg>
        <pc:spChg chg="add mod">
          <ac:chgData name="БСУ" userId="bdbaa275-9249-41b1-8d15-242f632c67bf" providerId="ADAL" clId="{5F5285FA-2208-453A-9F2B-DA8DE29D3670}" dt="2023-02-18T12:13:05.340" v="360" actId="6549"/>
          <ac:spMkLst>
            <pc:docMk/>
            <pc:sldMk cId="856453200" sldId="629"/>
            <ac:spMk id="9" creationId="{81CECFB1-CDBA-62DE-66A3-5D94E2027ADE}"/>
          </ac:spMkLst>
        </pc:spChg>
      </pc:sldChg>
      <pc:sldChg chg="addSp delSp modSp add mod modAnim">
        <pc:chgData name="БСУ" userId="bdbaa275-9249-41b1-8d15-242f632c67bf" providerId="ADAL" clId="{5F5285FA-2208-453A-9F2B-DA8DE29D3670}" dt="2023-02-18T12:10:26.326" v="312" actId="14100"/>
        <pc:sldMkLst>
          <pc:docMk/>
          <pc:sldMk cId="1749441600" sldId="630"/>
        </pc:sldMkLst>
        <pc:spChg chg="mod">
          <ac:chgData name="БСУ" userId="bdbaa275-9249-41b1-8d15-242f632c67bf" providerId="ADAL" clId="{5F5285FA-2208-453A-9F2B-DA8DE29D3670}" dt="2023-02-18T12:10:08.090" v="308" actId="1076"/>
          <ac:spMkLst>
            <pc:docMk/>
            <pc:sldMk cId="1749441600" sldId="630"/>
            <ac:spMk id="3" creationId="{00000000-0000-0000-0000-000000000000}"/>
          </ac:spMkLst>
        </pc:spChg>
        <pc:spChg chg="del">
          <ac:chgData name="БСУ" userId="bdbaa275-9249-41b1-8d15-242f632c67bf" providerId="ADAL" clId="{5F5285FA-2208-453A-9F2B-DA8DE29D3670}" dt="2023-02-18T12:09:27.183" v="297" actId="478"/>
          <ac:spMkLst>
            <pc:docMk/>
            <pc:sldMk cId="1749441600" sldId="630"/>
            <ac:spMk id="4" creationId="{00000000-0000-0000-0000-000000000000}"/>
          </ac:spMkLst>
        </pc:spChg>
        <pc:spChg chg="add del mod">
          <ac:chgData name="БСУ" userId="bdbaa275-9249-41b1-8d15-242f632c67bf" providerId="ADAL" clId="{5F5285FA-2208-453A-9F2B-DA8DE29D3670}" dt="2023-02-18T12:09:29.838" v="298" actId="478"/>
          <ac:spMkLst>
            <pc:docMk/>
            <pc:sldMk cId="1749441600" sldId="630"/>
            <ac:spMk id="5" creationId="{EF8CF8B9-AA37-B848-B6B2-7E312DFF5C85}"/>
          </ac:spMkLst>
        </pc:spChg>
        <pc:spChg chg="del mod">
          <ac:chgData name="БСУ" userId="bdbaa275-9249-41b1-8d15-242f632c67bf" providerId="ADAL" clId="{5F5285FA-2208-453A-9F2B-DA8DE29D3670}" dt="2023-02-18T12:10:21.970" v="311" actId="478"/>
          <ac:spMkLst>
            <pc:docMk/>
            <pc:sldMk cId="1749441600" sldId="630"/>
            <ac:spMk id="6" creationId="{7DD7E941-0957-4C09-B752-1BB017581163}"/>
          </ac:spMkLst>
        </pc:spChg>
        <pc:spChg chg="add mod">
          <ac:chgData name="БСУ" userId="bdbaa275-9249-41b1-8d15-242f632c67bf" providerId="ADAL" clId="{5F5285FA-2208-453A-9F2B-DA8DE29D3670}" dt="2023-02-18T12:09:33.778" v="300" actId="20577"/>
          <ac:spMkLst>
            <pc:docMk/>
            <pc:sldMk cId="1749441600" sldId="630"/>
            <ac:spMk id="7" creationId="{9AA6FD0A-7A46-4E1D-BB6A-0CA94919C879}"/>
          </ac:spMkLst>
        </pc:spChg>
        <pc:spChg chg="mod">
          <ac:chgData name="БСУ" userId="bdbaa275-9249-41b1-8d15-242f632c67bf" providerId="ADAL" clId="{5F5285FA-2208-453A-9F2B-DA8DE29D3670}" dt="2023-02-18T12:10:26.326" v="312" actId="14100"/>
          <ac:spMkLst>
            <pc:docMk/>
            <pc:sldMk cId="1749441600" sldId="630"/>
            <ac:spMk id="8" creationId="{00000000-0000-0000-0000-000000000000}"/>
          </ac:spMkLst>
        </pc:spChg>
      </pc:sldChg>
      <pc:sldChg chg="delSp modSp add mod modAnim">
        <pc:chgData name="БСУ" userId="bdbaa275-9249-41b1-8d15-242f632c67bf" providerId="ADAL" clId="{5F5285FA-2208-453A-9F2B-DA8DE29D3670}" dt="2023-02-18T12:19:40.678" v="458" actId="20577"/>
        <pc:sldMkLst>
          <pc:docMk/>
          <pc:sldMk cId="3780661266" sldId="631"/>
        </pc:sldMkLst>
        <pc:spChg chg="mod">
          <ac:chgData name="БСУ" userId="bdbaa275-9249-41b1-8d15-242f632c67bf" providerId="ADAL" clId="{5F5285FA-2208-453A-9F2B-DA8DE29D3670}" dt="2023-02-18T12:17:27.827" v="418" actId="2711"/>
          <ac:spMkLst>
            <pc:docMk/>
            <pc:sldMk cId="3780661266" sldId="631"/>
            <ac:spMk id="3" creationId="{00000000-0000-0000-0000-000000000000}"/>
          </ac:spMkLst>
        </pc:spChg>
        <pc:spChg chg="mod">
          <ac:chgData name="БСУ" userId="bdbaa275-9249-41b1-8d15-242f632c67bf" providerId="ADAL" clId="{5F5285FA-2208-453A-9F2B-DA8DE29D3670}" dt="2023-02-18T12:19:40.678" v="458" actId="20577"/>
          <ac:spMkLst>
            <pc:docMk/>
            <pc:sldMk cId="3780661266" sldId="631"/>
            <ac:spMk id="4" creationId="{00000000-0000-0000-0000-000000000000}"/>
          </ac:spMkLst>
        </pc:spChg>
        <pc:spChg chg="mod">
          <ac:chgData name="БСУ" userId="bdbaa275-9249-41b1-8d15-242f632c67bf" providerId="ADAL" clId="{5F5285FA-2208-453A-9F2B-DA8DE29D3670}" dt="2023-02-18T12:16:42.649" v="407" actId="13822"/>
          <ac:spMkLst>
            <pc:docMk/>
            <pc:sldMk cId="3780661266" sldId="631"/>
            <ac:spMk id="6" creationId="{00000000-0000-0000-0000-000000000000}"/>
          </ac:spMkLst>
        </pc:spChg>
        <pc:spChg chg="mod">
          <ac:chgData name="БСУ" userId="bdbaa275-9249-41b1-8d15-242f632c67bf" providerId="ADAL" clId="{5F5285FA-2208-453A-9F2B-DA8DE29D3670}" dt="2023-02-18T12:17:32.690" v="419" actId="404"/>
          <ac:spMkLst>
            <pc:docMk/>
            <pc:sldMk cId="3780661266" sldId="631"/>
            <ac:spMk id="7" creationId="{00000000-0000-0000-0000-000000000000}"/>
          </ac:spMkLst>
        </pc:spChg>
        <pc:spChg chg="del mod">
          <ac:chgData name="БСУ" userId="bdbaa275-9249-41b1-8d15-242f632c67bf" providerId="ADAL" clId="{5F5285FA-2208-453A-9F2B-DA8DE29D3670}" dt="2023-02-18T12:17:35.660" v="420" actId="478"/>
          <ac:spMkLst>
            <pc:docMk/>
            <pc:sldMk cId="3780661266" sldId="631"/>
            <ac:spMk id="8" creationId="{97E1B7B4-4CAA-40C8-8B57-67DE75C8F080}"/>
          </ac:spMkLst>
        </pc:spChg>
      </pc:sldChg>
      <pc:sldChg chg="addSp delSp modSp add mod modAnim">
        <pc:chgData name="БСУ" userId="bdbaa275-9249-41b1-8d15-242f632c67bf" providerId="ADAL" clId="{5F5285FA-2208-453A-9F2B-DA8DE29D3670}" dt="2023-02-18T12:19:44.613" v="459" actId="20577"/>
        <pc:sldMkLst>
          <pc:docMk/>
          <pc:sldMk cId="3784709322" sldId="632"/>
        </pc:sldMkLst>
        <pc:spChg chg="mod">
          <ac:chgData name="БСУ" userId="bdbaa275-9249-41b1-8d15-242f632c67bf" providerId="ADAL" clId="{5F5285FA-2208-453A-9F2B-DA8DE29D3670}" dt="2023-02-18T12:19:10.406" v="454" actId="1076"/>
          <ac:spMkLst>
            <pc:docMk/>
            <pc:sldMk cId="3784709322" sldId="632"/>
            <ac:spMk id="3" creationId="{00000000-0000-0000-0000-000000000000}"/>
          </ac:spMkLst>
        </pc:spChg>
        <pc:spChg chg="del">
          <ac:chgData name="БСУ" userId="bdbaa275-9249-41b1-8d15-242f632c67bf" providerId="ADAL" clId="{5F5285FA-2208-453A-9F2B-DA8DE29D3670}" dt="2023-02-18T12:17:57.057" v="429" actId="478"/>
          <ac:spMkLst>
            <pc:docMk/>
            <pc:sldMk cId="3784709322" sldId="632"/>
            <ac:spMk id="4" creationId="{00000000-0000-0000-0000-000000000000}"/>
          </ac:spMkLst>
        </pc:spChg>
        <pc:spChg chg="add del mod">
          <ac:chgData name="БСУ" userId="bdbaa275-9249-41b1-8d15-242f632c67bf" providerId="ADAL" clId="{5F5285FA-2208-453A-9F2B-DA8DE29D3670}" dt="2023-02-18T12:17:58.959" v="430" actId="478"/>
          <ac:spMkLst>
            <pc:docMk/>
            <pc:sldMk cId="3784709322" sldId="632"/>
            <ac:spMk id="5" creationId="{C88E7A1D-CCB8-594F-8D9A-ED8BB6118BA4}"/>
          </ac:spMkLst>
        </pc:spChg>
        <pc:spChg chg="del mod">
          <ac:chgData name="БСУ" userId="bdbaa275-9249-41b1-8d15-242f632c67bf" providerId="ADAL" clId="{5F5285FA-2208-453A-9F2B-DA8DE29D3670}" dt="2023-02-18T12:19:17.858" v="456" actId="478"/>
          <ac:spMkLst>
            <pc:docMk/>
            <pc:sldMk cId="3784709322" sldId="632"/>
            <ac:spMk id="6" creationId="{69D79253-9312-4DFD-9F3E-AC9B058873A0}"/>
          </ac:spMkLst>
        </pc:spChg>
        <pc:spChg chg="mod">
          <ac:chgData name="БСУ" userId="bdbaa275-9249-41b1-8d15-242f632c67bf" providerId="ADAL" clId="{5F5285FA-2208-453A-9F2B-DA8DE29D3670}" dt="2023-02-18T12:19:15.998" v="455" actId="13822"/>
          <ac:spMkLst>
            <pc:docMk/>
            <pc:sldMk cId="3784709322" sldId="632"/>
            <ac:spMk id="7" creationId="{00000000-0000-0000-0000-000000000000}"/>
          </ac:spMkLst>
        </pc:spChg>
        <pc:spChg chg="add mod">
          <ac:chgData name="БСУ" userId="bdbaa275-9249-41b1-8d15-242f632c67bf" providerId="ADAL" clId="{5F5285FA-2208-453A-9F2B-DA8DE29D3670}" dt="2023-02-18T12:19:44.613" v="459" actId="20577"/>
          <ac:spMkLst>
            <pc:docMk/>
            <pc:sldMk cId="3784709322" sldId="632"/>
            <ac:spMk id="8" creationId="{A20D6023-64C0-71F6-C660-31DA33DF8F75}"/>
          </ac:spMkLst>
        </pc:spChg>
      </pc:sldChg>
    </pc:docChg>
  </pc:docChgLst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64624D8A-16D4-4CAF-9CFE-CE277C2D4BC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494896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12C2DD1-FCB7-470C-B54E-84813F74EE9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105510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Въведение в </a:t>
            </a:r>
            <a:r>
              <a:rPr lang="en-US" dirty="0">
                <a:latin typeface="Comfortaa" pitchFamily="2" charset="0"/>
              </a:rPr>
              <a:t>MVC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Реализация на </a:t>
            </a:r>
            <a:r>
              <a:rPr lang="ru-RU" dirty="0" err="1">
                <a:latin typeface="Comfortaa" pitchFamily="2" charset="0"/>
              </a:rPr>
              <a:t>програма</a:t>
            </a:r>
            <a:endParaRPr lang="ru-RU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3200" dirty="0" err="1">
                <a:latin typeface="Comfortaa" pitchFamily="2" charset="0"/>
              </a:rPr>
              <a:t>Program.cs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3200" dirty="0">
                <a:latin typeface="Comfortaa" pitchFamily="2" charset="0"/>
              </a:rPr>
              <a:t>Model/</a:t>
            </a:r>
            <a:r>
              <a:rPr lang="en-US" sz="3200" dirty="0" err="1">
                <a:latin typeface="Comfortaa" pitchFamily="2" charset="0"/>
              </a:rPr>
              <a:t>Tip.cs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3200" dirty="0">
                <a:latin typeface="Comfortaa" pitchFamily="2" charset="0"/>
              </a:rPr>
              <a:t>Views/</a:t>
            </a:r>
            <a:r>
              <a:rPr lang="en-US" sz="3200" dirty="0" err="1">
                <a:latin typeface="Comfortaa" pitchFamily="2" charset="0"/>
              </a:rPr>
              <a:t>Display.cs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3200" dirty="0">
                <a:latin typeface="Comfortaa" pitchFamily="2" charset="0"/>
              </a:rPr>
              <a:t>Controllers/</a:t>
            </a:r>
            <a:r>
              <a:rPr lang="en-US" sz="3200" dirty="0" err="1">
                <a:latin typeface="Comfortaa" pitchFamily="2" charset="0"/>
              </a:rPr>
              <a:t>TipCalculatorController.cs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en-US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789"/>
            <a:ext cx="10014284" cy="1143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000" dirty="0">
                <a:latin typeface="Comfortaa" pitchFamily="2" charset="0"/>
              </a:rPr>
              <a:t>Ще използваме </a:t>
            </a:r>
            <a:r>
              <a:rPr lang="en-US" sz="2000" dirty="0">
                <a:latin typeface="Comfortaa" pitchFamily="2" charset="0"/>
              </a:rPr>
              <a:t>Program </a:t>
            </a:r>
            <a:r>
              <a:rPr lang="bg-BG" sz="2000" dirty="0">
                <a:latin typeface="Comfortaa" pitchFamily="2" charset="0"/>
              </a:rPr>
              <a:t>класът като входна точка. Тук ще създадем контролера, който ще управлява всичко. Възможно е да се наложи да добавите </a:t>
            </a:r>
            <a:r>
              <a:rPr lang="en-US" sz="2000" dirty="0">
                <a:latin typeface="Comfortaa" pitchFamily="2" charset="0"/>
              </a:rPr>
              <a:t>using </a:t>
            </a:r>
            <a:r>
              <a:rPr lang="en-US" sz="2000" dirty="0" err="1">
                <a:latin typeface="Comfortaa" pitchFamily="2" charset="0"/>
              </a:rPr>
              <a:t>ConsoleMVC.Controllers</a:t>
            </a:r>
            <a:r>
              <a:rPr lang="en-US" sz="2000" dirty="0">
                <a:latin typeface="Comfortaa" pitchFamily="2" charset="0"/>
              </a:rPr>
              <a:t>;</a:t>
            </a:r>
          </a:p>
          <a:p>
            <a:pPr marL="0" indent="0">
              <a:buNone/>
            </a:pPr>
            <a:endParaRPr lang="en-US" sz="20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Класът </a:t>
            </a:r>
            <a:r>
              <a:rPr lang="en-US" dirty="0">
                <a:latin typeface="Comfortaa" pitchFamily="2" charset="0"/>
              </a:rPr>
              <a:t>Program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04374" y="2514602"/>
            <a:ext cx="10014284" cy="35394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class Program</a:t>
            </a:r>
          </a:p>
          <a:p>
            <a:r>
              <a:rPr lang="bg-BG" sz="28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sz="2800" b="1" dirty="0">
                <a:latin typeface="Consolas" panose="020B0609020204030204" pitchFamily="49" charset="0"/>
              </a:rPr>
              <a:t>	static void Main(string[] </a:t>
            </a:r>
            <a:r>
              <a:rPr lang="en-US" sz="2800" b="1" dirty="0" err="1">
                <a:latin typeface="Consolas" panose="020B0609020204030204" pitchFamily="49" charset="0"/>
              </a:rPr>
              <a:t>args</a:t>
            </a:r>
            <a:r>
              <a:rPr lang="en-US" sz="2800" b="1" dirty="0">
                <a:latin typeface="Consolas" panose="020B0609020204030204" pitchFamily="49" charset="0"/>
              </a:rPr>
              <a:t>)</a:t>
            </a:r>
          </a:p>
          <a:p>
            <a:r>
              <a:rPr lang="en-US" sz="2800" b="1" dirty="0">
                <a:latin typeface="Consolas" panose="020B0609020204030204" pitchFamily="49" charset="0"/>
              </a:rPr>
              <a:t>	</a:t>
            </a:r>
            <a:r>
              <a:rPr lang="bg-BG" sz="28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sz="2800" b="1" dirty="0">
                <a:latin typeface="Consolas" panose="020B0609020204030204" pitchFamily="49" charset="0"/>
              </a:rPr>
              <a:t>		</a:t>
            </a:r>
            <a:r>
              <a:rPr lang="en-US" sz="2800" b="1" dirty="0" err="1">
                <a:latin typeface="Consolas" panose="020B0609020204030204" pitchFamily="49" charset="0"/>
              </a:rPr>
              <a:t>TipCalculatorController</a:t>
            </a:r>
            <a:r>
              <a:rPr lang="en-US" sz="2800" b="1" dirty="0">
                <a:latin typeface="Consolas" panose="020B0609020204030204" pitchFamily="49" charset="0"/>
              </a:rPr>
              <a:t> t =</a:t>
            </a:r>
          </a:p>
          <a:p>
            <a:r>
              <a:rPr lang="en-US" sz="2800" b="1" dirty="0">
                <a:latin typeface="Consolas" panose="020B0609020204030204" pitchFamily="49" charset="0"/>
              </a:rPr>
              <a:t>			new </a:t>
            </a:r>
            <a:r>
              <a:rPr lang="en-US" sz="2800" b="1" dirty="0" err="1">
                <a:latin typeface="Consolas" panose="020B0609020204030204" pitchFamily="49" charset="0"/>
              </a:rPr>
              <a:t>TipCalculatorController</a:t>
            </a:r>
            <a:r>
              <a:rPr lang="en-US" sz="2800" b="1" dirty="0">
                <a:latin typeface="Consolas" panose="020B0609020204030204" pitchFamily="49" charset="0"/>
              </a:rPr>
              <a:t>();</a:t>
            </a:r>
          </a:p>
          <a:p>
            <a:r>
              <a:rPr lang="en-US" sz="2800" b="1" dirty="0">
                <a:latin typeface="Consolas" panose="020B0609020204030204" pitchFamily="49" charset="0"/>
              </a:rPr>
              <a:t>	</a:t>
            </a:r>
            <a:r>
              <a:rPr lang="bg-BG" sz="2800" b="1" dirty="0">
                <a:latin typeface="Consolas" panose="020B0609020204030204" pitchFamily="49" charset="0"/>
              </a:rPr>
              <a:t>}</a:t>
            </a:r>
          </a:p>
          <a:p>
            <a:r>
              <a:rPr lang="bg-BG" sz="28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20208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Две полета за сума и процент</a:t>
            </a:r>
          </a:p>
          <a:p>
            <a:r>
              <a:rPr lang="bg-BG" dirty="0">
                <a:latin typeface="Comfortaa" pitchFamily="2" charset="0"/>
              </a:rPr>
              <a:t>Свойство за сумата</a:t>
            </a:r>
          </a:p>
          <a:p>
            <a:r>
              <a:rPr lang="bg-BG" dirty="0">
                <a:latin typeface="Comfortaa" pitchFamily="2" charset="0"/>
              </a:rPr>
              <a:t>Свойство за процент с валидация на процент</a:t>
            </a:r>
          </a:p>
          <a:p>
            <a:r>
              <a:rPr lang="bg-BG" dirty="0">
                <a:latin typeface="Comfortaa" pitchFamily="2" charset="0"/>
              </a:rPr>
              <a:t>Конструктор с 2 параметъра; конструктор по подразбиране без параметри</a:t>
            </a:r>
          </a:p>
          <a:p>
            <a:r>
              <a:rPr lang="bg-BG" dirty="0">
                <a:latin typeface="Comfortaa" pitchFamily="2" charset="0"/>
              </a:rPr>
              <a:t>Метод </a:t>
            </a:r>
            <a:r>
              <a:rPr lang="en-US" dirty="0" err="1">
                <a:latin typeface="Comfortaa" pitchFamily="2" charset="0"/>
              </a:rPr>
              <a:t>CalculateTip</a:t>
            </a:r>
            <a:r>
              <a:rPr lang="en-US" dirty="0">
                <a:latin typeface="Comfortaa" pitchFamily="2" charset="0"/>
              </a:rPr>
              <a:t>()</a:t>
            </a:r>
          </a:p>
          <a:p>
            <a:r>
              <a:rPr lang="bg-BG" dirty="0">
                <a:latin typeface="Comfortaa" pitchFamily="2" charset="0"/>
              </a:rPr>
              <a:t>Метод </a:t>
            </a:r>
            <a:r>
              <a:rPr lang="en-US" dirty="0" err="1">
                <a:latin typeface="Comfortaa" pitchFamily="2" charset="0"/>
              </a:rPr>
              <a:t>CalculateTotal</a:t>
            </a:r>
            <a:r>
              <a:rPr lang="en-US" dirty="0">
                <a:latin typeface="Comfortaa" pitchFamily="2" charset="0"/>
              </a:rPr>
              <a:t>()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Модел</a:t>
            </a:r>
          </a:p>
        </p:txBody>
      </p:sp>
    </p:spTree>
    <p:extLst>
      <p:ext uri="{BB962C8B-B14F-4D97-AF65-F5344CB8AC3E}">
        <p14:creationId xmlns:p14="http://schemas.microsoft.com/office/powerpoint/2010/main" val="1101827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186" y="1240052"/>
            <a:ext cx="10329614" cy="2297232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Полета</a:t>
            </a:r>
          </a:p>
          <a:p>
            <a:endParaRPr lang="bg-BG" sz="3200" dirty="0">
              <a:latin typeface="Comfortaa" pitchFamily="2" charset="0"/>
            </a:endParaRPr>
          </a:p>
          <a:p>
            <a:endParaRPr lang="en-US" sz="3200" dirty="0">
              <a:latin typeface="Comfortaa" pitchFamily="2" charset="0"/>
            </a:endParaRPr>
          </a:p>
          <a:p>
            <a:r>
              <a:rPr lang="bg-BG" sz="3200" dirty="0">
                <a:latin typeface="Comfortaa" pitchFamily="2" charset="0"/>
              </a:rPr>
              <a:t>Конструктори по подразбиране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241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Класът </a:t>
            </a:r>
            <a:r>
              <a:rPr lang="en-US" dirty="0">
                <a:latin typeface="Comfortaa" pitchFamily="2" charset="0"/>
              </a:rPr>
              <a:t>Tip</a:t>
            </a:r>
            <a:r>
              <a:rPr lang="bg-BG" dirty="0"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</a:rPr>
              <a:t>[1/4]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56510" y="1757818"/>
            <a:ext cx="5236472" cy="95410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private double amount;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private double percent;</a:t>
            </a:r>
            <a:endParaRPr lang="bg-BG" sz="2800" dirty="0"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52500" y="3537284"/>
            <a:ext cx="10287000" cy="224676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public Tip(double amount, double percent){</a:t>
            </a:r>
            <a:endParaRPr lang="bg-BG" sz="2800" dirty="0">
              <a:latin typeface="Consolas" panose="020B0609020204030204" pitchFamily="49" charset="0"/>
            </a:endParaRPr>
          </a:p>
          <a:p>
            <a:r>
              <a:rPr lang="bg-BG" sz="2800" dirty="0">
                <a:latin typeface="Consolas" panose="020B0609020204030204" pitchFamily="49" charset="0"/>
              </a:rPr>
              <a:t>      </a:t>
            </a:r>
            <a:r>
              <a:rPr lang="en-US" sz="2800" dirty="0">
                <a:latin typeface="Consolas" panose="020B0609020204030204" pitchFamily="49" charset="0"/>
              </a:rPr>
              <a:t>Amount = amount;</a:t>
            </a:r>
          </a:p>
          <a:p>
            <a:r>
              <a:rPr lang="bg-BG" sz="2800" dirty="0">
                <a:latin typeface="Consolas" panose="020B0609020204030204" pitchFamily="49" charset="0"/>
              </a:rPr>
              <a:t>      </a:t>
            </a:r>
            <a:r>
              <a:rPr lang="en-US" sz="2800" dirty="0">
                <a:latin typeface="Consolas" panose="020B0609020204030204" pitchFamily="49" charset="0"/>
              </a:rPr>
              <a:t>Percent = percent;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}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public Tip() : this(0,0) { }</a:t>
            </a:r>
            <a:endParaRPr lang="bg-BG" sz="2800" dirty="0">
              <a:latin typeface="Consolas" panose="020B0609020204030204" pitchFamily="49" charset="0"/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672012" y="4094960"/>
            <a:ext cx="5245268" cy="1247061"/>
          </a:xfrm>
          <a:prstGeom prst="wedgeRoundRectCallout">
            <a:avLst>
              <a:gd name="adj1" fmla="val -72746"/>
              <a:gd name="adj2" fmla="val 45111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bg-BG" dirty="0">
                <a:latin typeface="Comfortaa" pitchFamily="2" charset="0"/>
              </a:rPr>
              <a:t>Верижно извикване на горния конструктор, подавайки му нули като параметри по подразбиране</a:t>
            </a:r>
            <a:endParaRPr lang="bg-BG" kern="0" dirty="0">
              <a:solidFill>
                <a:srgbClr val="FFFFFF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826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82506"/>
            <a:ext cx="10141931" cy="710921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Свойство за сумата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47577" y="2664041"/>
            <a:ext cx="10203428" cy="255454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public double Amount</a:t>
            </a:r>
          </a:p>
          <a:p>
            <a:r>
              <a:rPr lang="bg-BG" sz="3200" dirty="0"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sz="3200" dirty="0">
                <a:latin typeface="Consolas" panose="020B0609020204030204" pitchFamily="49" charset="0"/>
              </a:rPr>
              <a:t>get { return amount; }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	set { amount = value; }</a:t>
            </a:r>
          </a:p>
          <a:p>
            <a:r>
              <a:rPr lang="bg-BG" sz="3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E09BEA9-8B62-94F5-69A3-2FE1A1332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241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Класът </a:t>
            </a:r>
            <a:r>
              <a:rPr lang="en-US" dirty="0">
                <a:latin typeface="Comfortaa" pitchFamily="2" charset="0"/>
              </a:rPr>
              <a:t>Tip</a:t>
            </a:r>
            <a:r>
              <a:rPr lang="bg-BG" dirty="0"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</a:rPr>
              <a:t>[2/4]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99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079" y="1471304"/>
            <a:ext cx="9296400" cy="1688331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Свойство за процента</a:t>
            </a:r>
          </a:p>
          <a:p>
            <a:pPr marL="0" indent="0">
              <a:buNone/>
            </a:pPr>
            <a:endParaRPr lang="bg-BG" dirty="0">
              <a:latin typeface="Comfortaa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mfortaa" pitchFamily="2" charset="0"/>
              </a:rPr>
              <a:t> 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57079" y="2124225"/>
            <a:ext cx="9296400" cy="378565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public double Percent</a:t>
            </a:r>
          </a:p>
          <a:p>
            <a:r>
              <a:rPr lang="bg-BG" sz="20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	get { return percent; }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	set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	</a:t>
            </a:r>
            <a:r>
              <a:rPr lang="bg-BG" sz="20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		if (value &gt; 1)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		</a:t>
            </a:r>
            <a:r>
              <a:rPr lang="bg-BG" sz="20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			value /= 100.0;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		</a:t>
            </a:r>
            <a:r>
              <a:rPr lang="bg-BG" sz="2000" b="1" dirty="0">
                <a:latin typeface="Consolas" panose="020B0609020204030204" pitchFamily="49" charset="0"/>
              </a:rPr>
              <a:t>}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		percent = value;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	</a:t>
            </a:r>
            <a:r>
              <a:rPr lang="bg-BG" sz="2000" b="1" dirty="0">
                <a:latin typeface="Consolas" panose="020B0609020204030204" pitchFamily="49" charset="0"/>
              </a:rPr>
              <a:t>}</a:t>
            </a:r>
          </a:p>
          <a:p>
            <a:r>
              <a:rPr lang="bg-BG" sz="20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6261001" y="1482663"/>
            <a:ext cx="5305411" cy="2819400"/>
          </a:xfrm>
          <a:prstGeom prst="wedgeRoundRectCallout">
            <a:avLst>
              <a:gd name="adj1" fmla="val -81946"/>
              <a:gd name="adj2" fmla="val 49382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bg-BG" sz="2000" dirty="0">
                <a:latin typeface="Comfortaa" pitchFamily="2" charset="0"/>
              </a:rPr>
              <a:t>Въведеният процент може да е цяло число или десетична дроб по-малка от 1. Ако е по-голямо от 1, се дели на 100, така най-голямата възможна стойност е </a:t>
            </a:r>
            <a:r>
              <a:rPr lang="en-US" sz="2000" dirty="0">
                <a:latin typeface="Comfortaa" pitchFamily="2" charset="0"/>
              </a:rPr>
              <a:t>100%</a:t>
            </a:r>
            <a:endParaRPr lang="bg-BG" sz="2000" kern="0" dirty="0">
              <a:solidFill>
                <a:srgbClr val="FFFFFF"/>
              </a:solidFill>
              <a:latin typeface="Comfortaa" pitchFamily="2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DA4F4A4-E3B6-3805-6545-3314895B6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241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Класът </a:t>
            </a:r>
            <a:r>
              <a:rPr lang="en-US" dirty="0">
                <a:latin typeface="Comfortaa" pitchFamily="2" charset="0"/>
              </a:rPr>
              <a:t>Tip</a:t>
            </a:r>
            <a:r>
              <a:rPr lang="bg-BG" dirty="0"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</a:rPr>
              <a:t>[3/4]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384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2342" y="1481121"/>
            <a:ext cx="9559594" cy="677679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 Публични методи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92342" y="2225843"/>
            <a:ext cx="9296400" cy="403187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public double </a:t>
            </a:r>
            <a:r>
              <a:rPr lang="en-US" sz="3200" dirty="0" err="1">
                <a:latin typeface="Consolas" panose="020B0609020204030204" pitchFamily="49" charset="0"/>
              </a:rPr>
              <a:t>CalculateTip</a:t>
            </a:r>
            <a:r>
              <a:rPr lang="en-US" sz="32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	return Amount * Percent;</a:t>
            </a:r>
          </a:p>
          <a:p>
            <a:r>
              <a:rPr lang="bg-BG" sz="3200" dirty="0">
                <a:latin typeface="Consolas" panose="020B0609020204030204" pitchFamily="49" charset="0"/>
              </a:rPr>
              <a:t>}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public double </a:t>
            </a:r>
            <a:r>
              <a:rPr lang="en-US" sz="3200" dirty="0" err="1">
                <a:latin typeface="Consolas" panose="020B0609020204030204" pitchFamily="49" charset="0"/>
              </a:rPr>
              <a:t>CalculateTotal</a:t>
            </a:r>
            <a:r>
              <a:rPr lang="en-US" sz="3200" dirty="0">
                <a:latin typeface="Consolas" panose="020B0609020204030204" pitchFamily="49" charset="0"/>
              </a:rPr>
              <a:t>()</a:t>
            </a:r>
          </a:p>
          <a:p>
            <a:r>
              <a:rPr lang="bg-BG" sz="3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	return </a:t>
            </a:r>
            <a:r>
              <a:rPr lang="en-US" sz="3200" dirty="0" err="1">
                <a:latin typeface="Consolas" panose="020B0609020204030204" pitchFamily="49" charset="0"/>
              </a:rPr>
              <a:t>CalculateTip</a:t>
            </a:r>
            <a:r>
              <a:rPr lang="en-US" sz="3200" dirty="0">
                <a:latin typeface="Consolas" panose="020B0609020204030204" pitchFamily="49" charset="0"/>
              </a:rPr>
              <a:t>() + Amount;</a:t>
            </a:r>
          </a:p>
          <a:p>
            <a:r>
              <a:rPr lang="bg-BG" sz="3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8692818" y="2769435"/>
            <a:ext cx="2508582" cy="1568116"/>
          </a:xfrm>
          <a:prstGeom prst="wedgeRoundRectCallout">
            <a:avLst>
              <a:gd name="adj1" fmla="val -63727"/>
              <a:gd name="adj2" fmla="val 105918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dirty="0">
                <a:latin typeface="Comfortaa" pitchFamily="2" charset="0"/>
              </a:rPr>
              <a:t>Общо за плащане</a:t>
            </a:r>
            <a:endParaRPr lang="en-US" sz="2800" dirty="0">
              <a:latin typeface="Comfortaa" pitchFamily="2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5B67B33-D96D-48F0-0DE3-8A22E71AE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241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Класът </a:t>
            </a:r>
            <a:r>
              <a:rPr lang="en-US" dirty="0">
                <a:latin typeface="Comfortaa" pitchFamily="2" charset="0"/>
              </a:rPr>
              <a:t>Tip</a:t>
            </a:r>
            <a:r>
              <a:rPr lang="bg-BG" dirty="0"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</a:rPr>
              <a:t>[4/4]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081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796" y="1794782"/>
            <a:ext cx="9095431" cy="3268436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Клас </a:t>
            </a:r>
            <a:r>
              <a:rPr lang="en-US" dirty="0" err="1">
                <a:latin typeface="Comfortaa" pitchFamily="2" charset="0"/>
              </a:rPr>
              <a:t>Display.cs</a:t>
            </a:r>
            <a:endParaRPr lang="bg-BG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Полета / свойства за: процент, сума, бакшиш, обща сума</a:t>
            </a:r>
          </a:p>
          <a:p>
            <a:r>
              <a:rPr lang="bg-BG" dirty="0">
                <a:latin typeface="Comfortaa" pitchFamily="2" charset="0"/>
              </a:rPr>
              <a:t>Конструктор по подразбиране</a:t>
            </a:r>
          </a:p>
          <a:p>
            <a:endParaRPr lang="bg-BG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Изглед</a:t>
            </a:r>
          </a:p>
        </p:txBody>
      </p:sp>
    </p:spTree>
    <p:extLst>
      <p:ext uri="{BB962C8B-B14F-4D97-AF65-F5344CB8AC3E}">
        <p14:creationId xmlns:p14="http://schemas.microsoft.com/office/powerpoint/2010/main" val="3403930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099" y="1753774"/>
            <a:ext cx="10155157" cy="2554604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Свойства</a:t>
            </a:r>
          </a:p>
          <a:p>
            <a:endParaRPr lang="bg-BG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93723" y="395200"/>
            <a:ext cx="10682135" cy="1056949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Класът </a:t>
            </a:r>
            <a:r>
              <a:rPr lang="en-US" dirty="0">
                <a:latin typeface="Comfortaa" pitchFamily="2" charset="0"/>
              </a:rPr>
              <a:t>Display [1/4]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800099" y="2538663"/>
            <a:ext cx="10327080" cy="35394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public double Percent { get; set; }</a:t>
            </a:r>
          </a:p>
          <a:p>
            <a:endParaRPr lang="bg-BG" sz="3200" dirty="0">
              <a:latin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</a:rPr>
              <a:t>public double Amount { get; set; }</a:t>
            </a:r>
          </a:p>
          <a:p>
            <a:endParaRPr lang="bg-BG" sz="3200" dirty="0">
              <a:latin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</a:rPr>
              <a:t>public double Total { get; set; }</a:t>
            </a:r>
          </a:p>
          <a:p>
            <a:endParaRPr lang="bg-BG" sz="3200" dirty="0">
              <a:latin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</a:rPr>
              <a:t>public double </a:t>
            </a:r>
            <a:r>
              <a:rPr lang="en-US" sz="3200" dirty="0" err="1">
                <a:latin typeface="Consolas" panose="020B0609020204030204" pitchFamily="49" charset="0"/>
              </a:rPr>
              <a:t>TipAmount</a:t>
            </a:r>
            <a:r>
              <a:rPr lang="en-US" sz="3200" dirty="0">
                <a:latin typeface="Consolas" panose="020B0609020204030204" pitchFamily="49" charset="0"/>
              </a:rPr>
              <a:t> { get; set; }</a:t>
            </a:r>
            <a:endParaRPr lang="bg-BG" sz="3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696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0335" y="1452149"/>
            <a:ext cx="9294899" cy="73182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Конструктор</a:t>
            </a:r>
          </a:p>
          <a:p>
            <a:endParaRPr lang="bg-BG" dirty="0">
              <a:latin typeface="Comfortaa" pitchFamily="2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860335" y="2163576"/>
            <a:ext cx="10232781" cy="403187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public Display()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{</a:t>
            </a:r>
            <a:endParaRPr lang="bg-BG" sz="3200" dirty="0">
              <a:latin typeface="Consolas" panose="020B0609020204030204" pitchFamily="49" charset="0"/>
            </a:endParaRPr>
          </a:p>
          <a:p>
            <a:r>
              <a:rPr lang="bg-BG" sz="3200" dirty="0">
                <a:latin typeface="Consolas" panose="020B0609020204030204" pitchFamily="49" charset="0"/>
              </a:rPr>
              <a:t>	</a:t>
            </a:r>
            <a:r>
              <a:rPr lang="en-US" sz="3200" dirty="0">
                <a:latin typeface="Consolas" panose="020B0609020204030204" pitchFamily="49" charset="0"/>
              </a:rPr>
              <a:t>Percent = 0;</a:t>
            </a:r>
            <a:endParaRPr lang="bg-BG" sz="3200" dirty="0">
              <a:latin typeface="Consolas" panose="020B0609020204030204" pitchFamily="49" charset="0"/>
            </a:endParaRPr>
          </a:p>
          <a:p>
            <a:r>
              <a:rPr lang="bg-BG" sz="3200" dirty="0">
                <a:latin typeface="Consolas" panose="020B0609020204030204" pitchFamily="49" charset="0"/>
              </a:rPr>
              <a:t>	</a:t>
            </a:r>
            <a:r>
              <a:rPr lang="en-US" sz="3200" dirty="0">
                <a:latin typeface="Consolas" panose="020B0609020204030204" pitchFamily="49" charset="0"/>
              </a:rPr>
              <a:t>Amount = 0;</a:t>
            </a:r>
            <a:endParaRPr lang="bg-BG" sz="3200" dirty="0">
              <a:latin typeface="Consolas" panose="020B0609020204030204" pitchFamily="49" charset="0"/>
            </a:endParaRPr>
          </a:p>
          <a:p>
            <a:r>
              <a:rPr lang="bg-BG" sz="3200" dirty="0">
                <a:latin typeface="Consolas" panose="020B0609020204030204" pitchFamily="49" charset="0"/>
              </a:rPr>
              <a:t>	</a:t>
            </a:r>
            <a:r>
              <a:rPr lang="en-US" sz="3200" dirty="0">
                <a:latin typeface="Consolas" panose="020B0609020204030204" pitchFamily="49" charset="0"/>
              </a:rPr>
              <a:t>Total = 0;</a:t>
            </a:r>
            <a:endParaRPr lang="bg-BG" sz="3200" dirty="0">
              <a:latin typeface="Consolas" panose="020B0609020204030204" pitchFamily="49" charset="0"/>
            </a:endParaRPr>
          </a:p>
          <a:p>
            <a:r>
              <a:rPr lang="bg-BG" sz="3200" dirty="0">
                <a:latin typeface="Consolas" panose="020B0609020204030204" pitchFamily="49" charset="0"/>
              </a:rPr>
              <a:t>	</a:t>
            </a:r>
            <a:r>
              <a:rPr lang="en-US" sz="3200" dirty="0" err="1">
                <a:latin typeface="Consolas" panose="020B0609020204030204" pitchFamily="49" charset="0"/>
              </a:rPr>
              <a:t>TipAmount</a:t>
            </a:r>
            <a:r>
              <a:rPr lang="en-US" sz="3200" dirty="0">
                <a:latin typeface="Consolas" panose="020B0609020204030204" pitchFamily="49" charset="0"/>
              </a:rPr>
              <a:t> = 0</a:t>
            </a:r>
            <a:r>
              <a:rPr lang="bg-BG" sz="3200" dirty="0">
                <a:latin typeface="Consolas" panose="020B0609020204030204" pitchFamily="49" charset="0"/>
              </a:rPr>
              <a:t>;</a:t>
            </a:r>
          </a:p>
          <a:p>
            <a:r>
              <a:rPr lang="bg-BG" sz="3200" dirty="0">
                <a:latin typeface="Consolas" panose="020B0609020204030204" pitchFamily="49" charset="0"/>
              </a:rPr>
              <a:t>	</a:t>
            </a:r>
            <a:r>
              <a:rPr lang="en-US" sz="3200" dirty="0" err="1">
                <a:latin typeface="Consolas" panose="020B0609020204030204" pitchFamily="49" charset="0"/>
              </a:rPr>
              <a:t>GetValues</a:t>
            </a:r>
            <a:r>
              <a:rPr lang="en-US" sz="32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}</a:t>
            </a:r>
            <a:endParaRPr lang="bg-BG" sz="3200" dirty="0">
              <a:latin typeface="Consolas" panose="020B0609020204030204" pitchFamily="49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9AA6FD0A-7A46-4E1D-BB6A-0CA94919C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23" y="395200"/>
            <a:ext cx="10682135" cy="1056949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Класът </a:t>
            </a:r>
            <a:r>
              <a:rPr lang="en-US" dirty="0">
                <a:latin typeface="Comfortaa" pitchFamily="2" charset="0"/>
              </a:rPr>
              <a:t>Display [2/4]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441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685" y="2134718"/>
            <a:ext cx="10668000" cy="813019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Метод за въвеждане</a:t>
            </a:r>
          </a:p>
          <a:p>
            <a:pPr marL="0" indent="0">
              <a:buNone/>
            </a:pPr>
            <a:endParaRPr lang="bg-BG" dirty="0">
              <a:latin typeface="Comfortaa" pitchFamily="2" charset="0"/>
            </a:endParaRPr>
          </a:p>
          <a:p>
            <a:pPr marL="0" indent="0">
              <a:buNone/>
            </a:pPr>
            <a:endParaRPr lang="bg-BG" dirty="0">
              <a:latin typeface="Comfortaa" pitchFamily="2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41685" y="2904368"/>
            <a:ext cx="10668000" cy="267765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private void </a:t>
            </a:r>
            <a:r>
              <a:rPr lang="en-US" sz="2400" dirty="0" err="1">
                <a:latin typeface="Consolas" panose="020B0609020204030204" pitchFamily="49" charset="0"/>
              </a:rPr>
              <a:t>GetValues</a:t>
            </a:r>
            <a:r>
              <a:rPr lang="en-US" sz="24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sz="2400" dirty="0" err="1">
                <a:latin typeface="Consolas" panose="020B0609020204030204" pitchFamily="49" charset="0"/>
              </a:rPr>
              <a:t>Console.WriteLine</a:t>
            </a:r>
            <a:r>
              <a:rPr lang="en-US" sz="2400" dirty="0">
                <a:latin typeface="Consolas" panose="020B0609020204030204" pitchFamily="49" charset="0"/>
              </a:rPr>
              <a:t>("Enter the amount of the meal:");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Amount = </a:t>
            </a:r>
            <a:r>
              <a:rPr lang="en-US" sz="2400" dirty="0" err="1">
                <a:latin typeface="Consolas" panose="020B0609020204030204" pitchFamily="49" charset="0"/>
              </a:rPr>
              <a:t>double.Parse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Console.ReadLine</a:t>
            </a:r>
            <a:r>
              <a:rPr lang="en-US" sz="2400" dirty="0">
                <a:latin typeface="Consolas" panose="020B0609020204030204" pitchFamily="49" charset="0"/>
              </a:rPr>
              <a:t>());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en-US" sz="2400" dirty="0" err="1">
                <a:latin typeface="Consolas" panose="020B0609020204030204" pitchFamily="49" charset="0"/>
              </a:rPr>
              <a:t>Console.WriteLine</a:t>
            </a:r>
            <a:r>
              <a:rPr lang="en-US" sz="2400" dirty="0">
                <a:latin typeface="Consolas" panose="020B0609020204030204" pitchFamily="49" charset="0"/>
              </a:rPr>
              <a:t>("Enter the percent you want to tip: ");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Percent = </a:t>
            </a:r>
            <a:r>
              <a:rPr lang="en-US" sz="2400" dirty="0" err="1">
                <a:latin typeface="Consolas" panose="020B0609020204030204" pitchFamily="49" charset="0"/>
              </a:rPr>
              <a:t>double.Parse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Console.ReadLine</a:t>
            </a:r>
            <a:r>
              <a:rPr lang="en-US" sz="2400" dirty="0">
                <a:latin typeface="Consolas" panose="020B0609020204030204" pitchFamily="49" charset="0"/>
              </a:rPr>
              <a:t>());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  <a:endParaRPr lang="bg-BG" sz="2400" dirty="0">
              <a:latin typeface="Consolas" panose="020B0609020204030204" pitchFamily="49" charset="0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6354678" y="1888164"/>
            <a:ext cx="5177589" cy="1524000"/>
          </a:xfrm>
          <a:prstGeom prst="wedgeRoundRectCallout">
            <a:avLst>
              <a:gd name="adj1" fmla="val -74198"/>
              <a:gd name="adj2" fmla="val 35389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bg-BG" sz="2400" dirty="0">
                <a:latin typeface="Comfortaa" pitchFamily="2" charset="0"/>
              </a:rPr>
              <a:t>Частен метод за въвеждане на данни, извикван от конструктора</a:t>
            </a:r>
            <a:endParaRPr lang="bg-BG" sz="2400" dirty="0">
              <a:solidFill>
                <a:srgbClr val="FFFFFF"/>
              </a:solidFill>
              <a:latin typeface="Comfortaa" pitchFamily="2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EF9D229-55EC-1168-A80F-9D9EBD8A4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23" y="395200"/>
            <a:ext cx="10682135" cy="1056949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Класът </a:t>
            </a:r>
            <a:r>
              <a:rPr lang="en-US" dirty="0">
                <a:latin typeface="Comfortaa" pitchFamily="2" charset="0"/>
              </a:rPr>
              <a:t>Display [3/4]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443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847" y="2231788"/>
            <a:ext cx="6840457" cy="1014562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 Публични свойства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03847" y="3190696"/>
            <a:ext cx="10549022" cy="193899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public void </a:t>
            </a:r>
            <a:r>
              <a:rPr lang="en-US" sz="2400" dirty="0" err="1">
                <a:latin typeface="Consolas" panose="020B0609020204030204" pitchFamily="49" charset="0"/>
              </a:rPr>
              <a:t>ShowTipandTotal</a:t>
            </a:r>
            <a:r>
              <a:rPr lang="en-US" sz="2400" dirty="0">
                <a:latin typeface="Consolas" panose="020B0609020204030204" pitchFamily="49" charset="0"/>
              </a:rPr>
              <a:t>()</a:t>
            </a:r>
          </a:p>
          <a:p>
            <a:r>
              <a:rPr lang="bg-BG" sz="2400" dirty="0">
                <a:latin typeface="Consolas" panose="020B0609020204030204" pitchFamily="49" charset="0"/>
              </a:rPr>
              <a:t>{</a:t>
            </a:r>
          </a:p>
          <a:p>
            <a:r>
              <a:rPr lang="bg-BG" sz="2400" dirty="0">
                <a:latin typeface="Consolas" panose="020B0609020204030204" pitchFamily="49" charset="0"/>
              </a:rPr>
              <a:t>	</a:t>
            </a:r>
            <a:r>
              <a:rPr lang="en-US" sz="2400" dirty="0" err="1">
                <a:latin typeface="Consolas" panose="020B0609020204030204" pitchFamily="49" charset="0"/>
              </a:rPr>
              <a:t>Console.WriteLine</a:t>
            </a:r>
            <a:r>
              <a:rPr lang="en-US" sz="2400" dirty="0">
                <a:latin typeface="Consolas" panose="020B0609020204030204" pitchFamily="49" charset="0"/>
              </a:rPr>
              <a:t>("Your tip is {0:C}", </a:t>
            </a:r>
            <a:r>
              <a:rPr lang="en-US" sz="2400" dirty="0" err="1">
                <a:latin typeface="Consolas" panose="020B0609020204030204" pitchFamily="49" charset="0"/>
              </a:rPr>
              <a:t>TipAmount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r>
              <a:rPr lang="bg-BG" sz="2400" dirty="0">
                <a:latin typeface="Consolas" panose="020B0609020204030204" pitchFamily="49" charset="0"/>
              </a:rPr>
              <a:t>	</a:t>
            </a:r>
            <a:r>
              <a:rPr lang="en-US" sz="2400" dirty="0" err="1">
                <a:latin typeface="Consolas" panose="020B0609020204030204" pitchFamily="49" charset="0"/>
              </a:rPr>
              <a:t>Console.WriteLine</a:t>
            </a:r>
            <a:r>
              <a:rPr lang="en-US" sz="2400" dirty="0">
                <a:latin typeface="Consolas" panose="020B0609020204030204" pitchFamily="49" charset="0"/>
              </a:rPr>
              <a:t>("The total will be {0:C}", Total);</a:t>
            </a:r>
            <a:endParaRPr lang="bg-BG" sz="2400" dirty="0">
              <a:latin typeface="Consolas" panose="020B0609020204030204" pitchFamily="49" charset="0"/>
            </a:endParaRPr>
          </a:p>
          <a:p>
            <a:r>
              <a:rPr lang="bg-BG" sz="2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6485021" y="2231788"/>
            <a:ext cx="5315437" cy="1524000"/>
          </a:xfrm>
          <a:prstGeom prst="wedgeRoundRectCallout">
            <a:avLst>
              <a:gd name="adj1" fmla="val -56917"/>
              <a:gd name="adj2" fmla="val 32384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bg-BG" sz="2400" dirty="0">
                <a:latin typeface="Comfortaa" pitchFamily="2" charset="0"/>
              </a:rPr>
              <a:t>Методът е публичен, така може да се извеждат данни с извикване от контролера</a:t>
            </a:r>
            <a:endParaRPr lang="bg-BG" sz="2400" dirty="0">
              <a:solidFill>
                <a:srgbClr val="FFFFFF"/>
              </a:solidFill>
              <a:latin typeface="Comfortaa" pitchFamily="2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1CECFB1-CDBA-62DE-66A3-5D94E2027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23" y="395200"/>
            <a:ext cx="10682135" cy="1056949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Класът </a:t>
            </a:r>
            <a:r>
              <a:rPr lang="en-US" dirty="0">
                <a:latin typeface="Comfortaa" pitchFamily="2" charset="0"/>
              </a:rPr>
              <a:t>Display [4/4]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453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Свързва</a:t>
            </a:r>
            <a:r>
              <a:rPr lang="ru-RU" dirty="0">
                <a:latin typeface="Comfortaa" pitchFamily="2" charset="0"/>
              </a:rPr>
              <a:t> изгледа и модела</a:t>
            </a:r>
            <a:r>
              <a:rPr lang="bg-BG" dirty="0">
                <a:latin typeface="Comfortaa" pitchFamily="2" charset="0"/>
              </a:rPr>
              <a:t>.</a:t>
            </a:r>
          </a:p>
          <a:p>
            <a:r>
              <a:rPr lang="bg-BG" dirty="0">
                <a:latin typeface="Comfortaa" pitchFamily="2" charset="0"/>
              </a:rPr>
              <a:t>Създава инстанция на изгледа</a:t>
            </a:r>
          </a:p>
          <a:p>
            <a:r>
              <a:rPr lang="bg-BG" dirty="0">
                <a:latin typeface="Comfortaa" pitchFamily="2" charset="0"/>
              </a:rPr>
              <a:t>Създава инстанция на модела</a:t>
            </a:r>
          </a:p>
          <a:p>
            <a:r>
              <a:rPr lang="bg-BG" dirty="0">
                <a:latin typeface="Comfortaa" pitchFamily="2" charset="0"/>
              </a:rPr>
              <a:t>Предава данни към изгледа</a:t>
            </a:r>
          </a:p>
          <a:p>
            <a:r>
              <a:rPr lang="bg-BG" dirty="0">
                <a:latin typeface="Comfortaa" pitchFamily="2" charset="0"/>
              </a:rPr>
              <a:t>Забележка: Тук трябва да добавите /имайте предвид, че името на проекта е </a:t>
            </a:r>
            <a:r>
              <a:rPr lang="en-US" dirty="0" err="1">
                <a:latin typeface="Comfortaa" pitchFamily="2" charset="0"/>
              </a:rPr>
              <a:t>ConsoleMVC</a:t>
            </a:r>
            <a:r>
              <a:rPr lang="en-US" dirty="0">
                <a:latin typeface="Comfortaa" pitchFamily="2" charset="0"/>
              </a:rPr>
              <a:t>/</a:t>
            </a:r>
            <a:r>
              <a:rPr lang="bg-BG" dirty="0">
                <a:latin typeface="Comfortaa" pitchFamily="2" charset="0"/>
              </a:rPr>
              <a:t>:</a:t>
            </a:r>
            <a:br>
              <a:rPr lang="bg-BG" dirty="0">
                <a:latin typeface="Comfortaa" pitchFamily="2" charset="0"/>
              </a:rPr>
            </a:br>
            <a:r>
              <a:rPr lang="en-US" dirty="0">
                <a:latin typeface="Comfortaa" pitchFamily="2" charset="0"/>
              </a:rPr>
              <a:t>using </a:t>
            </a:r>
            <a:r>
              <a:rPr lang="en-US" dirty="0" err="1">
                <a:latin typeface="Comfortaa" pitchFamily="2" charset="0"/>
              </a:rPr>
              <a:t>ConsoleMVC.Model</a:t>
            </a:r>
            <a:r>
              <a:rPr lang="en-US" dirty="0">
                <a:latin typeface="Comfortaa" pitchFamily="2" charset="0"/>
              </a:rPr>
              <a:t>;</a:t>
            </a:r>
            <a:br>
              <a:rPr lang="bg-BG" dirty="0">
                <a:latin typeface="Comfortaa" pitchFamily="2" charset="0"/>
              </a:rPr>
            </a:br>
            <a:r>
              <a:rPr lang="en-US" dirty="0">
                <a:latin typeface="Comfortaa" pitchFamily="2" charset="0"/>
              </a:rPr>
              <a:t>using </a:t>
            </a:r>
            <a:r>
              <a:rPr lang="en-US" dirty="0" err="1">
                <a:latin typeface="Comfortaa" pitchFamily="2" charset="0"/>
              </a:rPr>
              <a:t>ConsoleMVC.Views</a:t>
            </a:r>
            <a:r>
              <a:rPr lang="en-US" dirty="0">
                <a:latin typeface="Comfortaa" pitchFamily="2" charset="0"/>
              </a:rPr>
              <a:t>;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Контролер</a:t>
            </a:r>
          </a:p>
        </p:txBody>
      </p:sp>
    </p:spTree>
    <p:extLst>
      <p:ext uri="{BB962C8B-B14F-4D97-AF65-F5344CB8AC3E}">
        <p14:creationId xmlns:p14="http://schemas.microsoft.com/office/powerpoint/2010/main" val="2365020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3817" y="2203885"/>
            <a:ext cx="9469357" cy="1682315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Полета</a:t>
            </a:r>
          </a:p>
          <a:p>
            <a:pPr marL="0" indent="0">
              <a:buNone/>
            </a:pPr>
            <a:endParaRPr lang="bg-BG" dirty="0">
              <a:latin typeface="Comfortaa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mfortaa" pitchFamily="2" charset="0"/>
              </a:rPr>
              <a:t> 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Класът </a:t>
            </a:r>
            <a:r>
              <a:rPr lang="en-US" sz="4000" dirty="0" err="1">
                <a:latin typeface="Comfortaa" pitchFamily="2" charset="0"/>
              </a:rPr>
              <a:t>TipCalculatorController</a:t>
            </a:r>
            <a:r>
              <a:rPr lang="en-US" sz="4000" dirty="0">
                <a:latin typeface="Comfortaa" pitchFamily="2" charset="0"/>
              </a:rPr>
              <a:t> [1/2]</a:t>
            </a:r>
            <a:endParaRPr lang="bg-BG" sz="4000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83817" y="2976631"/>
            <a:ext cx="10549022" cy="107721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private Tip </a:t>
            </a:r>
            <a:r>
              <a:rPr lang="en-US" sz="3200" dirty="0" err="1">
                <a:latin typeface="Consolas" panose="020B0609020204030204" pitchFamily="49" charset="0"/>
              </a:rPr>
              <a:t>tip</a:t>
            </a:r>
            <a:r>
              <a:rPr lang="en-US" sz="3200" dirty="0">
                <a:latin typeface="Consolas" panose="020B0609020204030204" pitchFamily="49" charset="0"/>
              </a:rPr>
              <a:t>;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private Display </a:t>
            </a:r>
            <a:r>
              <a:rPr lang="en-US" sz="3200" dirty="0" err="1">
                <a:latin typeface="Consolas" panose="020B0609020204030204" pitchFamily="49" charset="0"/>
              </a:rPr>
              <a:t>display</a:t>
            </a:r>
            <a:r>
              <a:rPr lang="en-US" sz="3200" dirty="0">
                <a:latin typeface="Consolas" panose="020B0609020204030204" pitchFamily="49" charset="0"/>
              </a:rPr>
              <a:t>;</a:t>
            </a:r>
            <a:endParaRPr lang="bg-BG" sz="3200" dirty="0">
              <a:latin typeface="Consolas" panose="020B0609020204030204" pitchFamily="49" charset="0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838200" y="4384446"/>
            <a:ext cx="10549022" cy="1252349"/>
          </a:xfrm>
          <a:prstGeom prst="wedgeRoundRectCallout">
            <a:avLst>
              <a:gd name="adj1" fmla="val 19950"/>
              <a:gd name="adj2" fmla="val -100101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bg-BG" sz="2400" dirty="0">
                <a:solidFill>
                  <a:srgbClr val="FFFFFF"/>
                </a:solidFill>
                <a:latin typeface="Comfortaa" pitchFamily="2" charset="0"/>
              </a:rPr>
              <a:t>Тук се създават полета за всички модели и изгледи, които желаем да се използват в рамките на контролера</a:t>
            </a:r>
          </a:p>
        </p:txBody>
      </p:sp>
    </p:spTree>
    <p:extLst>
      <p:ext uri="{BB962C8B-B14F-4D97-AF65-F5344CB8AC3E}">
        <p14:creationId xmlns:p14="http://schemas.microsoft.com/office/powerpoint/2010/main" val="3780661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8357" y="1542149"/>
            <a:ext cx="10185236" cy="1369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Конструктор по подразбиране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94610" y="2281990"/>
            <a:ext cx="10202780" cy="35394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public </a:t>
            </a:r>
            <a:r>
              <a:rPr lang="en-US" sz="2800" dirty="0" err="1">
                <a:latin typeface="Consolas" panose="020B0609020204030204" pitchFamily="49" charset="0"/>
              </a:rPr>
              <a:t>TipCalculatorController</a:t>
            </a:r>
            <a:r>
              <a:rPr lang="en-US" sz="2800" dirty="0">
                <a:latin typeface="Consolas" panose="020B0609020204030204" pitchFamily="49" charset="0"/>
              </a:rPr>
              <a:t>()</a:t>
            </a:r>
          </a:p>
          <a:p>
            <a:r>
              <a:rPr lang="bg-BG" sz="28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	display = new Display();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	tip = new Tip(</a:t>
            </a:r>
            <a:r>
              <a:rPr lang="en-US" sz="2800" dirty="0" err="1">
                <a:latin typeface="Consolas" panose="020B0609020204030204" pitchFamily="49" charset="0"/>
              </a:rPr>
              <a:t>display.Amt</a:t>
            </a:r>
            <a:r>
              <a:rPr lang="en-US" sz="2800" dirty="0">
                <a:latin typeface="Consolas" panose="020B0609020204030204" pitchFamily="49" charset="0"/>
              </a:rPr>
              <a:t>,</a:t>
            </a:r>
            <a:r>
              <a:rPr lang="bg-BG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display.Percentage</a:t>
            </a:r>
            <a:r>
              <a:rPr lang="en-US" sz="28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	</a:t>
            </a:r>
            <a:r>
              <a:rPr lang="en-US" sz="2800" dirty="0" err="1">
                <a:latin typeface="Consolas" panose="020B0609020204030204" pitchFamily="49" charset="0"/>
              </a:rPr>
              <a:t>display.TipAmount</a:t>
            </a:r>
            <a:r>
              <a:rPr lang="en-US" sz="2800" dirty="0">
                <a:latin typeface="Consolas" panose="020B0609020204030204" pitchFamily="49" charset="0"/>
              </a:rPr>
              <a:t> = </a:t>
            </a:r>
            <a:r>
              <a:rPr lang="en-US" sz="2800" dirty="0" err="1">
                <a:latin typeface="Consolas" panose="020B0609020204030204" pitchFamily="49" charset="0"/>
              </a:rPr>
              <a:t>tip.CalculateTip</a:t>
            </a:r>
            <a:r>
              <a:rPr lang="en-US" sz="28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	</a:t>
            </a:r>
            <a:r>
              <a:rPr lang="en-US" sz="2800" dirty="0" err="1">
                <a:latin typeface="Consolas" panose="020B0609020204030204" pitchFamily="49" charset="0"/>
              </a:rPr>
              <a:t>display.Total</a:t>
            </a:r>
            <a:r>
              <a:rPr lang="en-US" sz="2800" dirty="0">
                <a:latin typeface="Consolas" panose="020B0609020204030204" pitchFamily="49" charset="0"/>
              </a:rPr>
              <a:t> = </a:t>
            </a:r>
            <a:r>
              <a:rPr lang="en-US" sz="2800" dirty="0" err="1">
                <a:latin typeface="Consolas" panose="020B0609020204030204" pitchFamily="49" charset="0"/>
              </a:rPr>
              <a:t>tip.CalculateTotal</a:t>
            </a:r>
            <a:r>
              <a:rPr lang="en-US" sz="28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	</a:t>
            </a:r>
            <a:r>
              <a:rPr lang="en-US" sz="2800" dirty="0" err="1">
                <a:latin typeface="Consolas" panose="020B0609020204030204" pitchFamily="49" charset="0"/>
              </a:rPr>
              <a:t>display.ShowTipandTotal</a:t>
            </a:r>
            <a:r>
              <a:rPr lang="en-US" sz="2800" dirty="0">
                <a:latin typeface="Consolas" panose="020B0609020204030204" pitchFamily="49" charset="0"/>
              </a:rPr>
              <a:t>();</a:t>
            </a:r>
          </a:p>
          <a:p>
            <a:r>
              <a:rPr lang="bg-BG" sz="2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A20D6023-64C0-71F6-C660-31DA33DF8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Класът </a:t>
            </a:r>
            <a:r>
              <a:rPr lang="en-US" sz="4000" dirty="0" err="1">
                <a:latin typeface="Comfortaa" pitchFamily="2" charset="0"/>
              </a:rPr>
              <a:t>TipCalculatorController</a:t>
            </a:r>
            <a:r>
              <a:rPr lang="en-US" sz="4000" dirty="0">
                <a:latin typeface="Comfortaa" pitchFamily="2" charset="0"/>
              </a:rPr>
              <a:t> [2/2]</a:t>
            </a:r>
            <a:endParaRPr lang="bg-BG" sz="40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709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01865" y="1746686"/>
            <a:ext cx="10124374" cy="4161287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Структурата на </a:t>
            </a:r>
            <a:r>
              <a:rPr lang="en-US" sz="3200" dirty="0">
                <a:latin typeface="Comfortaa" pitchFamily="2" charset="0"/>
              </a:rPr>
              <a:t>MVC </a:t>
            </a:r>
            <a:r>
              <a:rPr lang="bg-BG" sz="3200" dirty="0">
                <a:latin typeface="Comfortaa" pitchFamily="2" charset="0"/>
              </a:rPr>
              <a:t>проекта е добре да е разпределена в 3 отделни подпапки:</a:t>
            </a:r>
          </a:p>
          <a:p>
            <a:pPr lvl="1">
              <a:lnSpc>
                <a:spcPct val="110000"/>
              </a:lnSpc>
            </a:pPr>
            <a:r>
              <a:rPr lang="en-US" sz="2800" dirty="0">
                <a:latin typeface="Comfortaa" pitchFamily="2" charset="0"/>
              </a:rPr>
              <a:t>Controllers – </a:t>
            </a:r>
            <a:r>
              <a:rPr lang="bg-BG" sz="2800" dirty="0">
                <a:latin typeface="Comfortaa" pitchFamily="2" charset="0"/>
              </a:rPr>
              <a:t>съдържаща контролер класовете</a:t>
            </a:r>
            <a:endParaRPr lang="en-US" sz="2800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en-US" sz="2800" dirty="0">
                <a:latin typeface="Comfortaa" pitchFamily="2" charset="0"/>
              </a:rPr>
              <a:t>Model</a:t>
            </a:r>
            <a:r>
              <a:rPr lang="bg-BG" sz="2800" dirty="0">
                <a:latin typeface="Comfortaa" pitchFamily="2" charset="0"/>
              </a:rPr>
              <a:t> – съдържаща класовете за моделите</a:t>
            </a:r>
          </a:p>
          <a:p>
            <a:pPr lvl="1">
              <a:lnSpc>
                <a:spcPct val="110000"/>
              </a:lnSpc>
            </a:pPr>
            <a:r>
              <a:rPr lang="en-US" sz="2800" dirty="0">
                <a:latin typeface="Comfortaa" pitchFamily="2" charset="0"/>
              </a:rPr>
              <a:t>Views </a:t>
            </a:r>
            <a:r>
              <a:rPr lang="bg-BG" sz="2800" dirty="0">
                <a:latin typeface="Comfortaa" pitchFamily="2" charset="0"/>
              </a:rPr>
              <a:t>– съдържаща изгледите</a:t>
            </a:r>
            <a:endParaRPr lang="bg-BG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Разгледахме примерен код за мини </a:t>
            </a:r>
            <a:r>
              <a:rPr lang="en-US" sz="3200" dirty="0">
                <a:latin typeface="Comfortaa" pitchFamily="2" charset="0"/>
              </a:rPr>
              <a:t>MVC </a:t>
            </a:r>
            <a:r>
              <a:rPr lang="bg-BG" sz="3200" dirty="0">
                <a:latin typeface="Comfortaa" pitchFamily="2" charset="0"/>
              </a:rPr>
              <a:t>приложение</a:t>
            </a:r>
          </a:p>
          <a:p>
            <a:pPr marL="377887" lvl="1" indent="0">
              <a:lnSpc>
                <a:spcPct val="110000"/>
              </a:lnSpc>
              <a:buNone/>
            </a:pPr>
            <a:endParaRPr lang="bg-BG" sz="28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360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</TotalTime>
  <Words>896</Words>
  <Application>Microsoft Office PowerPoint</Application>
  <PresentationFormat>Widescreen</PresentationFormat>
  <Paragraphs>160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Comfortaa</vt:lpstr>
      <vt:lpstr>Consolas</vt:lpstr>
      <vt:lpstr>Office Theme</vt:lpstr>
      <vt:lpstr>Въведение в MVC</vt:lpstr>
      <vt:lpstr>Съдържание</vt:lpstr>
      <vt:lpstr>Класът Program</vt:lpstr>
      <vt:lpstr>Модел</vt:lpstr>
      <vt:lpstr>Класът Tip [1/4]</vt:lpstr>
      <vt:lpstr>Класът Tip [2/4]</vt:lpstr>
      <vt:lpstr>Класът Tip [3/4]</vt:lpstr>
      <vt:lpstr>Класът Tip [4/4]</vt:lpstr>
      <vt:lpstr>Изглед</vt:lpstr>
      <vt:lpstr>Класът Display [1/4]</vt:lpstr>
      <vt:lpstr>Класът Display [2/4]</vt:lpstr>
      <vt:lpstr>Класът Display [3/4]</vt:lpstr>
      <vt:lpstr>Класът Display [4/4]</vt:lpstr>
      <vt:lpstr>Контролер</vt:lpstr>
      <vt:lpstr>Класът TipCalculatorController [1/2]</vt:lpstr>
      <vt:lpstr>Класът TipCalculatorController [2/2]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БСУ</cp:lastModifiedBy>
  <cp:revision>10</cp:revision>
  <dcterms:created xsi:type="dcterms:W3CDTF">2022-08-09T09:25:46Z</dcterms:created>
  <dcterms:modified xsi:type="dcterms:W3CDTF">2023-02-18T12:19:48Z</dcterms:modified>
</cp:coreProperties>
</file>