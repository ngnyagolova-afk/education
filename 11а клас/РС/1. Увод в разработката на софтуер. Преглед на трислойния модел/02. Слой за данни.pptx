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8" r:id="rId2"/>
    <p:sldId id="571" r:id="rId3"/>
    <p:sldId id="606" r:id="rId4"/>
    <p:sldId id="617" r:id="rId5"/>
    <p:sldId id="614" r:id="rId6"/>
    <p:sldId id="615" r:id="rId7"/>
    <p:sldId id="5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06"/>
            <p14:sldId id="617"/>
            <p14:sldId id="614"/>
            <p14:sldId id="61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7F26F-C9A8-4618-97C0-33F89FA7EE4F}" v="2" dt="2023-02-18T07:40:05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БСУ" userId="bdbaa275-9249-41b1-8d15-242f632c67bf" providerId="ADAL" clId="{A597F26F-C9A8-4618-97C0-33F89FA7EE4F}"/>
    <pc:docChg chg="undo custSel addSld modSld">
      <pc:chgData name="БСУ" userId="bdbaa275-9249-41b1-8d15-242f632c67bf" providerId="ADAL" clId="{A597F26F-C9A8-4618-97C0-33F89FA7EE4F}" dt="2023-02-18T07:43:54.838" v="73" actId="478"/>
      <pc:docMkLst>
        <pc:docMk/>
      </pc:docMkLst>
      <pc:sldChg chg="modSp mod">
        <pc:chgData name="БСУ" userId="bdbaa275-9249-41b1-8d15-242f632c67bf" providerId="ADAL" clId="{A597F26F-C9A8-4618-97C0-33F89FA7EE4F}" dt="2023-02-18T07:39:13.501" v="2"/>
        <pc:sldMkLst>
          <pc:docMk/>
          <pc:sldMk cId="2386959723" sldId="258"/>
        </pc:sldMkLst>
        <pc:spChg chg="mod">
          <ac:chgData name="БСУ" userId="bdbaa275-9249-41b1-8d15-242f632c67bf" providerId="ADAL" clId="{A597F26F-C9A8-4618-97C0-33F89FA7EE4F}" dt="2023-02-18T07:39:06.573" v="1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A597F26F-C9A8-4618-97C0-33F89FA7EE4F}" dt="2023-02-18T07:39:13.501" v="2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A597F26F-C9A8-4618-97C0-33F89FA7EE4F}" dt="2023-02-18T07:39:26.266" v="3"/>
        <pc:sldMkLst>
          <pc:docMk/>
          <pc:sldMk cId="2385751420" sldId="571"/>
        </pc:sldMkLst>
        <pc:spChg chg="mod">
          <ac:chgData name="БСУ" userId="bdbaa275-9249-41b1-8d15-242f632c67bf" providerId="ADAL" clId="{A597F26F-C9A8-4618-97C0-33F89FA7EE4F}" dt="2023-02-18T07:39:26.266" v="3"/>
          <ac:spMkLst>
            <pc:docMk/>
            <pc:sldMk cId="2385751420" sldId="571"/>
            <ac:spMk id="8" creationId="{00000000-0000-0000-0000-000000000000}"/>
          </ac:spMkLst>
        </pc:spChg>
      </pc:sldChg>
      <pc:sldChg chg="modSp add mod">
        <pc:chgData name="БСУ" userId="bdbaa275-9249-41b1-8d15-242f632c67bf" providerId="ADAL" clId="{A597F26F-C9A8-4618-97C0-33F89FA7EE4F}" dt="2023-02-18T07:42:08.162" v="17" actId="207"/>
        <pc:sldMkLst>
          <pc:docMk/>
          <pc:sldMk cId="3221261403" sldId="606"/>
        </pc:sldMkLst>
        <pc:spChg chg="mod">
          <ac:chgData name="БСУ" userId="bdbaa275-9249-41b1-8d15-242f632c67bf" providerId="ADAL" clId="{A597F26F-C9A8-4618-97C0-33F89FA7EE4F}" dt="2023-02-18T07:41:41.103" v="13" actId="207"/>
          <ac:spMkLst>
            <pc:docMk/>
            <pc:sldMk cId="3221261403" sldId="606"/>
            <ac:spMk id="3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1:21.307" v="11" actId="207"/>
          <ac:spMkLst>
            <pc:docMk/>
            <pc:sldMk cId="3221261403" sldId="606"/>
            <ac:spMk id="13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1:27.632" v="12" actId="207"/>
          <ac:spMkLst>
            <pc:docMk/>
            <pc:sldMk cId="3221261403" sldId="606"/>
            <ac:spMk id="22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1:21.307" v="11" actId="207"/>
          <ac:spMkLst>
            <pc:docMk/>
            <pc:sldMk cId="3221261403" sldId="606"/>
            <ac:spMk id="49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1:41.103" v="13" actId="207"/>
          <ac:spMkLst>
            <pc:docMk/>
            <pc:sldMk cId="3221261403" sldId="606"/>
            <ac:spMk id="50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1:21.307" v="11" actId="207"/>
          <ac:spMkLst>
            <pc:docMk/>
            <pc:sldMk cId="3221261403" sldId="606"/>
            <ac:spMk id="52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1:21.307" v="11" actId="207"/>
          <ac:spMkLst>
            <pc:docMk/>
            <pc:sldMk cId="3221261403" sldId="606"/>
            <ac:spMk id="53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1:53.024" v="14" actId="208"/>
          <ac:spMkLst>
            <pc:docMk/>
            <pc:sldMk cId="3221261403" sldId="606"/>
            <ac:spMk id="54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2:00.350" v="16" actId="207"/>
          <ac:spMkLst>
            <pc:docMk/>
            <pc:sldMk cId="3221261403" sldId="606"/>
            <ac:spMk id="56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2:08.162" v="17" actId="207"/>
          <ac:spMkLst>
            <pc:docMk/>
            <pc:sldMk cId="3221261403" sldId="606"/>
            <ac:spMk id="57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2:08.162" v="17" actId="207"/>
          <ac:spMkLst>
            <pc:docMk/>
            <pc:sldMk cId="3221261403" sldId="606"/>
            <ac:spMk id="58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1:27.632" v="12" actId="207"/>
          <ac:spMkLst>
            <pc:docMk/>
            <pc:sldMk cId="3221261403" sldId="606"/>
            <ac:spMk id="59" creationId="{00000000-0000-0000-0000-000000000000}"/>
          </ac:spMkLst>
        </pc:spChg>
      </pc:sldChg>
      <pc:sldChg chg="delSp modSp add mod">
        <pc:chgData name="БСУ" userId="bdbaa275-9249-41b1-8d15-242f632c67bf" providerId="ADAL" clId="{A597F26F-C9A8-4618-97C0-33F89FA7EE4F}" dt="2023-02-18T07:43:54.838" v="73" actId="478"/>
        <pc:sldMkLst>
          <pc:docMk/>
          <pc:sldMk cId="1147688454" sldId="614"/>
        </pc:sldMkLst>
        <pc:spChg chg="mod">
          <ac:chgData name="БСУ" userId="bdbaa275-9249-41b1-8d15-242f632c67bf" providerId="ADAL" clId="{A597F26F-C9A8-4618-97C0-33F89FA7EE4F}" dt="2023-02-18T07:43:30.173" v="63" actId="1076"/>
          <ac:spMkLst>
            <pc:docMk/>
            <pc:sldMk cId="1147688454" sldId="614"/>
            <ac:spMk id="4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3:42.804" v="71" actId="20577"/>
          <ac:spMkLst>
            <pc:docMk/>
            <pc:sldMk cId="1147688454" sldId="614"/>
            <ac:spMk id="5" creationId="{00000000-0000-0000-0000-000000000000}"/>
          </ac:spMkLst>
        </pc:spChg>
        <pc:spChg chg="del mod">
          <ac:chgData name="БСУ" userId="bdbaa275-9249-41b1-8d15-242f632c67bf" providerId="ADAL" clId="{A597F26F-C9A8-4618-97C0-33F89FA7EE4F}" dt="2023-02-18T07:43:54.838" v="73" actId="478"/>
          <ac:spMkLst>
            <pc:docMk/>
            <pc:sldMk cId="1147688454" sldId="614"/>
            <ac:spMk id="7" creationId="{A3BC0256-CD42-4977-854F-4DBFD61EAA5A}"/>
          </ac:spMkLst>
        </pc:spChg>
        <pc:picChg chg="del">
          <ac:chgData name="БСУ" userId="bdbaa275-9249-41b1-8d15-242f632c67bf" providerId="ADAL" clId="{A597F26F-C9A8-4618-97C0-33F89FA7EE4F}" dt="2023-02-18T07:42:52.859" v="27" actId="478"/>
          <ac:picMkLst>
            <pc:docMk/>
            <pc:sldMk cId="1147688454" sldId="614"/>
            <ac:picMk id="10" creationId="{00000000-0000-0000-0000-000000000000}"/>
          </ac:picMkLst>
        </pc:picChg>
        <pc:picChg chg="del">
          <ac:chgData name="БСУ" userId="bdbaa275-9249-41b1-8d15-242f632c67bf" providerId="ADAL" clId="{A597F26F-C9A8-4618-97C0-33F89FA7EE4F}" dt="2023-02-18T07:42:54.065" v="28" actId="478"/>
          <ac:picMkLst>
            <pc:docMk/>
            <pc:sldMk cId="1147688454" sldId="614"/>
            <ac:picMk id="11" creationId="{00000000-0000-0000-0000-000000000000}"/>
          </ac:picMkLst>
        </pc:picChg>
      </pc:sldChg>
      <pc:sldChg chg="delSp modSp add mod">
        <pc:chgData name="БСУ" userId="bdbaa275-9249-41b1-8d15-242f632c67bf" providerId="ADAL" clId="{A597F26F-C9A8-4618-97C0-33F89FA7EE4F}" dt="2023-02-18T07:42:48.980" v="26" actId="478"/>
        <pc:sldMkLst>
          <pc:docMk/>
          <pc:sldMk cId="507183651" sldId="617"/>
        </pc:sldMkLst>
        <pc:spChg chg="mod">
          <ac:chgData name="БСУ" userId="bdbaa275-9249-41b1-8d15-242f632c67bf" providerId="ADAL" clId="{A597F26F-C9A8-4618-97C0-33F89FA7EE4F}" dt="2023-02-18T07:42:35.331" v="23" actId="14100"/>
          <ac:spMkLst>
            <pc:docMk/>
            <pc:sldMk cId="507183651" sldId="617"/>
            <ac:spMk id="2" creationId="{00000000-0000-0000-0000-000000000000}"/>
          </ac:spMkLst>
        </pc:spChg>
        <pc:spChg chg="mod">
          <ac:chgData name="БСУ" userId="bdbaa275-9249-41b1-8d15-242f632c67bf" providerId="ADAL" clId="{A597F26F-C9A8-4618-97C0-33F89FA7EE4F}" dt="2023-02-18T07:42:44.119" v="25" actId="404"/>
          <ac:spMkLst>
            <pc:docMk/>
            <pc:sldMk cId="507183651" sldId="617"/>
            <ac:spMk id="3" creationId="{00000000-0000-0000-0000-000000000000}"/>
          </ac:spMkLst>
        </pc:spChg>
        <pc:spChg chg="del mod">
          <ac:chgData name="БСУ" userId="bdbaa275-9249-41b1-8d15-242f632c67bf" providerId="ADAL" clId="{A597F26F-C9A8-4618-97C0-33F89FA7EE4F}" dt="2023-02-18T07:42:48.980" v="26" actId="478"/>
          <ac:spMkLst>
            <pc:docMk/>
            <pc:sldMk cId="507183651" sldId="617"/>
            <ac:spMk id="5" creationId="{470AA23E-1DCE-4261-BC6B-8E4E740A19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C4647A7-4AF9-4EE3-85ED-3DAD999B4F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86264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B62D776-2B90-4790-B2E0-BA77CB1FD8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30068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Слой за данни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Data Access Layer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Какво</a:t>
            </a:r>
            <a:r>
              <a:rPr lang="ru-RU" sz="3200" dirty="0">
                <a:latin typeface="Comfortaa" pitchFamily="2" charset="0"/>
              </a:rPr>
              <a:t> е </a:t>
            </a:r>
            <a:r>
              <a:rPr lang="ru-RU" sz="3200" dirty="0" err="1">
                <a:latin typeface="Comfortaa" pitchFamily="2" charset="0"/>
              </a:rPr>
              <a:t>трислоен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модел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Слой за </a:t>
            </a:r>
            <a:r>
              <a:rPr lang="ru-RU" sz="3200" dirty="0" err="1">
                <a:latin typeface="Comfortaa" pitchFamily="2" charset="0"/>
              </a:rPr>
              <a:t>данни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0279" y="365125"/>
            <a:ext cx="11034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Архитектура на трислойният модел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279" y="1710453"/>
            <a:ext cx="11034600" cy="124739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ПРЕЗЕНТАЦИОНЕН</a:t>
            </a:r>
            <a:br>
              <a:rPr lang="bg-BG" sz="2400" b="1" dirty="0">
                <a:solidFill>
                  <a:schemeClr val="tx1"/>
                </a:solidFill>
                <a:latin typeface="Comfortaa" pitchFamily="2" charset="0"/>
              </a:rPr>
            </a:br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СЛОЙ</a:t>
            </a:r>
            <a:endParaRPr lang="en-US" sz="2400" b="1" dirty="0">
              <a:solidFill>
                <a:schemeClr val="tx1"/>
              </a:solidFill>
              <a:latin typeface="Comfortaa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7262" y="1879600"/>
            <a:ext cx="3536138" cy="88051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Вход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696200" y="1892151"/>
            <a:ext cx="3536138" cy="88051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Изход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3400" y="3380998"/>
            <a:ext cx="11034600" cy="124739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СЛОЙ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ЗА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УСЛУГИ</a:t>
            </a:r>
            <a:endParaRPr lang="en-US" sz="2400" b="1" dirty="0">
              <a:solidFill>
                <a:schemeClr val="tx1"/>
              </a:solidFill>
              <a:latin typeface="Comfortaa" pitchFamily="2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31074" y="3564441"/>
            <a:ext cx="3536138" cy="88051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696200" y="3564441"/>
            <a:ext cx="3536138" cy="88051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33400" y="4953000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 ЗА ДАННИ</a:t>
            </a:r>
            <a:endParaRPr lang="en-US" sz="20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282631" y="5136443"/>
            <a:ext cx="3536138" cy="88051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БД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2209800" y="2804100"/>
            <a:ext cx="609600" cy="7011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7" name="Down Arrow 56"/>
          <p:cNvSpPr/>
          <p:nvPr/>
        </p:nvSpPr>
        <p:spPr>
          <a:xfrm rot="-2700000">
            <a:off x="3311557" y="4473351"/>
            <a:ext cx="609600" cy="1100042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8" name="Down Arrow 57"/>
          <p:cNvSpPr/>
          <p:nvPr/>
        </p:nvSpPr>
        <p:spPr>
          <a:xfrm rot="13319652">
            <a:off x="8108496" y="4525666"/>
            <a:ext cx="609600" cy="1100042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9" name="Down Arrow 58"/>
          <p:cNvSpPr/>
          <p:nvPr/>
        </p:nvSpPr>
        <p:spPr>
          <a:xfrm rot="-10800000">
            <a:off x="9220200" y="2795632"/>
            <a:ext cx="609600" cy="7011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6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Отговаря за връзка с БД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Съхранява данните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Изпълнява заявки и команди върху БД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Не позволява данните да бъдат достъпвани и манипулирани директно от клиента в презентационния слой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Предоставя възможност за управление на информацията без значение от съхраняващия механизъм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Носи ползи за мащабируемостта и поддръжката на приложението</a:t>
            </a:r>
            <a:endParaRPr lang="en-US" sz="2400" noProof="1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28212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Слой за данни</a:t>
            </a:r>
            <a:r>
              <a:rPr lang="en-US" dirty="0">
                <a:latin typeface="Comfortaa" pitchFamily="2" charset="0"/>
              </a:rPr>
              <a:t> [Data Access Layer]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18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819455" y="1872835"/>
            <a:ext cx="10553089" cy="402264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bg-BG" sz="3600" dirty="0">
                <a:latin typeface="Comfortaa" pitchFamily="2" charset="0"/>
              </a:rPr>
              <a:t>Слоят за данни отговаря за: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Съхранението на данните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Изпълнението на заявки върху данните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Не позволява данните да се манипулират от презентационния слой</a:t>
            </a:r>
          </a:p>
          <a:p>
            <a:pPr>
              <a:lnSpc>
                <a:spcPct val="110000"/>
              </a:lnSpc>
            </a:pPr>
            <a:endParaRPr lang="bg-BG" sz="36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endParaRPr lang="bg-BG" sz="36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840902" y="761583"/>
            <a:ext cx="9426576" cy="111125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8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E09A-3FB1-46B3-BD6E-4E936F6C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bg-BG" sz="5000" b="1" dirty="0"/>
              <a:t>Благодаря за вниманието!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00008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283</Words>
  <Application>Microsoft Office PowerPoint</Application>
  <PresentationFormat>Widescreen</PresentationFormat>
  <Paragraphs>45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Comfortaa</vt:lpstr>
      <vt:lpstr>Times New Roman</vt:lpstr>
      <vt:lpstr>Office Theme</vt:lpstr>
      <vt:lpstr>Слой за данни</vt:lpstr>
      <vt:lpstr>Съдържание</vt:lpstr>
      <vt:lpstr>Архитектура на трислойният модел</vt:lpstr>
      <vt:lpstr>Слой за данни [Data Access Layer]</vt:lpstr>
      <vt:lpstr>Обобщение</vt:lpstr>
      <vt:lpstr>Благодаря за вниманието!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Dimova</cp:lastModifiedBy>
  <cp:revision>11</cp:revision>
  <dcterms:created xsi:type="dcterms:W3CDTF">2022-08-09T09:25:46Z</dcterms:created>
  <dcterms:modified xsi:type="dcterms:W3CDTF">2025-09-26T07:33:11Z</dcterms:modified>
</cp:coreProperties>
</file>