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8" r:id="rId2"/>
    <p:sldId id="571" r:id="rId3"/>
    <p:sldId id="605" r:id="rId4"/>
    <p:sldId id="607" r:id="rId5"/>
    <p:sldId id="614" r:id="rId6"/>
    <p:sldId id="615" r:id="rId7"/>
    <p:sldId id="616" r:id="rId8"/>
    <p:sldId id="610" r:id="rId9"/>
    <p:sldId id="5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05"/>
            <p14:sldId id="607"/>
            <p14:sldId id="614"/>
            <p14:sldId id="615"/>
            <p14:sldId id="616"/>
            <p14:sldId id="610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70749F-CAB8-40B8-990B-959634655B37}" v="17" dt="2023-02-18T11:43:39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СУ" userId="bdbaa275-9249-41b1-8d15-242f632c67bf" providerId="ADAL" clId="{2D70749F-CAB8-40B8-990B-959634655B37}"/>
    <pc:docChg chg="custSel addSld modSld">
      <pc:chgData name="БСУ" userId="bdbaa275-9249-41b1-8d15-242f632c67bf" providerId="ADAL" clId="{2D70749F-CAB8-40B8-990B-959634655B37}" dt="2023-02-18T11:46:35.402" v="107" actId="113"/>
      <pc:docMkLst>
        <pc:docMk/>
      </pc:docMkLst>
      <pc:sldChg chg="modSp mod">
        <pc:chgData name="БСУ" userId="bdbaa275-9249-41b1-8d15-242f632c67bf" providerId="ADAL" clId="{2D70749F-CAB8-40B8-990B-959634655B37}" dt="2023-02-18T11:41:01.963" v="3" actId="20577"/>
        <pc:sldMkLst>
          <pc:docMk/>
          <pc:sldMk cId="2386959723" sldId="258"/>
        </pc:sldMkLst>
        <pc:spChg chg="mod">
          <ac:chgData name="БСУ" userId="bdbaa275-9249-41b1-8d15-242f632c67bf" providerId="ADAL" clId="{2D70749F-CAB8-40B8-990B-959634655B37}" dt="2023-02-18T11:40:49.974" v="1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2D70749F-CAB8-40B8-990B-959634655B37}" dt="2023-02-18T11:41:01.963" v="3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2D70749F-CAB8-40B8-990B-959634655B37}" dt="2023-02-18T11:41:18.201" v="5" actId="5793"/>
        <pc:sldMkLst>
          <pc:docMk/>
          <pc:sldMk cId="2385751420" sldId="571"/>
        </pc:sldMkLst>
        <pc:spChg chg="mod">
          <ac:chgData name="БСУ" userId="bdbaa275-9249-41b1-8d15-242f632c67bf" providerId="ADAL" clId="{2D70749F-CAB8-40B8-990B-959634655B37}" dt="2023-02-18T11:41:18.201" v="5" actId="5793"/>
          <ac:spMkLst>
            <pc:docMk/>
            <pc:sldMk cId="2385751420" sldId="571"/>
            <ac:spMk id="8" creationId="{00000000-0000-0000-0000-000000000000}"/>
          </ac:spMkLst>
        </pc:spChg>
      </pc:sldChg>
      <pc:sldChg chg="modSp add mod">
        <pc:chgData name="БСУ" userId="bdbaa275-9249-41b1-8d15-242f632c67bf" providerId="ADAL" clId="{2D70749F-CAB8-40B8-990B-959634655B37}" dt="2023-02-18T11:42:06.817" v="9" actId="207"/>
        <pc:sldMkLst>
          <pc:docMk/>
          <pc:sldMk cId="2490226541" sldId="605"/>
        </pc:sldMkLst>
        <pc:spChg chg="mod">
          <ac:chgData name="БСУ" userId="bdbaa275-9249-41b1-8d15-242f632c67bf" providerId="ADAL" clId="{2D70749F-CAB8-40B8-990B-959634655B37}" dt="2023-02-18T11:42:06.817" v="9" actId="207"/>
          <ac:spMkLst>
            <pc:docMk/>
            <pc:sldMk cId="2490226541" sldId="605"/>
            <ac:spMk id="3" creationId="{00000000-0000-0000-0000-000000000000}"/>
          </ac:spMkLst>
        </pc:spChg>
        <pc:spChg chg="mod">
          <ac:chgData name="БСУ" userId="bdbaa275-9249-41b1-8d15-242f632c67bf" providerId="ADAL" clId="{2D70749F-CAB8-40B8-990B-959634655B37}" dt="2023-02-18T11:41:44.097" v="7" actId="2711"/>
          <ac:spMkLst>
            <pc:docMk/>
            <pc:sldMk cId="2490226541" sldId="605"/>
            <ac:spMk id="4" creationId="{00000000-0000-0000-0000-000000000000}"/>
          </ac:spMkLst>
        </pc:spChg>
        <pc:spChg chg="mod">
          <ac:chgData name="БСУ" userId="bdbaa275-9249-41b1-8d15-242f632c67bf" providerId="ADAL" clId="{2D70749F-CAB8-40B8-990B-959634655B37}" dt="2023-02-18T11:41:28.295" v="6"/>
          <ac:spMkLst>
            <pc:docMk/>
            <pc:sldMk cId="2490226541" sldId="605"/>
            <ac:spMk id="5" creationId="{876F5D6D-AED2-4306-AAEF-DA60BF413078}"/>
          </ac:spMkLst>
        </pc:spChg>
      </pc:sldChg>
      <pc:sldChg chg="delSp modSp add mod modAnim">
        <pc:chgData name="БСУ" userId="bdbaa275-9249-41b1-8d15-242f632c67bf" providerId="ADAL" clId="{2D70749F-CAB8-40B8-990B-959634655B37}" dt="2023-02-18T11:43:39.565" v="42"/>
        <pc:sldMkLst>
          <pc:docMk/>
          <pc:sldMk cId="4117348553" sldId="607"/>
        </pc:sldMkLst>
        <pc:spChg chg="mod">
          <ac:chgData name="БСУ" userId="bdbaa275-9249-41b1-8d15-242f632c67bf" providerId="ADAL" clId="{2D70749F-CAB8-40B8-990B-959634655B37}" dt="2023-02-18T11:43:33.105" v="41" actId="207"/>
          <ac:spMkLst>
            <pc:docMk/>
            <pc:sldMk cId="4117348553" sldId="607"/>
            <ac:spMk id="3" creationId="{00000000-0000-0000-0000-000000000000}"/>
          </ac:spMkLst>
        </pc:spChg>
        <pc:spChg chg="mod">
          <ac:chgData name="БСУ" userId="bdbaa275-9249-41b1-8d15-242f632c67bf" providerId="ADAL" clId="{2D70749F-CAB8-40B8-990B-959634655B37}" dt="2023-02-18T11:42:14.540" v="10" actId="2711"/>
          <ac:spMkLst>
            <pc:docMk/>
            <pc:sldMk cId="4117348553" sldId="607"/>
            <ac:spMk id="4" creationId="{00000000-0000-0000-0000-000000000000}"/>
          </ac:spMkLst>
        </pc:spChg>
        <pc:spChg chg="mod">
          <ac:chgData name="БСУ" userId="bdbaa275-9249-41b1-8d15-242f632c67bf" providerId="ADAL" clId="{2D70749F-CAB8-40B8-990B-959634655B37}" dt="2023-02-18T11:43:24.678" v="40" actId="13822"/>
          <ac:spMkLst>
            <pc:docMk/>
            <pc:sldMk cId="4117348553" sldId="607"/>
            <ac:spMk id="6" creationId="{00000000-0000-0000-0000-000000000000}"/>
          </ac:spMkLst>
        </pc:spChg>
        <pc:spChg chg="del mod">
          <ac:chgData name="БСУ" userId="bdbaa275-9249-41b1-8d15-242f632c67bf" providerId="ADAL" clId="{2D70749F-CAB8-40B8-990B-959634655B37}" dt="2023-02-18T11:43:18.793" v="39" actId="478"/>
          <ac:spMkLst>
            <pc:docMk/>
            <pc:sldMk cId="4117348553" sldId="607"/>
            <ac:spMk id="7" creationId="{4914756B-2B98-4B0D-B827-324B933A495A}"/>
          </ac:spMkLst>
        </pc:spChg>
      </pc:sldChg>
      <pc:sldChg chg="delSp modSp add mod">
        <pc:chgData name="БСУ" userId="bdbaa275-9249-41b1-8d15-242f632c67bf" providerId="ADAL" clId="{2D70749F-CAB8-40B8-990B-959634655B37}" dt="2023-02-18T11:46:35.402" v="107" actId="113"/>
        <pc:sldMkLst>
          <pc:docMk/>
          <pc:sldMk cId="3644330466" sldId="610"/>
        </pc:sldMkLst>
        <pc:spChg chg="mod">
          <ac:chgData name="БСУ" userId="bdbaa275-9249-41b1-8d15-242f632c67bf" providerId="ADAL" clId="{2D70749F-CAB8-40B8-990B-959634655B37}" dt="2023-02-18T11:46:22.761" v="105" actId="20577"/>
          <ac:spMkLst>
            <pc:docMk/>
            <pc:sldMk cId="3644330466" sldId="610"/>
            <ac:spMk id="4" creationId="{00000000-0000-0000-0000-000000000000}"/>
          </ac:spMkLst>
        </pc:spChg>
        <pc:spChg chg="mod">
          <ac:chgData name="БСУ" userId="bdbaa275-9249-41b1-8d15-242f632c67bf" providerId="ADAL" clId="{2D70749F-CAB8-40B8-990B-959634655B37}" dt="2023-02-18T11:46:35.402" v="107" actId="113"/>
          <ac:spMkLst>
            <pc:docMk/>
            <pc:sldMk cId="3644330466" sldId="610"/>
            <ac:spMk id="5" creationId="{00000000-0000-0000-0000-000000000000}"/>
          </ac:spMkLst>
        </pc:spChg>
        <pc:spChg chg="del">
          <ac:chgData name="БСУ" userId="bdbaa275-9249-41b1-8d15-242f632c67bf" providerId="ADAL" clId="{2D70749F-CAB8-40B8-990B-959634655B37}" dt="2023-02-18T11:46:10.566" v="90" actId="478"/>
          <ac:spMkLst>
            <pc:docMk/>
            <pc:sldMk cId="3644330466" sldId="610"/>
            <ac:spMk id="7" creationId="{DFD351BA-60E6-45B7-B0BA-C235C9239CDA}"/>
          </ac:spMkLst>
        </pc:spChg>
        <pc:picChg chg="del">
          <ac:chgData name="БСУ" userId="bdbaa275-9249-41b1-8d15-242f632c67bf" providerId="ADAL" clId="{2D70749F-CAB8-40B8-990B-959634655B37}" dt="2023-02-18T11:45:52.904" v="85" actId="478"/>
          <ac:picMkLst>
            <pc:docMk/>
            <pc:sldMk cId="3644330466" sldId="610"/>
            <ac:picMk id="10" creationId="{00000000-0000-0000-0000-000000000000}"/>
          </ac:picMkLst>
        </pc:picChg>
        <pc:picChg chg="del">
          <ac:chgData name="БСУ" userId="bdbaa275-9249-41b1-8d15-242f632c67bf" providerId="ADAL" clId="{2D70749F-CAB8-40B8-990B-959634655B37}" dt="2023-02-18T11:45:53.641" v="86" actId="478"/>
          <ac:picMkLst>
            <pc:docMk/>
            <pc:sldMk cId="3644330466" sldId="610"/>
            <ac:picMk id="11" creationId="{00000000-0000-0000-0000-000000000000}"/>
          </ac:picMkLst>
        </pc:picChg>
      </pc:sldChg>
      <pc:sldChg chg="delSp modSp add mod">
        <pc:chgData name="БСУ" userId="bdbaa275-9249-41b1-8d15-242f632c67bf" providerId="ADAL" clId="{2D70749F-CAB8-40B8-990B-959634655B37}" dt="2023-02-18T11:44:15.806" v="49" actId="14100"/>
        <pc:sldMkLst>
          <pc:docMk/>
          <pc:sldMk cId="2129024723" sldId="614"/>
        </pc:sldMkLst>
        <pc:spChg chg="mod">
          <ac:chgData name="БСУ" userId="bdbaa275-9249-41b1-8d15-242f632c67bf" providerId="ADAL" clId="{2D70749F-CAB8-40B8-990B-959634655B37}" dt="2023-02-18T11:44:06.152" v="47" actId="1076"/>
          <ac:spMkLst>
            <pc:docMk/>
            <pc:sldMk cId="2129024723" sldId="614"/>
            <ac:spMk id="3" creationId="{00000000-0000-0000-0000-000000000000}"/>
          </ac:spMkLst>
        </pc:spChg>
        <pc:spChg chg="mod">
          <ac:chgData name="БСУ" userId="bdbaa275-9249-41b1-8d15-242f632c67bf" providerId="ADAL" clId="{2D70749F-CAB8-40B8-990B-959634655B37}" dt="2023-02-18T11:44:15.806" v="49" actId="14100"/>
          <ac:spMkLst>
            <pc:docMk/>
            <pc:sldMk cId="2129024723" sldId="614"/>
            <ac:spMk id="4" creationId="{00000000-0000-0000-0000-000000000000}"/>
          </ac:spMkLst>
        </pc:spChg>
        <pc:spChg chg="del mod">
          <ac:chgData name="БСУ" userId="bdbaa275-9249-41b1-8d15-242f632c67bf" providerId="ADAL" clId="{2D70749F-CAB8-40B8-990B-959634655B37}" dt="2023-02-18T11:44:08.724" v="48" actId="478"/>
          <ac:spMkLst>
            <pc:docMk/>
            <pc:sldMk cId="2129024723" sldId="614"/>
            <ac:spMk id="5" creationId="{30DE0B0C-3024-4C55-947E-1899A8F78617}"/>
          </ac:spMkLst>
        </pc:spChg>
      </pc:sldChg>
      <pc:sldChg chg="delSp modSp add mod">
        <pc:chgData name="БСУ" userId="bdbaa275-9249-41b1-8d15-242f632c67bf" providerId="ADAL" clId="{2D70749F-CAB8-40B8-990B-959634655B37}" dt="2023-02-18T11:45:27.010" v="80" actId="1076"/>
        <pc:sldMkLst>
          <pc:docMk/>
          <pc:sldMk cId="1394880569" sldId="615"/>
        </pc:sldMkLst>
        <pc:spChg chg="mod">
          <ac:chgData name="БСУ" userId="bdbaa275-9249-41b1-8d15-242f632c67bf" providerId="ADAL" clId="{2D70749F-CAB8-40B8-990B-959634655B37}" dt="2023-02-18T11:45:27.010" v="80" actId="1076"/>
          <ac:spMkLst>
            <pc:docMk/>
            <pc:sldMk cId="1394880569" sldId="615"/>
            <ac:spMk id="3" creationId="{00000000-0000-0000-0000-000000000000}"/>
          </ac:spMkLst>
        </pc:spChg>
        <pc:spChg chg="mod">
          <ac:chgData name="БСУ" userId="bdbaa275-9249-41b1-8d15-242f632c67bf" providerId="ADAL" clId="{2D70749F-CAB8-40B8-990B-959634655B37}" dt="2023-02-18T11:45:27.010" v="80" actId="1076"/>
          <ac:spMkLst>
            <pc:docMk/>
            <pc:sldMk cId="1394880569" sldId="615"/>
            <ac:spMk id="4" creationId="{00000000-0000-0000-0000-000000000000}"/>
          </ac:spMkLst>
        </pc:spChg>
        <pc:spChg chg="del mod">
          <ac:chgData name="БСУ" userId="bdbaa275-9249-41b1-8d15-242f632c67bf" providerId="ADAL" clId="{2D70749F-CAB8-40B8-990B-959634655B37}" dt="2023-02-18T11:45:13.920" v="79" actId="478"/>
          <ac:spMkLst>
            <pc:docMk/>
            <pc:sldMk cId="1394880569" sldId="615"/>
            <ac:spMk id="5" creationId="{9F5C16AF-5179-49A0-B8E4-A327825F5004}"/>
          </ac:spMkLst>
        </pc:spChg>
      </pc:sldChg>
      <pc:sldChg chg="delSp modSp add mod">
        <pc:chgData name="БСУ" userId="bdbaa275-9249-41b1-8d15-242f632c67bf" providerId="ADAL" clId="{2D70749F-CAB8-40B8-990B-959634655B37}" dt="2023-02-18T11:45:46.771" v="84" actId="478"/>
        <pc:sldMkLst>
          <pc:docMk/>
          <pc:sldMk cId="2470708302" sldId="616"/>
        </pc:sldMkLst>
        <pc:spChg chg="mod">
          <ac:chgData name="БСУ" userId="bdbaa275-9249-41b1-8d15-242f632c67bf" providerId="ADAL" clId="{2D70749F-CAB8-40B8-990B-959634655B37}" dt="2023-02-18T11:45:44.599" v="83" actId="1076"/>
          <ac:spMkLst>
            <pc:docMk/>
            <pc:sldMk cId="2470708302" sldId="616"/>
            <ac:spMk id="3" creationId="{00000000-0000-0000-0000-000000000000}"/>
          </ac:spMkLst>
        </pc:spChg>
        <pc:spChg chg="mod">
          <ac:chgData name="БСУ" userId="bdbaa275-9249-41b1-8d15-242f632c67bf" providerId="ADAL" clId="{2D70749F-CAB8-40B8-990B-959634655B37}" dt="2023-02-18T11:45:44.599" v="83" actId="1076"/>
          <ac:spMkLst>
            <pc:docMk/>
            <pc:sldMk cId="2470708302" sldId="616"/>
            <ac:spMk id="4" creationId="{00000000-0000-0000-0000-000000000000}"/>
          </ac:spMkLst>
        </pc:spChg>
        <pc:spChg chg="del mod">
          <ac:chgData name="БСУ" userId="bdbaa275-9249-41b1-8d15-242f632c67bf" providerId="ADAL" clId="{2D70749F-CAB8-40B8-990B-959634655B37}" dt="2023-02-18T11:45:46.771" v="84" actId="478"/>
          <ac:spMkLst>
            <pc:docMk/>
            <pc:sldMk cId="2470708302" sldId="616"/>
            <ac:spMk id="5" creationId="{EA0A47E1-72A5-48F1-98D5-78195BB2818C}"/>
          </ac:spMkLst>
        </pc:sp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FFD0461-EA83-41CC-80FA-6D3D9A60A1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92718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B1BA86D-9B07-4359-BE8F-23C7D47583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630067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18.2.2023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Въведение в </a:t>
            </a:r>
            <a:r>
              <a:rPr lang="en-US" dirty="0">
                <a:latin typeface="Comfortaa" pitchFamily="2" charset="0"/>
              </a:rPr>
              <a:t>MVC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Структура на проекта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MVC структура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Модел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Изглед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Контролер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76F5D6D-AED2-4306-AAEF-DA60BF413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Проект </a:t>
            </a: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</a:rPr>
              <a:t>ConsoleMVC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en-US" sz="2800" b="1" dirty="0" err="1">
                <a:solidFill>
                  <a:srgbClr val="00B0F0"/>
                </a:solidFill>
                <a:latin typeface="Comfortaa" pitchFamily="2" charset="0"/>
              </a:rPr>
              <a:t>Program.cs</a:t>
            </a:r>
            <a:r>
              <a:rPr lang="en-US" sz="28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800" dirty="0">
                <a:latin typeface="Comfortaa" pitchFamily="2" charset="0"/>
              </a:rPr>
              <a:t>– </a:t>
            </a:r>
            <a:r>
              <a:rPr lang="bg-BG" sz="2800" dirty="0">
                <a:latin typeface="Comfortaa" pitchFamily="2" charset="0"/>
              </a:rPr>
              <a:t>главна програма</a:t>
            </a:r>
            <a:endParaRPr lang="en-US" sz="2800" dirty="0">
              <a:latin typeface="Comfortaa" pitchFamily="2" charset="0"/>
            </a:endParaRPr>
          </a:p>
          <a:p>
            <a:pPr lvl="1"/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Model</a:t>
            </a:r>
            <a:r>
              <a:rPr lang="bg-BG" sz="2800" dirty="0">
                <a:latin typeface="Comfortaa" pitchFamily="2" charset="0"/>
              </a:rPr>
              <a:t> – папка съдържаща класове описващи модели</a:t>
            </a:r>
            <a:endParaRPr lang="en-US" sz="2800" dirty="0">
              <a:latin typeface="Comfortaa" pitchFamily="2" charset="0"/>
            </a:endParaRPr>
          </a:p>
          <a:p>
            <a:pPr lvl="1"/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Views</a:t>
            </a:r>
            <a:r>
              <a:rPr lang="bg-BG" sz="2800" dirty="0">
                <a:latin typeface="Comfortaa" pitchFamily="2" charset="0"/>
              </a:rPr>
              <a:t> – папка съдържаща класове описващи изгледи</a:t>
            </a:r>
            <a:endParaRPr lang="en-US" sz="2800" dirty="0">
              <a:latin typeface="Comfortaa" pitchFamily="2" charset="0"/>
            </a:endParaRPr>
          </a:p>
          <a:p>
            <a:pPr lvl="1"/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Controllers</a:t>
            </a:r>
            <a:r>
              <a:rPr lang="bg-BG" sz="2800" dirty="0">
                <a:latin typeface="Comfortaa" pitchFamily="2" charset="0"/>
              </a:rPr>
              <a:t> – папка съдържаща класове описващи контролери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Структура на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49022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012" y="1636546"/>
            <a:ext cx="9740077" cy="76156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Ще използваме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Program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класът като входна точка. Тук ще създадем контролера, който ще управлява всичко.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Program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82326" y="2536517"/>
            <a:ext cx="9499447" cy="35394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class Program</a:t>
            </a:r>
          </a:p>
          <a:p>
            <a:r>
              <a:rPr lang="bg-BG" sz="28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static void Main(string[] </a:t>
            </a:r>
            <a:r>
              <a:rPr lang="en-US" sz="2800" b="1" dirty="0" err="1">
                <a:latin typeface="Consolas" panose="020B0609020204030204" pitchFamily="49" charset="0"/>
              </a:rPr>
              <a:t>args</a:t>
            </a:r>
            <a:r>
              <a:rPr lang="en-US" sz="2800" b="1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bg-BG" sz="28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	</a:t>
            </a:r>
            <a:r>
              <a:rPr lang="en-US" sz="2800" b="1" dirty="0" err="1">
                <a:latin typeface="Consolas" panose="020B0609020204030204" pitchFamily="49" charset="0"/>
              </a:rPr>
              <a:t>TipCalculatorController</a:t>
            </a:r>
            <a:r>
              <a:rPr lang="en-US" sz="2800" b="1" dirty="0">
                <a:latin typeface="Consolas" panose="020B0609020204030204" pitchFamily="49" charset="0"/>
              </a:rPr>
              <a:t> t =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		new </a:t>
            </a:r>
            <a:r>
              <a:rPr lang="en-US" sz="2800" b="1" dirty="0" err="1">
                <a:latin typeface="Consolas" panose="020B0609020204030204" pitchFamily="49" charset="0"/>
              </a:rPr>
              <a:t>TipCalculatorController</a:t>
            </a:r>
            <a:r>
              <a:rPr lang="en-US" sz="2800" b="1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	</a:t>
            </a:r>
            <a:r>
              <a:rPr lang="bg-BG" sz="2800" b="1" dirty="0">
                <a:latin typeface="Consolas" panose="020B0609020204030204" pitchFamily="49" charset="0"/>
              </a:rPr>
              <a:t>}</a:t>
            </a:r>
          </a:p>
          <a:p>
            <a:r>
              <a:rPr lang="bg-BG" sz="28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734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416" y="2355014"/>
            <a:ext cx="9683416" cy="304716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Съдържа две полета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amount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(сума) 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percent</a:t>
            </a:r>
            <a:r>
              <a:rPr lang="bg-BG" dirty="0">
                <a:latin typeface="Comfortaa" pitchFamily="2" charset="0"/>
              </a:rPr>
              <a:t> (процент)</a:t>
            </a:r>
            <a:r>
              <a:rPr lang="en-US" dirty="0">
                <a:latin typeface="Comfortaa" pitchFamily="2" charset="0"/>
              </a:rPr>
              <a:t>.</a:t>
            </a:r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Съдържа свойства за тях</a:t>
            </a:r>
          </a:p>
          <a:p>
            <a:r>
              <a:rPr lang="bg-BG" dirty="0">
                <a:latin typeface="Comfortaa" pitchFamily="2" charset="0"/>
              </a:rPr>
              <a:t>Прави изчисленията и управлява данните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Този клас не се интересува от изгледа и контролера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01416" y="894514"/>
            <a:ext cx="9683416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Модел</a:t>
            </a:r>
          </a:p>
        </p:txBody>
      </p:sp>
    </p:spTree>
    <p:extLst>
      <p:ext uri="{BB962C8B-B14F-4D97-AF65-F5344CB8AC3E}">
        <p14:creationId xmlns:p14="http://schemas.microsoft.com/office/powerpoint/2010/main" val="212902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721" y="2264778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Изгледът е клас, в който се описва конкретен потребителски интерфейс</a:t>
            </a:r>
          </a:p>
          <a:p>
            <a:r>
              <a:rPr lang="bg-BG" dirty="0">
                <a:latin typeface="Comfortaa" pitchFamily="2" charset="0"/>
              </a:rPr>
              <a:t>Може да се ползва както за </a:t>
            </a:r>
            <a:r>
              <a:rPr lang="bg-BG" dirty="0" err="1">
                <a:latin typeface="Comfortaa" pitchFamily="2" charset="0"/>
              </a:rPr>
              <a:t>въеждане</a:t>
            </a:r>
            <a:r>
              <a:rPr lang="bg-BG" dirty="0">
                <a:latin typeface="Comfortaa" pitchFamily="2" charset="0"/>
              </a:rPr>
              <a:t>, така и за извеждане на данни</a:t>
            </a:r>
          </a:p>
          <a:p>
            <a:r>
              <a:rPr lang="bg-BG" dirty="0">
                <a:latin typeface="Comfortaa" pitchFamily="2" charset="0"/>
              </a:rPr>
              <a:t>Може да е свързан с модел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Data Transfer Object (DTO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а може и да не е свързан с модел</a:t>
            </a:r>
          </a:p>
          <a:p>
            <a:endParaRPr lang="bg-BG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36721" y="804278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Изглед</a:t>
            </a:r>
          </a:p>
        </p:txBody>
      </p:sp>
    </p:spTree>
    <p:extLst>
      <p:ext uri="{BB962C8B-B14F-4D97-AF65-F5344CB8AC3E}">
        <p14:creationId xmlns:p14="http://schemas.microsoft.com/office/powerpoint/2010/main" val="139488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2306888"/>
            <a:ext cx="10567737" cy="268621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Свързва</a:t>
            </a:r>
            <a:r>
              <a:rPr lang="ru-RU" dirty="0">
                <a:latin typeface="Comfortaa" pitchFamily="2" charset="0"/>
              </a:rPr>
              <a:t> изгледа и модела</a:t>
            </a:r>
            <a:r>
              <a:rPr lang="bg-BG" dirty="0">
                <a:latin typeface="Comfortaa" pitchFamily="2" charset="0"/>
              </a:rPr>
              <a:t>.</a:t>
            </a:r>
          </a:p>
          <a:p>
            <a:r>
              <a:rPr lang="bg-BG" dirty="0">
                <a:latin typeface="Comfortaa" pitchFamily="2" charset="0"/>
              </a:rPr>
              <a:t>Създава инстанция на изгледа</a:t>
            </a:r>
          </a:p>
          <a:p>
            <a:r>
              <a:rPr lang="bg-BG" dirty="0">
                <a:latin typeface="Comfortaa" pitchFamily="2" charset="0"/>
              </a:rPr>
              <a:t>Създава инстанция на модела</a:t>
            </a:r>
          </a:p>
          <a:p>
            <a:r>
              <a:rPr lang="bg-BG" dirty="0">
                <a:latin typeface="Comfortaa" pitchFamily="2" charset="0"/>
              </a:rPr>
              <a:t>Предава данни към изгледа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846388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Контролер</a:t>
            </a:r>
          </a:p>
        </p:txBody>
      </p:sp>
    </p:spTree>
    <p:extLst>
      <p:ext uri="{BB962C8B-B14F-4D97-AF65-F5344CB8AC3E}">
        <p14:creationId xmlns:p14="http://schemas.microsoft.com/office/powerpoint/2010/main" val="2470708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1144755" y="2011197"/>
            <a:ext cx="9274592" cy="366169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Структурата на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MVC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проекта е добре да се разпредели в 3 отделни подпапки: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Controllers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съдържаща контролер класовете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Model</a:t>
            </a:r>
            <a:r>
              <a:rPr lang="bg-BG" dirty="0">
                <a:latin typeface="Comfortaa" pitchFamily="2" charset="0"/>
              </a:rPr>
              <a:t> – съдържаща класовете за моделите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Views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– съдържаща изгледите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1144754" y="899946"/>
            <a:ext cx="9577388" cy="111125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330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387</Words>
  <Application>Microsoft Office PowerPoint</Application>
  <PresentationFormat>Widescreen</PresentationFormat>
  <Paragraphs>61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Comfortaa</vt:lpstr>
      <vt:lpstr>Consolas</vt:lpstr>
      <vt:lpstr>Office Theme</vt:lpstr>
      <vt:lpstr>Въведение в MVC</vt:lpstr>
      <vt:lpstr>Съдържание</vt:lpstr>
      <vt:lpstr>Структура на проекта</vt:lpstr>
      <vt:lpstr>Класът Program</vt:lpstr>
      <vt:lpstr>Модел</vt:lpstr>
      <vt:lpstr>Изглед</vt:lpstr>
      <vt:lpstr>Контролер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БСУ</cp:lastModifiedBy>
  <cp:revision>10</cp:revision>
  <dcterms:created xsi:type="dcterms:W3CDTF">2022-08-09T09:25:46Z</dcterms:created>
  <dcterms:modified xsi:type="dcterms:W3CDTF">2023-02-18T11:46:38Z</dcterms:modified>
</cp:coreProperties>
</file>