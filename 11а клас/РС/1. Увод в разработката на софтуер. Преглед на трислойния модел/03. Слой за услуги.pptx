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8" r:id="rId2"/>
    <p:sldId id="571" r:id="rId3"/>
    <p:sldId id="618" r:id="rId4"/>
    <p:sldId id="617" r:id="rId5"/>
    <p:sldId id="614" r:id="rId6"/>
    <p:sldId id="615" r:id="rId7"/>
    <p:sldId id="5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18"/>
            <p14:sldId id="617"/>
            <p14:sldId id="614"/>
            <p14:sldId id="61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2F54B2-A3BC-4DB9-A630-C257C6A32414}" v="2" dt="2023-02-18T07:46:15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082F54B2-A3BC-4DB9-A630-C257C6A32414}"/>
    <pc:docChg chg="custSel addSld delSld modSld modSection">
      <pc:chgData name="БСУ" userId="bdbaa275-9249-41b1-8d15-242f632c67bf" providerId="ADAL" clId="{082F54B2-A3BC-4DB9-A630-C257C6A32414}" dt="2023-02-18T07:48:29.172" v="45" actId="1076"/>
      <pc:docMkLst>
        <pc:docMk/>
      </pc:docMkLst>
      <pc:sldChg chg="modSp mod">
        <pc:chgData name="БСУ" userId="bdbaa275-9249-41b1-8d15-242f632c67bf" providerId="ADAL" clId="{082F54B2-A3BC-4DB9-A630-C257C6A32414}" dt="2023-02-18T07:45:16.492" v="2"/>
        <pc:sldMkLst>
          <pc:docMk/>
          <pc:sldMk cId="2386959723" sldId="258"/>
        </pc:sldMkLst>
        <pc:spChg chg="mod">
          <ac:chgData name="БСУ" userId="bdbaa275-9249-41b1-8d15-242f632c67bf" providerId="ADAL" clId="{082F54B2-A3BC-4DB9-A630-C257C6A32414}" dt="2023-02-18T07:45:06.414" v="1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082F54B2-A3BC-4DB9-A630-C257C6A32414}" dt="2023-02-18T07:45:16.492" v="2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082F54B2-A3BC-4DB9-A630-C257C6A32414}" dt="2023-02-18T07:45:33.069" v="4" actId="5793"/>
        <pc:sldMkLst>
          <pc:docMk/>
          <pc:sldMk cId="2385751420" sldId="571"/>
        </pc:sldMkLst>
        <pc:spChg chg="mod">
          <ac:chgData name="БСУ" userId="bdbaa275-9249-41b1-8d15-242f632c67bf" providerId="ADAL" clId="{082F54B2-A3BC-4DB9-A630-C257C6A32414}" dt="2023-02-18T07:45:33.069" v="4" actId="5793"/>
          <ac:spMkLst>
            <pc:docMk/>
            <pc:sldMk cId="2385751420" sldId="571"/>
            <ac:spMk id="8" creationId="{00000000-0000-0000-0000-000000000000}"/>
          </ac:spMkLst>
        </pc:spChg>
      </pc:sldChg>
      <pc:sldChg chg="modSp add del">
        <pc:chgData name="БСУ" userId="bdbaa275-9249-41b1-8d15-242f632c67bf" providerId="ADAL" clId="{082F54B2-A3BC-4DB9-A630-C257C6A32414}" dt="2023-02-18T07:47:24.204" v="28" actId="47"/>
        <pc:sldMkLst>
          <pc:docMk/>
          <pc:sldMk cId="2259572587" sldId="606"/>
        </pc:sldMkLst>
        <pc:spChg chg="mod">
          <ac:chgData name="БСУ" userId="bdbaa275-9249-41b1-8d15-242f632c67bf" providerId="ADAL" clId="{082F54B2-A3BC-4DB9-A630-C257C6A32414}" dt="2023-02-18T07:45:41.679" v="5"/>
          <ac:spMkLst>
            <pc:docMk/>
            <pc:sldMk cId="2259572587" sldId="606"/>
            <ac:spMk id="16" creationId="{B49468BF-1D27-4C1C-9C84-A4FCCE9FA95B}"/>
          </ac:spMkLst>
        </pc:spChg>
      </pc:sldChg>
      <pc:sldChg chg="delSp modSp add mod">
        <pc:chgData name="БСУ" userId="bdbaa275-9249-41b1-8d15-242f632c67bf" providerId="ADAL" clId="{082F54B2-A3BC-4DB9-A630-C257C6A32414}" dt="2023-02-18T07:48:29.172" v="45" actId="1076"/>
        <pc:sldMkLst>
          <pc:docMk/>
          <pc:sldMk cId="1751243092" sldId="614"/>
        </pc:sldMkLst>
        <pc:spChg chg="mod">
          <ac:chgData name="БСУ" userId="bdbaa275-9249-41b1-8d15-242f632c67bf" providerId="ADAL" clId="{082F54B2-A3BC-4DB9-A630-C257C6A32414}" dt="2023-02-18T07:48:11.332" v="36" actId="1076"/>
          <ac:spMkLst>
            <pc:docMk/>
            <pc:sldMk cId="1751243092" sldId="614"/>
            <ac:spMk id="4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8:29.172" v="45" actId="1076"/>
          <ac:spMkLst>
            <pc:docMk/>
            <pc:sldMk cId="1751243092" sldId="614"/>
            <ac:spMk id="5" creationId="{00000000-0000-0000-0000-000000000000}"/>
          </ac:spMkLst>
        </pc:spChg>
        <pc:spChg chg="del">
          <ac:chgData name="БСУ" userId="bdbaa275-9249-41b1-8d15-242f632c67bf" providerId="ADAL" clId="{082F54B2-A3BC-4DB9-A630-C257C6A32414}" dt="2023-02-18T07:45:55.283" v="17" actId="478"/>
          <ac:spMkLst>
            <pc:docMk/>
            <pc:sldMk cId="1751243092" sldId="614"/>
            <ac:spMk id="7" creationId="{A51C6DCB-904D-4B7C-AC23-FA7A39798D51}"/>
          </ac:spMkLst>
        </pc:spChg>
        <pc:picChg chg="del">
          <ac:chgData name="БСУ" userId="bdbaa275-9249-41b1-8d15-242f632c67bf" providerId="ADAL" clId="{082F54B2-A3BC-4DB9-A630-C257C6A32414}" dt="2023-02-18T07:45:53.391" v="15" actId="478"/>
          <ac:picMkLst>
            <pc:docMk/>
            <pc:sldMk cId="1751243092" sldId="614"/>
            <ac:picMk id="10" creationId="{00000000-0000-0000-0000-000000000000}"/>
          </ac:picMkLst>
        </pc:picChg>
        <pc:picChg chg="del">
          <ac:chgData name="БСУ" userId="bdbaa275-9249-41b1-8d15-242f632c67bf" providerId="ADAL" clId="{082F54B2-A3BC-4DB9-A630-C257C6A32414}" dt="2023-02-18T07:45:54.188" v="16" actId="478"/>
          <ac:picMkLst>
            <pc:docMk/>
            <pc:sldMk cId="1751243092" sldId="614"/>
            <ac:picMk id="11" creationId="{00000000-0000-0000-0000-000000000000}"/>
          </ac:picMkLst>
        </pc:picChg>
      </pc:sldChg>
      <pc:sldChg chg="delSp modSp add mod">
        <pc:chgData name="БСУ" userId="bdbaa275-9249-41b1-8d15-242f632c67bf" providerId="ADAL" clId="{082F54B2-A3BC-4DB9-A630-C257C6A32414}" dt="2023-02-18T07:47:43.877" v="33" actId="403"/>
        <pc:sldMkLst>
          <pc:docMk/>
          <pc:sldMk cId="1225860725" sldId="617"/>
        </pc:sldMkLst>
        <pc:spChg chg="mod">
          <ac:chgData name="БСУ" userId="bdbaa275-9249-41b1-8d15-242f632c67bf" providerId="ADAL" clId="{082F54B2-A3BC-4DB9-A630-C257C6A32414}" dt="2023-02-18T07:47:43.877" v="33" actId="403"/>
          <ac:spMkLst>
            <pc:docMk/>
            <pc:sldMk cId="1225860725" sldId="617"/>
            <ac:spMk id="2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7:39.716" v="31" actId="404"/>
          <ac:spMkLst>
            <pc:docMk/>
            <pc:sldMk cId="1225860725" sldId="617"/>
            <ac:spMk id="3" creationId="{00000000-0000-0000-0000-000000000000}"/>
          </ac:spMkLst>
        </pc:spChg>
        <pc:spChg chg="del mod">
          <ac:chgData name="БСУ" userId="bdbaa275-9249-41b1-8d15-242f632c67bf" providerId="ADAL" clId="{082F54B2-A3BC-4DB9-A630-C257C6A32414}" dt="2023-02-18T07:45:57.584" v="18" actId="478"/>
          <ac:spMkLst>
            <pc:docMk/>
            <pc:sldMk cId="1225860725" sldId="617"/>
            <ac:spMk id="5" creationId="{7EA1F356-91C6-478A-B7C8-5D70ABC24E57}"/>
          </ac:spMkLst>
        </pc:spChg>
      </pc:sldChg>
      <pc:sldChg chg="modSp add mod">
        <pc:chgData name="БСУ" userId="bdbaa275-9249-41b1-8d15-242f632c67bf" providerId="ADAL" clId="{082F54B2-A3BC-4DB9-A630-C257C6A32414}" dt="2023-02-18T07:47:17.174" v="27" actId="207"/>
        <pc:sldMkLst>
          <pc:docMk/>
          <pc:sldMk cId="3221261403" sldId="618"/>
        </pc:sldMkLst>
        <pc:spChg chg="mod">
          <ac:chgData name="БСУ" userId="bdbaa275-9249-41b1-8d15-242f632c67bf" providerId="ADAL" clId="{082F54B2-A3BC-4DB9-A630-C257C6A32414}" dt="2023-02-18T07:47:17.174" v="27" actId="207"/>
          <ac:spMkLst>
            <pc:docMk/>
            <pc:sldMk cId="3221261403" sldId="618"/>
            <ac:spMk id="22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7:07.396" v="26" actId="207"/>
          <ac:spMkLst>
            <pc:docMk/>
            <pc:sldMk cId="3221261403" sldId="618"/>
            <ac:spMk id="50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6:57.286" v="25" actId="207"/>
          <ac:spMkLst>
            <pc:docMk/>
            <pc:sldMk cId="3221261403" sldId="618"/>
            <ac:spMk id="52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7:17.174" v="27" actId="207"/>
          <ac:spMkLst>
            <pc:docMk/>
            <pc:sldMk cId="3221261403" sldId="618"/>
            <ac:spMk id="53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6:37.535" v="22" actId="208"/>
          <ac:spMkLst>
            <pc:docMk/>
            <pc:sldMk cId="3221261403" sldId="618"/>
            <ac:spMk id="54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6:29.161" v="20" actId="207"/>
          <ac:spMkLst>
            <pc:docMk/>
            <pc:sldMk cId="3221261403" sldId="618"/>
            <ac:spMk id="56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7:17.174" v="27" actId="207"/>
          <ac:spMkLst>
            <pc:docMk/>
            <pc:sldMk cId="3221261403" sldId="618"/>
            <ac:spMk id="57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7:17.174" v="27" actId="207"/>
          <ac:spMkLst>
            <pc:docMk/>
            <pc:sldMk cId="3221261403" sldId="618"/>
            <ac:spMk id="58" creationId="{00000000-0000-0000-0000-000000000000}"/>
          </ac:spMkLst>
        </pc:spChg>
        <pc:spChg chg="mod">
          <ac:chgData name="БСУ" userId="bdbaa275-9249-41b1-8d15-242f632c67bf" providerId="ADAL" clId="{082F54B2-A3BC-4DB9-A630-C257C6A32414}" dt="2023-02-18T07:47:17.174" v="27" actId="207"/>
          <ac:spMkLst>
            <pc:docMk/>
            <pc:sldMk cId="3221261403" sldId="618"/>
            <ac:spMk id="59" creationId="{00000000-0000-0000-0000-00000000000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B285546-734C-467D-B116-5D0C16F850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1783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DC928DA-1BA5-4E6B-B7A1-C8A8E2DAB5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5928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Слой за услуги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Service Layer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Какво</a:t>
            </a:r>
            <a:r>
              <a:rPr lang="ru-RU" sz="3200" dirty="0">
                <a:latin typeface="Comfortaa" pitchFamily="2" charset="0"/>
              </a:rPr>
              <a:t> е </a:t>
            </a:r>
            <a:r>
              <a:rPr lang="ru-RU" sz="3200" dirty="0" err="1">
                <a:latin typeface="Comfortaa" pitchFamily="2" charset="0"/>
              </a:rPr>
              <a:t>трислоен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модел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Слой за услуги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0279" y="365125"/>
            <a:ext cx="11034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Архитектура на трислойният модел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279" y="1710453"/>
            <a:ext cx="11034600" cy="124739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ПРЕЗЕНТАЦИОНЕН</a:t>
            </a:r>
            <a:br>
              <a:rPr lang="bg-BG" sz="2400" b="1" dirty="0">
                <a:solidFill>
                  <a:schemeClr val="tx1"/>
                </a:solidFill>
                <a:latin typeface="Comfortaa" pitchFamily="2" charset="0"/>
              </a:rPr>
            </a:br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СЛОЙ</a:t>
            </a:r>
            <a:endParaRPr lang="en-US" sz="2400" b="1" dirty="0">
              <a:solidFill>
                <a:schemeClr val="tx1"/>
              </a:solidFill>
              <a:latin typeface="Comfortaa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7262" y="1879600"/>
            <a:ext cx="3536138" cy="88051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Вход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696200" y="1892151"/>
            <a:ext cx="3536138" cy="88051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Изход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3400" y="3380998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 ЗА УСЛУГИ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31074" y="3564441"/>
            <a:ext cx="3536138" cy="88051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696200" y="3564441"/>
            <a:ext cx="3536138" cy="88051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33400" y="4953000"/>
            <a:ext cx="11034600" cy="124739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ysClr val="windowText" lastClr="000000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ysClr val="windowText" lastClr="000000"/>
                </a:solidFill>
                <a:latin typeface="Comfortaa" pitchFamily="2" charset="0"/>
              </a:rPr>
              <a:t>СЛОЙ ЗА ДАННИ</a:t>
            </a:r>
            <a:endParaRPr lang="en-US" sz="2000" b="1" dirty="0">
              <a:solidFill>
                <a:sysClr val="windowText" lastClr="000000"/>
              </a:solidFill>
              <a:latin typeface="Comfortaa" pitchFamily="2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282631" y="5136443"/>
            <a:ext cx="3536138" cy="880513"/>
          </a:xfrm>
          <a:prstGeom prst="roundRect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БД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2209800" y="2804100"/>
            <a:ext cx="609600" cy="7011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7" name="Down Arrow 56"/>
          <p:cNvSpPr/>
          <p:nvPr/>
        </p:nvSpPr>
        <p:spPr>
          <a:xfrm rot="-2700000">
            <a:off x="3311557" y="4473351"/>
            <a:ext cx="609600" cy="1100042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8" name="Down Arrow 57"/>
          <p:cNvSpPr/>
          <p:nvPr/>
        </p:nvSpPr>
        <p:spPr>
          <a:xfrm rot="13319652">
            <a:off x="8108496" y="4525666"/>
            <a:ext cx="609600" cy="1100042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9" name="Down Arrow 58"/>
          <p:cNvSpPr/>
          <p:nvPr/>
        </p:nvSpPr>
        <p:spPr>
          <a:xfrm rot="-10800000">
            <a:off x="9220200" y="2795632"/>
            <a:ext cx="609600" cy="7011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6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Наричан още: бизнес слой, логически слой /</a:t>
            </a:r>
            <a:r>
              <a:rPr lang="en-US" sz="2400" noProof="1">
                <a:latin typeface="Comfortaa" pitchFamily="2" charset="0"/>
              </a:rPr>
              <a:t>business logic layer, service layer, middle layer, logic layer/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Отговаря за: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Обработка на данните приети от презентационния слой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Заявяване на данни от слоя за данни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Обработка на получените данни от слоя за данни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Подготовка на данните за презентационния слой</a:t>
            </a:r>
            <a:endParaRPr lang="en-US" noProof="1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Слой за услуги</a:t>
            </a:r>
          </a:p>
        </p:txBody>
      </p:sp>
    </p:spTree>
    <p:extLst>
      <p:ext uri="{BB962C8B-B14F-4D97-AF65-F5344CB8AC3E}">
        <p14:creationId xmlns:p14="http://schemas.microsoft.com/office/powerpoint/2010/main" val="1225860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1189802" y="1957055"/>
            <a:ext cx="10151979" cy="404670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bg-BG" sz="3600" dirty="0">
                <a:latin typeface="Comfortaa" pitchFamily="2" charset="0"/>
              </a:rPr>
              <a:t>Слоят за услуги отговаря за: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Обработка на данни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Достъпване на слоя за данни</a:t>
            </a:r>
          </a:p>
          <a:p>
            <a:pPr>
              <a:lnSpc>
                <a:spcPct val="110000"/>
              </a:lnSpc>
            </a:pPr>
            <a:r>
              <a:rPr lang="bg-BG" sz="3600" dirty="0">
                <a:latin typeface="Comfortaa" pitchFamily="2" charset="0"/>
              </a:rPr>
              <a:t>Подготовка на данни за презентационния слой</a:t>
            </a:r>
          </a:p>
          <a:p>
            <a:pPr>
              <a:lnSpc>
                <a:spcPct val="110000"/>
              </a:lnSpc>
            </a:pPr>
            <a:endParaRPr lang="bg-BG" sz="36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1189802" y="725488"/>
            <a:ext cx="9351700" cy="111125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24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E09A-3FB1-46B3-BD6E-4E936F6C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bg-BG" sz="5000" b="1" dirty="0"/>
              <a:t>Благодаря за вниманието!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00008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281</Words>
  <Application>Microsoft Office PowerPoint</Application>
  <PresentationFormat>Widescreen</PresentationFormat>
  <Paragraphs>45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Comfortaa</vt:lpstr>
      <vt:lpstr>Times New Roman</vt:lpstr>
      <vt:lpstr>Office Theme</vt:lpstr>
      <vt:lpstr>Слой за услуги</vt:lpstr>
      <vt:lpstr>Съдържание</vt:lpstr>
      <vt:lpstr>Архитектура на трислойният модел</vt:lpstr>
      <vt:lpstr>Слой за услуги</vt:lpstr>
      <vt:lpstr>Обобщение</vt:lpstr>
      <vt:lpstr>Благодаря за вниманието!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Dimova</cp:lastModifiedBy>
  <cp:revision>11</cp:revision>
  <dcterms:created xsi:type="dcterms:W3CDTF">2022-08-09T09:25:46Z</dcterms:created>
  <dcterms:modified xsi:type="dcterms:W3CDTF">2025-09-26T07:33:31Z</dcterms:modified>
</cp:coreProperties>
</file>