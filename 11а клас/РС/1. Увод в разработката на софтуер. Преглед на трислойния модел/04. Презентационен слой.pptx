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8" r:id="rId2"/>
    <p:sldId id="571" r:id="rId3"/>
    <p:sldId id="618" r:id="rId4"/>
    <p:sldId id="617" r:id="rId5"/>
    <p:sldId id="614" r:id="rId6"/>
    <p:sldId id="615" r:id="rId7"/>
    <p:sldId id="5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18"/>
            <p14:sldId id="617"/>
            <p14:sldId id="614"/>
            <p14:sldId id="61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D7F74D-AF83-48E8-B60C-D32F36FB5B87}" v="2" dt="2023-02-18T07:55:10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DCD7F74D-AF83-48E8-B60C-D32F36FB5B87}"/>
    <pc:docChg chg="custSel addSld delSld modSld modSection">
      <pc:chgData name="БСУ" userId="bdbaa275-9249-41b1-8d15-242f632c67bf" providerId="ADAL" clId="{DCD7F74D-AF83-48E8-B60C-D32F36FB5B87}" dt="2023-02-18T07:56:57.828" v="53" actId="1076"/>
      <pc:docMkLst>
        <pc:docMk/>
      </pc:docMkLst>
      <pc:sldChg chg="modSp mod">
        <pc:chgData name="БСУ" userId="bdbaa275-9249-41b1-8d15-242f632c67bf" providerId="ADAL" clId="{DCD7F74D-AF83-48E8-B60C-D32F36FB5B87}" dt="2023-02-18T07:54:38.091" v="4"/>
        <pc:sldMkLst>
          <pc:docMk/>
          <pc:sldMk cId="2386959723" sldId="258"/>
        </pc:sldMkLst>
        <pc:spChg chg="mod">
          <ac:chgData name="БСУ" userId="bdbaa275-9249-41b1-8d15-242f632c67bf" providerId="ADAL" clId="{DCD7F74D-AF83-48E8-B60C-D32F36FB5B87}" dt="2023-02-18T07:54:27.755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DCD7F74D-AF83-48E8-B60C-D32F36FB5B87}" dt="2023-02-18T07:54:38.091" v="4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DCD7F74D-AF83-48E8-B60C-D32F36FB5B87}" dt="2023-02-18T07:54:50.543" v="5"/>
        <pc:sldMkLst>
          <pc:docMk/>
          <pc:sldMk cId="2385751420" sldId="571"/>
        </pc:sldMkLst>
        <pc:spChg chg="mod">
          <ac:chgData name="БСУ" userId="bdbaa275-9249-41b1-8d15-242f632c67bf" providerId="ADAL" clId="{DCD7F74D-AF83-48E8-B60C-D32F36FB5B87}" dt="2023-02-18T07:54:50.543" v="5"/>
          <ac:spMkLst>
            <pc:docMk/>
            <pc:sldMk cId="2385751420" sldId="571"/>
            <ac:spMk id="8" creationId="{00000000-0000-0000-0000-000000000000}"/>
          </ac:spMkLst>
        </pc:spChg>
      </pc:sldChg>
      <pc:sldChg chg="modSp add del">
        <pc:chgData name="БСУ" userId="bdbaa275-9249-41b1-8d15-242f632c67bf" providerId="ADAL" clId="{DCD7F74D-AF83-48E8-B60C-D32F36FB5B87}" dt="2023-02-18T07:55:56.973" v="17" actId="47"/>
        <pc:sldMkLst>
          <pc:docMk/>
          <pc:sldMk cId="909826159" sldId="606"/>
        </pc:sldMkLst>
        <pc:spChg chg="mod">
          <ac:chgData name="БСУ" userId="bdbaa275-9249-41b1-8d15-242f632c67bf" providerId="ADAL" clId="{DCD7F74D-AF83-48E8-B60C-D32F36FB5B87}" dt="2023-02-18T07:54:57.509" v="6"/>
          <ac:spMkLst>
            <pc:docMk/>
            <pc:sldMk cId="909826159" sldId="606"/>
            <ac:spMk id="16" creationId="{C3A40AFF-C565-4EA7-A700-45536B4EED36}"/>
          </ac:spMkLst>
        </pc:spChg>
      </pc:sldChg>
      <pc:sldChg chg="delSp modSp add mod">
        <pc:chgData name="БСУ" userId="bdbaa275-9249-41b1-8d15-242f632c67bf" providerId="ADAL" clId="{DCD7F74D-AF83-48E8-B60C-D32F36FB5B87}" dt="2023-02-18T07:56:57.828" v="53" actId="1076"/>
        <pc:sldMkLst>
          <pc:docMk/>
          <pc:sldMk cId="281226943" sldId="614"/>
        </pc:sldMkLst>
        <pc:spChg chg="mod">
          <ac:chgData name="БСУ" userId="bdbaa275-9249-41b1-8d15-242f632c67bf" providerId="ADAL" clId="{DCD7F74D-AF83-48E8-B60C-D32F36FB5B87}" dt="2023-02-18T07:56:57.828" v="53" actId="1076"/>
          <ac:spMkLst>
            <pc:docMk/>
            <pc:sldMk cId="281226943" sldId="614"/>
            <ac:spMk id="4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6:54.819" v="52" actId="1076"/>
          <ac:spMkLst>
            <pc:docMk/>
            <pc:sldMk cId="281226943" sldId="614"/>
            <ac:spMk id="5" creationId="{00000000-0000-0000-0000-000000000000}"/>
          </ac:spMkLst>
        </pc:spChg>
        <pc:spChg chg="del">
          <ac:chgData name="БСУ" userId="bdbaa275-9249-41b1-8d15-242f632c67bf" providerId="ADAL" clId="{DCD7F74D-AF83-48E8-B60C-D32F36FB5B87}" dt="2023-02-18T07:56:34.668" v="45" actId="478"/>
          <ac:spMkLst>
            <pc:docMk/>
            <pc:sldMk cId="281226943" sldId="614"/>
            <ac:spMk id="7" creationId="{F10744B8-35DC-4881-82AA-E153DC1AAB74}"/>
          </ac:spMkLst>
        </pc:spChg>
        <pc:picChg chg="del">
          <ac:chgData name="БСУ" userId="bdbaa275-9249-41b1-8d15-242f632c67bf" providerId="ADAL" clId="{DCD7F74D-AF83-48E8-B60C-D32F36FB5B87}" dt="2023-02-18T07:56:30.905" v="43" actId="478"/>
          <ac:picMkLst>
            <pc:docMk/>
            <pc:sldMk cId="281226943" sldId="614"/>
            <ac:picMk id="10" creationId="{00000000-0000-0000-0000-000000000000}"/>
          </ac:picMkLst>
        </pc:picChg>
        <pc:picChg chg="del">
          <ac:chgData name="БСУ" userId="bdbaa275-9249-41b1-8d15-242f632c67bf" providerId="ADAL" clId="{DCD7F74D-AF83-48E8-B60C-D32F36FB5B87}" dt="2023-02-18T07:56:33.228" v="44" actId="478"/>
          <ac:picMkLst>
            <pc:docMk/>
            <pc:sldMk cId="281226943" sldId="614"/>
            <ac:picMk id="11" creationId="{00000000-0000-0000-0000-000000000000}"/>
          </ac:picMkLst>
        </pc:picChg>
      </pc:sldChg>
      <pc:sldChg chg="delSp modSp add mod">
        <pc:chgData name="БСУ" userId="bdbaa275-9249-41b1-8d15-242f632c67bf" providerId="ADAL" clId="{DCD7F74D-AF83-48E8-B60C-D32F36FB5B87}" dt="2023-02-18T07:56:15.399" v="21" actId="1076"/>
        <pc:sldMkLst>
          <pc:docMk/>
          <pc:sldMk cId="2072526579" sldId="617"/>
        </pc:sldMkLst>
        <pc:spChg chg="mod">
          <ac:chgData name="БСУ" userId="bdbaa275-9249-41b1-8d15-242f632c67bf" providerId="ADAL" clId="{DCD7F74D-AF83-48E8-B60C-D32F36FB5B87}" dt="2023-02-18T07:56:15.399" v="21" actId="1076"/>
          <ac:spMkLst>
            <pc:docMk/>
            <pc:sldMk cId="2072526579" sldId="617"/>
            <ac:spMk id="2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6:15.399" v="21" actId="1076"/>
          <ac:spMkLst>
            <pc:docMk/>
            <pc:sldMk cId="2072526579" sldId="617"/>
            <ac:spMk id="3" creationId="{00000000-0000-0000-0000-000000000000}"/>
          </ac:spMkLst>
        </pc:spChg>
        <pc:spChg chg="del mod">
          <ac:chgData name="БСУ" userId="bdbaa275-9249-41b1-8d15-242f632c67bf" providerId="ADAL" clId="{DCD7F74D-AF83-48E8-B60C-D32F36FB5B87}" dt="2023-02-18T07:56:10.462" v="20" actId="478"/>
          <ac:spMkLst>
            <pc:docMk/>
            <pc:sldMk cId="2072526579" sldId="617"/>
            <ac:spMk id="5" creationId="{73286BB6-4725-4F4E-AABC-DE0DF59B2CCF}"/>
          </ac:spMkLst>
        </pc:spChg>
      </pc:sldChg>
      <pc:sldChg chg="modSp add mod">
        <pc:chgData name="БСУ" userId="bdbaa275-9249-41b1-8d15-242f632c67bf" providerId="ADAL" clId="{DCD7F74D-AF83-48E8-B60C-D32F36FB5B87}" dt="2023-02-18T07:55:54.284" v="16" actId="208"/>
        <pc:sldMkLst>
          <pc:docMk/>
          <pc:sldMk cId="3221261403" sldId="618"/>
        </pc:sldMkLst>
        <pc:spChg chg="mod">
          <ac:chgData name="БСУ" userId="bdbaa275-9249-41b1-8d15-242f632c67bf" providerId="ADAL" clId="{DCD7F74D-AF83-48E8-B60C-D32F36FB5B87}" dt="2023-02-18T07:55:54.284" v="16" actId="208"/>
          <ac:spMkLst>
            <pc:docMk/>
            <pc:sldMk cId="3221261403" sldId="618"/>
            <ac:spMk id="3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42.220" v="14" actId="207"/>
          <ac:spMkLst>
            <pc:docMk/>
            <pc:sldMk cId="3221261403" sldId="618"/>
            <ac:spMk id="13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42.220" v="14" actId="207"/>
          <ac:spMkLst>
            <pc:docMk/>
            <pc:sldMk cId="3221261403" sldId="618"/>
            <ac:spMk id="49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23.906" v="9" actId="207"/>
          <ac:spMkLst>
            <pc:docMk/>
            <pc:sldMk cId="3221261403" sldId="618"/>
            <ac:spMk id="50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28.098" v="10" actId="207"/>
          <ac:spMkLst>
            <pc:docMk/>
            <pc:sldMk cId="3221261403" sldId="618"/>
            <ac:spMk id="52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28.098" v="10" actId="207"/>
          <ac:spMkLst>
            <pc:docMk/>
            <pc:sldMk cId="3221261403" sldId="618"/>
            <ac:spMk id="53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36.554" v="13" actId="208"/>
          <ac:spMkLst>
            <pc:docMk/>
            <pc:sldMk cId="3221261403" sldId="618"/>
            <ac:spMk id="56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33.109" v="11" actId="207"/>
          <ac:spMkLst>
            <pc:docMk/>
            <pc:sldMk cId="3221261403" sldId="618"/>
            <ac:spMk id="57" creationId="{00000000-0000-0000-0000-000000000000}"/>
          </ac:spMkLst>
        </pc:spChg>
        <pc:spChg chg="mod">
          <ac:chgData name="БСУ" userId="bdbaa275-9249-41b1-8d15-242f632c67bf" providerId="ADAL" clId="{DCD7F74D-AF83-48E8-B60C-D32F36FB5B87}" dt="2023-02-18T07:55:33.109" v="11" actId="207"/>
          <ac:spMkLst>
            <pc:docMk/>
            <pc:sldMk cId="3221261403" sldId="618"/>
            <ac:spMk id="58" creationId="{00000000-0000-0000-0000-00000000000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EA89D1D-BDA0-452F-9BF1-7DBF5B8AF3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57475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AE05CBE-4EF2-4082-A1A9-6CF0144BD6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24248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Презентационен слой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Presentation Layer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е </a:t>
            </a:r>
            <a:r>
              <a:rPr lang="ru-RU" sz="3200" dirty="0" err="1">
                <a:latin typeface="Comfortaa" pitchFamily="2" charset="0"/>
              </a:rPr>
              <a:t>трислоен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модел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Презентационен</a:t>
            </a:r>
            <a:r>
              <a:rPr lang="ru-RU" sz="3200" dirty="0">
                <a:latin typeface="Comfortaa" pitchFamily="2" charset="0"/>
              </a:rPr>
              <a:t> слой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0279" y="365125"/>
            <a:ext cx="11034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Архитектура на трислойният модел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279" y="1710453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ПРЕЗЕНТАЦИОНЕН</a:t>
            </a:r>
            <a:b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</a:b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7262" y="1879600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Вход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696200" y="1892151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Изход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3400" y="3380998"/>
            <a:ext cx="11034600" cy="124739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ysClr val="windowText" lastClr="000000"/>
                </a:solidFill>
                <a:latin typeface="Comfortaa" pitchFamily="2" charset="0"/>
              </a:rPr>
              <a:t>СЛОЙ ЗА УСЛУГИ</a:t>
            </a:r>
            <a:endParaRPr lang="en-US" sz="2400" b="1" dirty="0">
              <a:solidFill>
                <a:sysClr val="windowText" lastClr="000000"/>
              </a:solidFill>
              <a:latin typeface="Comfortaa" pitchFamily="2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31074" y="3564441"/>
            <a:ext cx="3536138" cy="880513"/>
          </a:xfrm>
          <a:prstGeom prst="roundRect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696200" y="3564441"/>
            <a:ext cx="3536138" cy="880513"/>
          </a:xfrm>
          <a:prstGeom prst="roundRect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3400" y="4953000"/>
            <a:ext cx="11034600" cy="124739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ysClr val="windowText" lastClr="000000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ysClr val="windowText" lastClr="000000"/>
                </a:solidFill>
                <a:latin typeface="Comfortaa" pitchFamily="2" charset="0"/>
              </a:rPr>
              <a:t>СЛОЙ ЗА ДАННИ</a:t>
            </a:r>
            <a:endParaRPr lang="en-US" sz="2000" b="1" dirty="0">
              <a:solidFill>
                <a:sysClr val="windowText" lastClr="000000"/>
              </a:solidFill>
              <a:latin typeface="Comfortaa" pitchFamily="2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282631" y="5136443"/>
            <a:ext cx="3536138" cy="88051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БД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2209800" y="2804100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7" name="Down Arrow 56"/>
          <p:cNvSpPr/>
          <p:nvPr/>
        </p:nvSpPr>
        <p:spPr>
          <a:xfrm rot="-2700000">
            <a:off x="3311557" y="4473351"/>
            <a:ext cx="609600" cy="1100042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8" name="Down Arrow 57"/>
          <p:cNvSpPr/>
          <p:nvPr/>
        </p:nvSpPr>
        <p:spPr>
          <a:xfrm rot="13319652">
            <a:off x="8108496" y="4525666"/>
            <a:ext cx="609600" cy="1100042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9" name="Down Arrow 58"/>
          <p:cNvSpPr/>
          <p:nvPr/>
        </p:nvSpPr>
        <p:spPr>
          <a:xfrm rot="-10800000">
            <a:off x="9220200" y="2795632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6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2641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600" noProof="1">
                <a:latin typeface="Comfortaa" pitchFamily="2" charset="0"/>
              </a:rPr>
              <a:t>Отговаря за: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Въвеждане на данни от потребителите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Визуализиране на данни към потребителите</a:t>
            </a:r>
            <a:endParaRPr lang="bg-BG" sz="36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noProof="1">
                <a:latin typeface="Comfortaa" pitchFamily="2" charset="0"/>
              </a:rPr>
              <a:t>Може да бъде: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Графичен потребителски интерфейс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Уеб приложение, мобилно приложение и др.</a:t>
            </a:r>
          </a:p>
          <a:p>
            <a:pPr marL="377887" lvl="1" indent="0">
              <a:lnSpc>
                <a:spcPct val="100000"/>
              </a:lnSpc>
              <a:buNone/>
            </a:pPr>
            <a:endParaRPr lang="bg-BG" noProof="1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5914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Презентационен слой</a:t>
            </a:r>
          </a:p>
        </p:txBody>
      </p:sp>
    </p:spTree>
    <p:extLst>
      <p:ext uri="{BB962C8B-B14F-4D97-AF65-F5344CB8AC3E}">
        <p14:creationId xmlns:p14="http://schemas.microsoft.com/office/powerpoint/2010/main" val="207252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1128173" y="1913616"/>
            <a:ext cx="9780094" cy="39435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bg-BG" sz="3600" dirty="0">
                <a:latin typeface="Comfortaa" pitchFamily="2" charset="0"/>
              </a:rPr>
              <a:t>Слоят за услуги отговаря за: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Обработка на данни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Достъпване на слоя за данни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Подготовка на данни за презентационния слой</a:t>
            </a:r>
          </a:p>
          <a:p>
            <a:pPr>
              <a:lnSpc>
                <a:spcPct val="110000"/>
              </a:lnSpc>
            </a:pPr>
            <a:endParaRPr lang="bg-BG" sz="36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128173" y="627907"/>
            <a:ext cx="9351700" cy="111125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2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E09A-3FB1-46B3-BD6E-4E936F6C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5000" b="1" dirty="0"/>
              <a:t>Благодаря за вниманието!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00008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253</Words>
  <Application>Microsoft Office PowerPoint</Application>
  <PresentationFormat>Widescreen</PresentationFormat>
  <Paragraphs>45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Comfortaa</vt:lpstr>
      <vt:lpstr>Times New Roman</vt:lpstr>
      <vt:lpstr>Office Theme</vt:lpstr>
      <vt:lpstr>Презентационен слой</vt:lpstr>
      <vt:lpstr>Съдържание</vt:lpstr>
      <vt:lpstr>Архитектура на трислойният модел</vt:lpstr>
      <vt:lpstr>Презентационен слой</vt:lpstr>
      <vt:lpstr>Обобщение</vt:lpstr>
      <vt:lpstr>Благодаря за вниманието!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Dimova</cp:lastModifiedBy>
  <cp:revision>11</cp:revision>
  <dcterms:created xsi:type="dcterms:W3CDTF">2022-08-09T09:25:46Z</dcterms:created>
  <dcterms:modified xsi:type="dcterms:W3CDTF">2025-09-26T07:33:50Z</dcterms:modified>
</cp:coreProperties>
</file>