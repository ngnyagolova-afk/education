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2"/>
  </p:notesMasterIdLst>
  <p:sldIdLst>
    <p:sldId id="258" r:id="rId2"/>
    <p:sldId id="571" r:id="rId3"/>
    <p:sldId id="617" r:id="rId4"/>
    <p:sldId id="606" r:id="rId5"/>
    <p:sldId id="607" r:id="rId6"/>
    <p:sldId id="618" r:id="rId7"/>
    <p:sldId id="608" r:id="rId8"/>
    <p:sldId id="614" r:id="rId9"/>
    <p:sldId id="615" r:id="rId10"/>
    <p:sldId id="572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ъведение" id="{B53E63A6-15B2-40C3-A9DC-5006FD089CC5}">
          <p14:sldIdLst>
            <p14:sldId id="258"/>
            <p14:sldId id="571"/>
          </p14:sldIdLst>
        </p14:section>
        <p14:section name="Съдържание" id="{0B0C01F3-1F60-4ADB-AC1E-9589654EAEF3}">
          <p14:sldIdLst>
            <p14:sldId id="617"/>
            <p14:sldId id="606"/>
            <p14:sldId id="607"/>
            <p14:sldId id="618"/>
            <p14:sldId id="608"/>
            <p14:sldId id="614"/>
            <p14:sldId id="615"/>
          </p14:sldIdLst>
        </p14:section>
        <p14:section name="Заключение" id="{9315BEE7-605C-4839-996A-A4EEA70921D9}">
          <p14:sldIdLst>
            <p14:sldId id="5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573E444-1A84-4EF6-80FA-1C858D5872AA}" v="94" dt="2023-02-18T09:33:47.80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4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Димитър Минчев" userId="6da192e4-d32c-454b-8615-bbadf07b6639" providerId="ADAL" clId="{508A51F5-6E34-4A9B-8787-8C29D4F40D1D}"/>
    <pc:docChg chg="addSld modSld">
      <pc:chgData name="Димитър Минчев" userId="6da192e4-d32c-454b-8615-bbadf07b6639" providerId="ADAL" clId="{508A51F5-6E34-4A9B-8787-8C29D4F40D1D}" dt="2022-08-10T06:34:56.108" v="0"/>
      <pc:docMkLst>
        <pc:docMk/>
      </pc:docMkLst>
      <pc:sldChg chg="add">
        <pc:chgData name="Димитър Минчев" userId="6da192e4-d32c-454b-8615-bbadf07b6639" providerId="ADAL" clId="{508A51F5-6E34-4A9B-8787-8C29D4F40D1D}" dt="2022-08-10T06:34:56.108" v="0"/>
        <pc:sldMkLst>
          <pc:docMk/>
          <pc:sldMk cId="2002111910" sldId="439"/>
        </pc:sldMkLst>
      </pc:sldChg>
    </pc:docChg>
  </pc:docChgLst>
  <pc:docChgLst>
    <pc:chgData name="БСУ" userId="bdbaa275-9249-41b1-8d15-242f632c67bf" providerId="ADAL" clId="{F573E444-1A84-4EF6-80FA-1C858D5872AA}"/>
    <pc:docChg chg="undo custSel addSld modSld">
      <pc:chgData name="БСУ" userId="bdbaa275-9249-41b1-8d15-242f632c67bf" providerId="ADAL" clId="{F573E444-1A84-4EF6-80FA-1C858D5872AA}" dt="2023-02-18T09:34:24.196" v="243" actId="20577"/>
      <pc:docMkLst>
        <pc:docMk/>
      </pc:docMkLst>
      <pc:sldChg chg="addSp delSp modSp mod">
        <pc:chgData name="БСУ" userId="bdbaa275-9249-41b1-8d15-242f632c67bf" providerId="ADAL" clId="{F573E444-1A84-4EF6-80FA-1C858D5872AA}" dt="2023-02-18T09:17:25.959" v="5" actId="20577"/>
        <pc:sldMkLst>
          <pc:docMk/>
          <pc:sldMk cId="2386959723" sldId="258"/>
        </pc:sldMkLst>
        <pc:spChg chg="add del">
          <ac:chgData name="БСУ" userId="bdbaa275-9249-41b1-8d15-242f632c67bf" providerId="ADAL" clId="{F573E444-1A84-4EF6-80FA-1C858D5872AA}" dt="2023-02-18T09:17:20.276" v="3" actId="22"/>
          <ac:spMkLst>
            <pc:docMk/>
            <pc:sldMk cId="2386959723" sldId="258"/>
            <ac:spMk id="3" creationId="{9E844C51-5008-2751-60B2-8940C61F3A12}"/>
          </ac:spMkLst>
        </pc:spChg>
        <pc:spChg chg="mod">
          <ac:chgData name="БСУ" userId="bdbaa275-9249-41b1-8d15-242f632c67bf" providerId="ADAL" clId="{F573E444-1A84-4EF6-80FA-1C858D5872AA}" dt="2023-02-18T09:17:00.822" v="1" actId="20577"/>
          <ac:spMkLst>
            <pc:docMk/>
            <pc:sldMk cId="2386959723" sldId="258"/>
            <ac:spMk id="4" creationId="{31A11B2B-6DC7-2642-A5E2-7E3177B71883}"/>
          </ac:spMkLst>
        </pc:spChg>
        <pc:spChg chg="mod">
          <ac:chgData name="БСУ" userId="bdbaa275-9249-41b1-8d15-242f632c67bf" providerId="ADAL" clId="{F573E444-1A84-4EF6-80FA-1C858D5872AA}" dt="2023-02-18T09:17:25.959" v="5" actId="20577"/>
          <ac:spMkLst>
            <pc:docMk/>
            <pc:sldMk cId="2386959723" sldId="258"/>
            <ac:spMk id="5" creationId="{FD72CEAD-2598-2D6F-7FF9-AF95330D8A09}"/>
          </ac:spMkLst>
        </pc:spChg>
      </pc:sldChg>
      <pc:sldChg chg="modSp mod">
        <pc:chgData name="БСУ" userId="bdbaa275-9249-41b1-8d15-242f632c67bf" providerId="ADAL" clId="{F573E444-1A84-4EF6-80FA-1C858D5872AA}" dt="2023-02-18T09:17:39.596" v="7" actId="5793"/>
        <pc:sldMkLst>
          <pc:docMk/>
          <pc:sldMk cId="2385751420" sldId="571"/>
        </pc:sldMkLst>
        <pc:spChg chg="mod">
          <ac:chgData name="БСУ" userId="bdbaa275-9249-41b1-8d15-242f632c67bf" providerId="ADAL" clId="{F573E444-1A84-4EF6-80FA-1C858D5872AA}" dt="2023-02-18T09:17:39.596" v="7" actId="5793"/>
          <ac:spMkLst>
            <pc:docMk/>
            <pc:sldMk cId="2385751420" sldId="571"/>
            <ac:spMk id="8" creationId="{00000000-0000-0000-0000-000000000000}"/>
          </ac:spMkLst>
        </pc:spChg>
      </pc:sldChg>
      <pc:sldChg chg="delSp modSp add mod">
        <pc:chgData name="БСУ" userId="bdbaa275-9249-41b1-8d15-242f632c67bf" providerId="ADAL" clId="{F573E444-1A84-4EF6-80FA-1C858D5872AA}" dt="2023-02-18T09:23:45.961" v="79" actId="1076"/>
        <pc:sldMkLst>
          <pc:docMk/>
          <pc:sldMk cId="1010296153" sldId="606"/>
        </pc:sldMkLst>
        <pc:spChg chg="mod">
          <ac:chgData name="БСУ" userId="bdbaa275-9249-41b1-8d15-242f632c67bf" providerId="ADAL" clId="{F573E444-1A84-4EF6-80FA-1C858D5872AA}" dt="2023-02-18T09:23:45.961" v="79" actId="1076"/>
          <ac:spMkLst>
            <pc:docMk/>
            <pc:sldMk cId="1010296153" sldId="606"/>
            <ac:spMk id="4" creationId="{00000000-0000-0000-0000-000000000000}"/>
          </ac:spMkLst>
        </pc:spChg>
        <pc:spChg chg="mod">
          <ac:chgData name="БСУ" userId="bdbaa275-9249-41b1-8d15-242f632c67bf" providerId="ADAL" clId="{F573E444-1A84-4EF6-80FA-1C858D5872AA}" dt="2023-02-18T09:23:43.088" v="78" actId="1076"/>
          <ac:spMkLst>
            <pc:docMk/>
            <pc:sldMk cId="1010296153" sldId="606"/>
            <ac:spMk id="5" creationId="{00000000-0000-0000-0000-000000000000}"/>
          </ac:spMkLst>
        </pc:spChg>
        <pc:spChg chg="mod">
          <ac:chgData name="БСУ" userId="bdbaa275-9249-41b1-8d15-242f632c67bf" providerId="ADAL" clId="{F573E444-1A84-4EF6-80FA-1C858D5872AA}" dt="2023-02-18T09:23:43.088" v="78" actId="1076"/>
          <ac:spMkLst>
            <pc:docMk/>
            <pc:sldMk cId="1010296153" sldId="606"/>
            <ac:spMk id="10" creationId="{00000000-0000-0000-0000-000000000000}"/>
          </ac:spMkLst>
        </pc:spChg>
        <pc:spChg chg="mod">
          <ac:chgData name="БСУ" userId="bdbaa275-9249-41b1-8d15-242f632c67bf" providerId="ADAL" clId="{F573E444-1A84-4EF6-80FA-1C858D5872AA}" dt="2023-02-18T09:23:43.088" v="78" actId="1076"/>
          <ac:spMkLst>
            <pc:docMk/>
            <pc:sldMk cId="1010296153" sldId="606"/>
            <ac:spMk id="11" creationId="{00000000-0000-0000-0000-000000000000}"/>
          </ac:spMkLst>
        </pc:spChg>
        <pc:spChg chg="mod">
          <ac:chgData name="БСУ" userId="bdbaa275-9249-41b1-8d15-242f632c67bf" providerId="ADAL" clId="{F573E444-1A84-4EF6-80FA-1C858D5872AA}" dt="2023-02-18T09:23:43.088" v="78" actId="1076"/>
          <ac:spMkLst>
            <pc:docMk/>
            <pc:sldMk cId="1010296153" sldId="606"/>
            <ac:spMk id="12" creationId="{00000000-0000-0000-0000-000000000000}"/>
          </ac:spMkLst>
        </pc:spChg>
        <pc:spChg chg="mod">
          <ac:chgData name="БСУ" userId="bdbaa275-9249-41b1-8d15-242f632c67bf" providerId="ADAL" clId="{F573E444-1A84-4EF6-80FA-1C858D5872AA}" dt="2023-02-18T09:23:43.088" v="78" actId="1076"/>
          <ac:spMkLst>
            <pc:docMk/>
            <pc:sldMk cId="1010296153" sldId="606"/>
            <ac:spMk id="15" creationId="{00000000-0000-0000-0000-000000000000}"/>
          </ac:spMkLst>
        </pc:spChg>
        <pc:spChg chg="mod">
          <ac:chgData name="БСУ" userId="bdbaa275-9249-41b1-8d15-242f632c67bf" providerId="ADAL" clId="{F573E444-1A84-4EF6-80FA-1C858D5872AA}" dt="2023-02-18T09:23:43.088" v="78" actId="1076"/>
          <ac:spMkLst>
            <pc:docMk/>
            <pc:sldMk cId="1010296153" sldId="606"/>
            <ac:spMk id="17" creationId="{00000000-0000-0000-0000-000000000000}"/>
          </ac:spMkLst>
        </pc:spChg>
        <pc:spChg chg="del mod">
          <ac:chgData name="БСУ" userId="bdbaa275-9249-41b1-8d15-242f632c67bf" providerId="ADAL" clId="{F573E444-1A84-4EF6-80FA-1C858D5872AA}" dt="2023-02-18T09:23:38.214" v="77" actId="478"/>
          <ac:spMkLst>
            <pc:docMk/>
            <pc:sldMk cId="1010296153" sldId="606"/>
            <ac:spMk id="24" creationId="{0C21BAD8-1956-4349-A17D-888EE42A0E00}"/>
          </ac:spMkLst>
        </pc:spChg>
        <pc:spChg chg="mod">
          <ac:chgData name="БСУ" userId="bdbaa275-9249-41b1-8d15-242f632c67bf" providerId="ADAL" clId="{F573E444-1A84-4EF6-80FA-1C858D5872AA}" dt="2023-02-18T09:23:43.088" v="78" actId="1076"/>
          <ac:spMkLst>
            <pc:docMk/>
            <pc:sldMk cId="1010296153" sldId="606"/>
            <ac:spMk id="35" creationId="{00000000-0000-0000-0000-000000000000}"/>
          </ac:spMkLst>
        </pc:spChg>
        <pc:spChg chg="mod">
          <ac:chgData name="БСУ" userId="bdbaa275-9249-41b1-8d15-242f632c67bf" providerId="ADAL" clId="{F573E444-1A84-4EF6-80FA-1C858D5872AA}" dt="2023-02-18T09:23:43.088" v="78" actId="1076"/>
          <ac:spMkLst>
            <pc:docMk/>
            <pc:sldMk cId="1010296153" sldId="606"/>
            <ac:spMk id="36" creationId="{00000000-0000-0000-0000-000000000000}"/>
          </ac:spMkLst>
        </pc:spChg>
        <pc:spChg chg="mod">
          <ac:chgData name="БСУ" userId="bdbaa275-9249-41b1-8d15-242f632c67bf" providerId="ADAL" clId="{F573E444-1A84-4EF6-80FA-1C858D5872AA}" dt="2023-02-18T09:23:43.088" v="78" actId="1076"/>
          <ac:spMkLst>
            <pc:docMk/>
            <pc:sldMk cId="1010296153" sldId="606"/>
            <ac:spMk id="46" creationId="{00000000-0000-0000-0000-000000000000}"/>
          </ac:spMkLst>
        </pc:spChg>
        <pc:spChg chg="mod">
          <ac:chgData name="БСУ" userId="bdbaa275-9249-41b1-8d15-242f632c67bf" providerId="ADAL" clId="{F573E444-1A84-4EF6-80FA-1C858D5872AA}" dt="2023-02-18T09:23:43.088" v="78" actId="1076"/>
          <ac:spMkLst>
            <pc:docMk/>
            <pc:sldMk cId="1010296153" sldId="606"/>
            <ac:spMk id="51" creationId="{00000000-0000-0000-0000-000000000000}"/>
          </ac:spMkLst>
        </pc:spChg>
        <pc:picChg chg="mod">
          <ac:chgData name="БСУ" userId="bdbaa275-9249-41b1-8d15-242f632c67bf" providerId="ADAL" clId="{F573E444-1A84-4EF6-80FA-1C858D5872AA}" dt="2023-02-18T09:23:43.088" v="78" actId="1076"/>
          <ac:picMkLst>
            <pc:docMk/>
            <pc:sldMk cId="1010296153" sldId="606"/>
            <ac:picMk id="6" creationId="{00000000-0000-0000-0000-000000000000}"/>
          </ac:picMkLst>
        </pc:picChg>
        <pc:picChg chg="mod">
          <ac:chgData name="БСУ" userId="bdbaa275-9249-41b1-8d15-242f632c67bf" providerId="ADAL" clId="{F573E444-1A84-4EF6-80FA-1C858D5872AA}" dt="2023-02-18T09:23:43.088" v="78" actId="1076"/>
          <ac:picMkLst>
            <pc:docMk/>
            <pc:sldMk cId="1010296153" sldId="606"/>
            <ac:picMk id="7" creationId="{00000000-0000-0000-0000-000000000000}"/>
          </ac:picMkLst>
        </pc:picChg>
        <pc:picChg chg="mod">
          <ac:chgData name="БСУ" userId="bdbaa275-9249-41b1-8d15-242f632c67bf" providerId="ADAL" clId="{F573E444-1A84-4EF6-80FA-1C858D5872AA}" dt="2023-02-18T09:23:43.088" v="78" actId="1076"/>
          <ac:picMkLst>
            <pc:docMk/>
            <pc:sldMk cId="1010296153" sldId="606"/>
            <ac:picMk id="8" creationId="{00000000-0000-0000-0000-000000000000}"/>
          </ac:picMkLst>
        </pc:picChg>
        <pc:picChg chg="mod">
          <ac:chgData name="БСУ" userId="bdbaa275-9249-41b1-8d15-242f632c67bf" providerId="ADAL" clId="{F573E444-1A84-4EF6-80FA-1C858D5872AA}" dt="2023-02-18T09:23:43.088" v="78" actId="1076"/>
          <ac:picMkLst>
            <pc:docMk/>
            <pc:sldMk cId="1010296153" sldId="606"/>
            <ac:picMk id="9" creationId="{00000000-0000-0000-0000-000000000000}"/>
          </ac:picMkLst>
        </pc:picChg>
        <pc:cxnChg chg="mod">
          <ac:chgData name="БСУ" userId="bdbaa275-9249-41b1-8d15-242f632c67bf" providerId="ADAL" clId="{F573E444-1A84-4EF6-80FA-1C858D5872AA}" dt="2023-02-18T09:23:43.088" v="78" actId="1076"/>
          <ac:cxnSpMkLst>
            <pc:docMk/>
            <pc:sldMk cId="1010296153" sldId="606"/>
            <ac:cxnSpMk id="14" creationId="{00000000-0000-0000-0000-000000000000}"/>
          </ac:cxnSpMkLst>
        </pc:cxnChg>
        <pc:cxnChg chg="mod">
          <ac:chgData name="БСУ" userId="bdbaa275-9249-41b1-8d15-242f632c67bf" providerId="ADAL" clId="{F573E444-1A84-4EF6-80FA-1C858D5872AA}" dt="2023-02-18T09:23:43.088" v="78" actId="1076"/>
          <ac:cxnSpMkLst>
            <pc:docMk/>
            <pc:sldMk cId="1010296153" sldId="606"/>
            <ac:cxnSpMk id="16" creationId="{00000000-0000-0000-0000-000000000000}"/>
          </ac:cxnSpMkLst>
        </pc:cxnChg>
        <pc:cxnChg chg="mod">
          <ac:chgData name="БСУ" userId="bdbaa275-9249-41b1-8d15-242f632c67bf" providerId="ADAL" clId="{F573E444-1A84-4EF6-80FA-1C858D5872AA}" dt="2023-02-18T09:23:43.088" v="78" actId="1076"/>
          <ac:cxnSpMkLst>
            <pc:docMk/>
            <pc:sldMk cId="1010296153" sldId="606"/>
            <ac:cxnSpMk id="26" creationId="{00000000-0000-0000-0000-000000000000}"/>
          </ac:cxnSpMkLst>
        </pc:cxnChg>
        <pc:cxnChg chg="mod">
          <ac:chgData name="БСУ" userId="bdbaa275-9249-41b1-8d15-242f632c67bf" providerId="ADAL" clId="{F573E444-1A84-4EF6-80FA-1C858D5872AA}" dt="2023-02-18T09:23:43.088" v="78" actId="1076"/>
          <ac:cxnSpMkLst>
            <pc:docMk/>
            <pc:sldMk cId="1010296153" sldId="606"/>
            <ac:cxnSpMk id="29" creationId="{00000000-0000-0000-0000-000000000000}"/>
          </ac:cxnSpMkLst>
        </pc:cxnChg>
        <pc:cxnChg chg="mod">
          <ac:chgData name="БСУ" userId="bdbaa275-9249-41b1-8d15-242f632c67bf" providerId="ADAL" clId="{F573E444-1A84-4EF6-80FA-1C858D5872AA}" dt="2023-02-18T09:23:43.088" v="78" actId="1076"/>
          <ac:cxnSpMkLst>
            <pc:docMk/>
            <pc:sldMk cId="1010296153" sldId="606"/>
            <ac:cxnSpMk id="41" creationId="{00000000-0000-0000-0000-000000000000}"/>
          </ac:cxnSpMkLst>
        </pc:cxnChg>
        <pc:cxnChg chg="mod">
          <ac:chgData name="БСУ" userId="bdbaa275-9249-41b1-8d15-242f632c67bf" providerId="ADAL" clId="{F573E444-1A84-4EF6-80FA-1C858D5872AA}" dt="2023-02-18T09:23:43.088" v="78" actId="1076"/>
          <ac:cxnSpMkLst>
            <pc:docMk/>
            <pc:sldMk cId="1010296153" sldId="606"/>
            <ac:cxnSpMk id="47" creationId="{00000000-0000-0000-0000-000000000000}"/>
          </ac:cxnSpMkLst>
        </pc:cxnChg>
      </pc:sldChg>
      <pc:sldChg chg="delSp modSp add mod modAnim">
        <pc:chgData name="БСУ" userId="bdbaa275-9249-41b1-8d15-242f632c67bf" providerId="ADAL" clId="{F573E444-1A84-4EF6-80FA-1C858D5872AA}" dt="2023-02-18T09:26:09.411" v="105"/>
        <pc:sldMkLst>
          <pc:docMk/>
          <pc:sldMk cId="2931892899" sldId="607"/>
        </pc:sldMkLst>
        <pc:spChg chg="mod">
          <ac:chgData name="БСУ" userId="bdbaa275-9249-41b1-8d15-242f632c67bf" providerId="ADAL" clId="{F573E444-1A84-4EF6-80FA-1C858D5872AA}" dt="2023-02-18T09:26:03.047" v="104" actId="1076"/>
          <ac:spMkLst>
            <pc:docMk/>
            <pc:sldMk cId="2931892899" sldId="607"/>
            <ac:spMk id="4" creationId="{00000000-0000-0000-0000-000000000000}"/>
          </ac:spMkLst>
        </pc:spChg>
        <pc:spChg chg="mod">
          <ac:chgData name="БСУ" userId="bdbaa275-9249-41b1-8d15-242f632c67bf" providerId="ADAL" clId="{F573E444-1A84-4EF6-80FA-1C858D5872AA}" dt="2023-02-18T09:25:53.320" v="101" actId="1076"/>
          <ac:spMkLst>
            <pc:docMk/>
            <pc:sldMk cId="2931892899" sldId="607"/>
            <ac:spMk id="5" creationId="{00000000-0000-0000-0000-000000000000}"/>
          </ac:spMkLst>
        </pc:spChg>
        <pc:spChg chg="mod">
          <ac:chgData name="БСУ" userId="bdbaa275-9249-41b1-8d15-242f632c67bf" providerId="ADAL" clId="{F573E444-1A84-4EF6-80FA-1C858D5872AA}" dt="2023-02-18T09:25:53.320" v="101" actId="1076"/>
          <ac:spMkLst>
            <pc:docMk/>
            <pc:sldMk cId="2931892899" sldId="607"/>
            <ac:spMk id="6" creationId="{00000000-0000-0000-0000-000000000000}"/>
          </ac:spMkLst>
        </pc:spChg>
        <pc:spChg chg="mod">
          <ac:chgData name="БСУ" userId="bdbaa275-9249-41b1-8d15-242f632c67bf" providerId="ADAL" clId="{F573E444-1A84-4EF6-80FA-1C858D5872AA}" dt="2023-02-18T09:25:53.320" v="101" actId="1076"/>
          <ac:spMkLst>
            <pc:docMk/>
            <pc:sldMk cId="2931892899" sldId="607"/>
            <ac:spMk id="7" creationId="{00000000-0000-0000-0000-000000000000}"/>
          </ac:spMkLst>
        </pc:spChg>
        <pc:spChg chg="mod">
          <ac:chgData name="БСУ" userId="bdbaa275-9249-41b1-8d15-242f632c67bf" providerId="ADAL" clId="{F573E444-1A84-4EF6-80FA-1C858D5872AA}" dt="2023-02-18T09:25:53.320" v="101" actId="1076"/>
          <ac:spMkLst>
            <pc:docMk/>
            <pc:sldMk cId="2931892899" sldId="607"/>
            <ac:spMk id="8" creationId="{00000000-0000-0000-0000-000000000000}"/>
          </ac:spMkLst>
        </pc:spChg>
        <pc:spChg chg="mod">
          <ac:chgData name="БСУ" userId="bdbaa275-9249-41b1-8d15-242f632c67bf" providerId="ADAL" clId="{F573E444-1A84-4EF6-80FA-1C858D5872AA}" dt="2023-02-18T09:25:53.320" v="101" actId="1076"/>
          <ac:spMkLst>
            <pc:docMk/>
            <pc:sldMk cId="2931892899" sldId="607"/>
            <ac:spMk id="9" creationId="{00000000-0000-0000-0000-000000000000}"/>
          </ac:spMkLst>
        </pc:spChg>
        <pc:spChg chg="mod">
          <ac:chgData name="БСУ" userId="bdbaa275-9249-41b1-8d15-242f632c67bf" providerId="ADAL" clId="{F573E444-1A84-4EF6-80FA-1C858D5872AA}" dt="2023-02-18T09:25:53.320" v="101" actId="1076"/>
          <ac:spMkLst>
            <pc:docMk/>
            <pc:sldMk cId="2931892899" sldId="607"/>
            <ac:spMk id="11" creationId="{00000000-0000-0000-0000-000000000000}"/>
          </ac:spMkLst>
        </pc:spChg>
        <pc:spChg chg="mod">
          <ac:chgData name="БСУ" userId="bdbaa275-9249-41b1-8d15-242f632c67bf" providerId="ADAL" clId="{F573E444-1A84-4EF6-80FA-1C858D5872AA}" dt="2023-02-18T09:25:53.320" v="101" actId="1076"/>
          <ac:spMkLst>
            <pc:docMk/>
            <pc:sldMk cId="2931892899" sldId="607"/>
            <ac:spMk id="12" creationId="{00000000-0000-0000-0000-000000000000}"/>
          </ac:spMkLst>
        </pc:spChg>
        <pc:spChg chg="mod">
          <ac:chgData name="БСУ" userId="bdbaa275-9249-41b1-8d15-242f632c67bf" providerId="ADAL" clId="{F573E444-1A84-4EF6-80FA-1C858D5872AA}" dt="2023-02-18T09:25:53.320" v="101" actId="1076"/>
          <ac:spMkLst>
            <pc:docMk/>
            <pc:sldMk cId="2931892899" sldId="607"/>
            <ac:spMk id="13" creationId="{00000000-0000-0000-0000-000000000000}"/>
          </ac:spMkLst>
        </pc:spChg>
        <pc:spChg chg="del mod">
          <ac:chgData name="БСУ" userId="bdbaa275-9249-41b1-8d15-242f632c67bf" providerId="ADAL" clId="{F573E444-1A84-4EF6-80FA-1C858D5872AA}" dt="2023-02-18T09:25:00.413" v="90" actId="478"/>
          <ac:spMkLst>
            <pc:docMk/>
            <pc:sldMk cId="2931892899" sldId="607"/>
            <ac:spMk id="19" creationId="{760BA5A8-E579-428C-BFCA-36894D1F4F79}"/>
          </ac:spMkLst>
        </pc:spChg>
        <pc:spChg chg="mod">
          <ac:chgData name="БСУ" userId="bdbaa275-9249-41b1-8d15-242f632c67bf" providerId="ADAL" clId="{F573E444-1A84-4EF6-80FA-1C858D5872AA}" dt="2023-02-18T09:25:53.320" v="101" actId="1076"/>
          <ac:spMkLst>
            <pc:docMk/>
            <pc:sldMk cId="2931892899" sldId="607"/>
            <ac:spMk id="30" creationId="{00000000-0000-0000-0000-000000000000}"/>
          </ac:spMkLst>
        </pc:spChg>
        <pc:cxnChg chg="mod">
          <ac:chgData name="БСУ" userId="bdbaa275-9249-41b1-8d15-242f632c67bf" providerId="ADAL" clId="{F573E444-1A84-4EF6-80FA-1C858D5872AA}" dt="2023-02-18T09:25:53.320" v="101" actId="1076"/>
          <ac:cxnSpMkLst>
            <pc:docMk/>
            <pc:sldMk cId="2931892899" sldId="607"/>
            <ac:cxnSpMk id="15" creationId="{00000000-0000-0000-0000-000000000000}"/>
          </ac:cxnSpMkLst>
        </pc:cxnChg>
        <pc:cxnChg chg="mod">
          <ac:chgData name="БСУ" userId="bdbaa275-9249-41b1-8d15-242f632c67bf" providerId="ADAL" clId="{F573E444-1A84-4EF6-80FA-1C858D5872AA}" dt="2023-02-18T09:25:53.320" v="101" actId="1076"/>
          <ac:cxnSpMkLst>
            <pc:docMk/>
            <pc:sldMk cId="2931892899" sldId="607"/>
            <ac:cxnSpMk id="17" creationId="{00000000-0000-0000-0000-000000000000}"/>
          </ac:cxnSpMkLst>
        </pc:cxnChg>
        <pc:cxnChg chg="mod">
          <ac:chgData name="БСУ" userId="bdbaa275-9249-41b1-8d15-242f632c67bf" providerId="ADAL" clId="{F573E444-1A84-4EF6-80FA-1C858D5872AA}" dt="2023-02-18T09:25:53.320" v="101" actId="1076"/>
          <ac:cxnSpMkLst>
            <pc:docMk/>
            <pc:sldMk cId="2931892899" sldId="607"/>
            <ac:cxnSpMk id="20" creationId="{00000000-0000-0000-0000-000000000000}"/>
          </ac:cxnSpMkLst>
        </pc:cxnChg>
        <pc:cxnChg chg="mod">
          <ac:chgData name="БСУ" userId="bdbaa275-9249-41b1-8d15-242f632c67bf" providerId="ADAL" clId="{F573E444-1A84-4EF6-80FA-1C858D5872AA}" dt="2023-02-18T09:25:53.320" v="101" actId="1076"/>
          <ac:cxnSpMkLst>
            <pc:docMk/>
            <pc:sldMk cId="2931892899" sldId="607"/>
            <ac:cxnSpMk id="21" creationId="{00000000-0000-0000-0000-000000000000}"/>
          </ac:cxnSpMkLst>
        </pc:cxnChg>
        <pc:cxnChg chg="mod">
          <ac:chgData name="БСУ" userId="bdbaa275-9249-41b1-8d15-242f632c67bf" providerId="ADAL" clId="{F573E444-1A84-4EF6-80FA-1C858D5872AA}" dt="2023-02-18T09:25:53.320" v="101" actId="1076"/>
          <ac:cxnSpMkLst>
            <pc:docMk/>
            <pc:sldMk cId="2931892899" sldId="607"/>
            <ac:cxnSpMk id="26" creationId="{00000000-0000-0000-0000-000000000000}"/>
          </ac:cxnSpMkLst>
        </pc:cxnChg>
        <pc:cxnChg chg="mod">
          <ac:chgData name="БСУ" userId="bdbaa275-9249-41b1-8d15-242f632c67bf" providerId="ADAL" clId="{F573E444-1A84-4EF6-80FA-1C858D5872AA}" dt="2023-02-18T09:25:53.320" v="101" actId="1076"/>
          <ac:cxnSpMkLst>
            <pc:docMk/>
            <pc:sldMk cId="2931892899" sldId="607"/>
            <ac:cxnSpMk id="27" creationId="{00000000-0000-0000-0000-000000000000}"/>
          </ac:cxnSpMkLst>
        </pc:cxnChg>
      </pc:sldChg>
      <pc:sldChg chg="addSp delSp modSp add mod delAnim modAnim">
        <pc:chgData name="БСУ" userId="bdbaa275-9249-41b1-8d15-242f632c67bf" providerId="ADAL" clId="{F573E444-1A84-4EF6-80FA-1C858D5872AA}" dt="2023-02-18T09:33:47.808" v="221"/>
        <pc:sldMkLst>
          <pc:docMk/>
          <pc:sldMk cId="1772471064" sldId="608"/>
        </pc:sldMkLst>
        <pc:spChg chg="add mod">
          <ac:chgData name="БСУ" userId="bdbaa275-9249-41b1-8d15-242f632c67bf" providerId="ADAL" clId="{F573E444-1A84-4EF6-80FA-1C858D5872AA}" dt="2023-02-18T09:33:39.094" v="220" actId="1076"/>
          <ac:spMkLst>
            <pc:docMk/>
            <pc:sldMk cId="1772471064" sldId="608"/>
            <ac:spMk id="2" creationId="{C984F616-5125-A4CB-E2AC-9EE453C75423}"/>
          </ac:spMkLst>
        </pc:spChg>
        <pc:spChg chg="mod">
          <ac:chgData name="БСУ" userId="bdbaa275-9249-41b1-8d15-242f632c67bf" providerId="ADAL" clId="{F573E444-1A84-4EF6-80FA-1C858D5872AA}" dt="2023-02-18T09:33:39.094" v="220" actId="1076"/>
          <ac:spMkLst>
            <pc:docMk/>
            <pc:sldMk cId="1772471064" sldId="608"/>
            <ac:spMk id="3" creationId="{00000000-0000-0000-0000-000000000000}"/>
          </ac:spMkLst>
        </pc:spChg>
        <pc:spChg chg="mod">
          <ac:chgData name="БСУ" userId="bdbaa275-9249-41b1-8d15-242f632c67bf" providerId="ADAL" clId="{F573E444-1A84-4EF6-80FA-1C858D5872AA}" dt="2023-02-18T09:33:39.094" v="220" actId="1076"/>
          <ac:spMkLst>
            <pc:docMk/>
            <pc:sldMk cId="1772471064" sldId="608"/>
            <ac:spMk id="4" creationId="{00000000-0000-0000-0000-000000000000}"/>
          </ac:spMkLst>
        </pc:spChg>
        <pc:spChg chg="add mod">
          <ac:chgData name="БСУ" userId="bdbaa275-9249-41b1-8d15-242f632c67bf" providerId="ADAL" clId="{F573E444-1A84-4EF6-80FA-1C858D5872AA}" dt="2023-02-18T09:33:39.094" v="220" actId="1076"/>
          <ac:spMkLst>
            <pc:docMk/>
            <pc:sldMk cId="1772471064" sldId="608"/>
            <ac:spMk id="5" creationId="{DCC1CE04-04A1-1024-9B14-7D477BDE552C}"/>
          </ac:spMkLst>
        </pc:spChg>
        <pc:spChg chg="add mod">
          <ac:chgData name="БСУ" userId="bdbaa275-9249-41b1-8d15-242f632c67bf" providerId="ADAL" clId="{F573E444-1A84-4EF6-80FA-1C858D5872AA}" dt="2023-02-18T09:33:39.094" v="220" actId="1076"/>
          <ac:spMkLst>
            <pc:docMk/>
            <pc:sldMk cId="1772471064" sldId="608"/>
            <ac:spMk id="6" creationId="{70923CC3-CE4D-FA78-CA76-DAD671CFA1E2}"/>
          </ac:spMkLst>
        </pc:spChg>
        <pc:spChg chg="del mod">
          <ac:chgData name="БСУ" userId="bdbaa275-9249-41b1-8d15-242f632c67bf" providerId="ADAL" clId="{F573E444-1A84-4EF6-80FA-1C858D5872AA}" dt="2023-02-18T09:32:03.841" v="203" actId="478"/>
          <ac:spMkLst>
            <pc:docMk/>
            <pc:sldMk cId="1772471064" sldId="608"/>
            <ac:spMk id="7" creationId="{00000000-0000-0000-0000-000000000000}"/>
          </ac:spMkLst>
        </pc:spChg>
        <pc:spChg chg="add mod">
          <ac:chgData name="БСУ" userId="bdbaa275-9249-41b1-8d15-242f632c67bf" providerId="ADAL" clId="{F573E444-1A84-4EF6-80FA-1C858D5872AA}" dt="2023-02-18T09:33:39.094" v="220" actId="1076"/>
          <ac:spMkLst>
            <pc:docMk/>
            <pc:sldMk cId="1772471064" sldId="608"/>
            <ac:spMk id="8" creationId="{A7353DBC-DE57-79F3-7939-EEEDCAC15BB0}"/>
          </ac:spMkLst>
        </pc:spChg>
        <pc:spChg chg="add mod">
          <ac:chgData name="БСУ" userId="bdbaa275-9249-41b1-8d15-242f632c67bf" providerId="ADAL" clId="{F573E444-1A84-4EF6-80FA-1C858D5872AA}" dt="2023-02-18T09:33:39.094" v="220" actId="1076"/>
          <ac:spMkLst>
            <pc:docMk/>
            <pc:sldMk cId="1772471064" sldId="608"/>
            <ac:spMk id="9" creationId="{8D9F8216-86CD-E90D-DA9A-6F73C0915A20}"/>
          </ac:spMkLst>
        </pc:spChg>
        <pc:spChg chg="add mod">
          <ac:chgData name="БСУ" userId="bdbaa275-9249-41b1-8d15-242f632c67bf" providerId="ADAL" clId="{F573E444-1A84-4EF6-80FA-1C858D5872AA}" dt="2023-02-18T09:33:39.094" v="220" actId="1076"/>
          <ac:spMkLst>
            <pc:docMk/>
            <pc:sldMk cId="1772471064" sldId="608"/>
            <ac:spMk id="10" creationId="{9BA3290D-2802-3EDF-5B7D-63A09B997008}"/>
          </ac:spMkLst>
        </pc:spChg>
        <pc:spChg chg="add mod">
          <ac:chgData name="БСУ" userId="bdbaa275-9249-41b1-8d15-242f632c67bf" providerId="ADAL" clId="{F573E444-1A84-4EF6-80FA-1C858D5872AA}" dt="2023-02-18T09:33:39.094" v="220" actId="1076"/>
          <ac:spMkLst>
            <pc:docMk/>
            <pc:sldMk cId="1772471064" sldId="608"/>
            <ac:spMk id="11" creationId="{121A3476-E14B-6C19-BC51-5D52E1FAD42F}"/>
          </ac:spMkLst>
        </pc:spChg>
        <pc:spChg chg="del mod">
          <ac:chgData name="БСУ" userId="bdbaa275-9249-41b1-8d15-242f632c67bf" providerId="ADAL" clId="{F573E444-1A84-4EF6-80FA-1C858D5872AA}" dt="2023-02-18T09:33:34.470" v="219" actId="478"/>
          <ac:spMkLst>
            <pc:docMk/>
            <pc:sldMk cId="1772471064" sldId="608"/>
            <ac:spMk id="15" creationId="{3298E399-5304-4E34-84A9-C168D5BEF3AD}"/>
          </ac:spMkLst>
        </pc:spChg>
        <pc:spChg chg="del mod">
          <ac:chgData name="БСУ" userId="bdbaa275-9249-41b1-8d15-242f632c67bf" providerId="ADAL" clId="{F573E444-1A84-4EF6-80FA-1C858D5872AA}" dt="2023-02-18T09:32:09.702" v="205" actId="478"/>
          <ac:spMkLst>
            <pc:docMk/>
            <pc:sldMk cId="1772471064" sldId="608"/>
            <ac:spMk id="21" creationId="{00000000-0000-0000-0000-000000000000}"/>
          </ac:spMkLst>
        </pc:spChg>
        <pc:spChg chg="del mod">
          <ac:chgData name="БСУ" userId="bdbaa275-9249-41b1-8d15-242f632c67bf" providerId="ADAL" clId="{F573E444-1A84-4EF6-80FA-1C858D5872AA}" dt="2023-02-18T09:32:12.092" v="206" actId="478"/>
          <ac:spMkLst>
            <pc:docMk/>
            <pc:sldMk cId="1772471064" sldId="608"/>
            <ac:spMk id="34" creationId="{00000000-0000-0000-0000-000000000000}"/>
          </ac:spMkLst>
        </pc:spChg>
        <pc:spChg chg="del mod">
          <ac:chgData name="БСУ" userId="bdbaa275-9249-41b1-8d15-242f632c67bf" providerId="ADAL" clId="{F573E444-1A84-4EF6-80FA-1C858D5872AA}" dt="2023-02-18T09:32:07.968" v="204" actId="478"/>
          <ac:spMkLst>
            <pc:docMk/>
            <pc:sldMk cId="1772471064" sldId="608"/>
            <ac:spMk id="50" creationId="{00000000-0000-0000-0000-000000000000}"/>
          </ac:spMkLst>
        </pc:spChg>
        <pc:spChg chg="del mod">
          <ac:chgData name="БСУ" userId="bdbaa275-9249-41b1-8d15-242f632c67bf" providerId="ADAL" clId="{F573E444-1A84-4EF6-80FA-1C858D5872AA}" dt="2023-02-18T09:28:40.062" v="129" actId="478"/>
          <ac:spMkLst>
            <pc:docMk/>
            <pc:sldMk cId="1772471064" sldId="608"/>
            <ac:spMk id="68" creationId="{00000000-0000-0000-0000-000000000000}"/>
          </ac:spMkLst>
        </pc:spChg>
        <pc:spChg chg="mod">
          <ac:chgData name="БСУ" userId="bdbaa275-9249-41b1-8d15-242f632c67bf" providerId="ADAL" clId="{F573E444-1A84-4EF6-80FA-1C858D5872AA}" dt="2023-02-18T09:33:39.094" v="220" actId="1076"/>
          <ac:spMkLst>
            <pc:docMk/>
            <pc:sldMk cId="1772471064" sldId="608"/>
            <ac:spMk id="70" creationId="{00000000-0000-0000-0000-000000000000}"/>
          </ac:spMkLst>
        </pc:spChg>
        <pc:cxnChg chg="del">
          <ac:chgData name="БСУ" userId="bdbaa275-9249-41b1-8d15-242f632c67bf" providerId="ADAL" clId="{F573E444-1A84-4EF6-80FA-1C858D5872AA}" dt="2023-02-18T09:31:43.747" v="197" actId="478"/>
          <ac:cxnSpMkLst>
            <pc:docMk/>
            <pc:sldMk cId="1772471064" sldId="608"/>
            <ac:cxnSpMk id="25" creationId="{00000000-0000-0000-0000-000000000000}"/>
          </ac:cxnSpMkLst>
        </pc:cxnChg>
        <pc:cxnChg chg="del mod">
          <ac:chgData name="БСУ" userId="bdbaa275-9249-41b1-8d15-242f632c67bf" providerId="ADAL" clId="{F573E444-1A84-4EF6-80FA-1C858D5872AA}" dt="2023-02-18T09:31:39.590" v="195" actId="478"/>
          <ac:cxnSpMkLst>
            <pc:docMk/>
            <pc:sldMk cId="1772471064" sldId="608"/>
            <ac:cxnSpMk id="27" creationId="{00000000-0000-0000-0000-000000000000}"/>
          </ac:cxnSpMkLst>
        </pc:cxnChg>
        <pc:cxnChg chg="del">
          <ac:chgData name="БСУ" userId="bdbaa275-9249-41b1-8d15-242f632c67bf" providerId="ADAL" clId="{F573E444-1A84-4EF6-80FA-1C858D5872AA}" dt="2023-02-18T09:31:41.513" v="196" actId="478"/>
          <ac:cxnSpMkLst>
            <pc:docMk/>
            <pc:sldMk cId="1772471064" sldId="608"/>
            <ac:cxnSpMk id="29" creationId="{00000000-0000-0000-0000-000000000000}"/>
          </ac:cxnSpMkLst>
        </pc:cxnChg>
        <pc:cxnChg chg="del">
          <ac:chgData name="БСУ" userId="bdbaa275-9249-41b1-8d15-242f632c67bf" providerId="ADAL" clId="{F573E444-1A84-4EF6-80FA-1C858D5872AA}" dt="2023-02-18T09:31:45.290" v="198" actId="478"/>
          <ac:cxnSpMkLst>
            <pc:docMk/>
            <pc:sldMk cId="1772471064" sldId="608"/>
            <ac:cxnSpMk id="31" creationId="{00000000-0000-0000-0000-000000000000}"/>
          </ac:cxnSpMkLst>
        </pc:cxnChg>
      </pc:sldChg>
      <pc:sldChg chg="delSp modSp add mod">
        <pc:chgData name="БСУ" userId="bdbaa275-9249-41b1-8d15-242f632c67bf" providerId="ADAL" clId="{F573E444-1A84-4EF6-80FA-1C858D5872AA}" dt="2023-02-18T09:34:24.196" v="243" actId="20577"/>
        <pc:sldMkLst>
          <pc:docMk/>
          <pc:sldMk cId="879155825" sldId="614"/>
        </pc:sldMkLst>
        <pc:spChg chg="mod">
          <ac:chgData name="БСУ" userId="bdbaa275-9249-41b1-8d15-242f632c67bf" providerId="ADAL" clId="{F573E444-1A84-4EF6-80FA-1C858D5872AA}" dt="2023-02-18T09:34:24.196" v="243" actId="20577"/>
          <ac:spMkLst>
            <pc:docMk/>
            <pc:sldMk cId="879155825" sldId="614"/>
            <ac:spMk id="4" creationId="{00000000-0000-0000-0000-000000000000}"/>
          </ac:spMkLst>
        </pc:spChg>
        <pc:spChg chg="mod">
          <ac:chgData name="БСУ" userId="bdbaa275-9249-41b1-8d15-242f632c67bf" providerId="ADAL" clId="{F573E444-1A84-4EF6-80FA-1C858D5872AA}" dt="2023-02-18T09:34:15.677" v="229" actId="1076"/>
          <ac:spMkLst>
            <pc:docMk/>
            <pc:sldMk cId="879155825" sldId="614"/>
            <ac:spMk id="5" creationId="{00000000-0000-0000-0000-000000000000}"/>
          </ac:spMkLst>
        </pc:spChg>
        <pc:spChg chg="del">
          <ac:chgData name="БСУ" userId="bdbaa275-9249-41b1-8d15-242f632c67bf" providerId="ADAL" clId="{F573E444-1A84-4EF6-80FA-1C858D5872AA}" dt="2023-02-18T09:33:53.875" v="224" actId="478"/>
          <ac:spMkLst>
            <pc:docMk/>
            <pc:sldMk cId="879155825" sldId="614"/>
            <ac:spMk id="7" creationId="{5805B462-756F-4BB0-93C2-22EF774E0194}"/>
          </ac:spMkLst>
        </pc:spChg>
        <pc:picChg chg="del">
          <ac:chgData name="БСУ" userId="bdbaa275-9249-41b1-8d15-242f632c67bf" providerId="ADAL" clId="{F573E444-1A84-4EF6-80FA-1C858D5872AA}" dt="2023-02-18T09:33:51.522" v="222" actId="478"/>
          <ac:picMkLst>
            <pc:docMk/>
            <pc:sldMk cId="879155825" sldId="614"/>
            <ac:picMk id="10" creationId="{00000000-0000-0000-0000-000000000000}"/>
          </ac:picMkLst>
        </pc:picChg>
        <pc:picChg chg="del">
          <ac:chgData name="БСУ" userId="bdbaa275-9249-41b1-8d15-242f632c67bf" providerId="ADAL" clId="{F573E444-1A84-4EF6-80FA-1C858D5872AA}" dt="2023-02-18T09:33:52.267" v="223" actId="478"/>
          <ac:picMkLst>
            <pc:docMk/>
            <pc:sldMk cId="879155825" sldId="614"/>
            <ac:picMk id="11" creationId="{00000000-0000-0000-0000-000000000000}"/>
          </ac:picMkLst>
        </pc:picChg>
      </pc:sldChg>
      <pc:sldChg chg="addSp delSp modSp add mod modAnim">
        <pc:chgData name="БСУ" userId="bdbaa275-9249-41b1-8d15-242f632c67bf" providerId="ADAL" clId="{F573E444-1A84-4EF6-80FA-1C858D5872AA}" dt="2023-02-18T09:21:21.362" v="45"/>
        <pc:sldMkLst>
          <pc:docMk/>
          <pc:sldMk cId="2913183876" sldId="617"/>
        </pc:sldMkLst>
        <pc:spChg chg="mod">
          <ac:chgData name="БСУ" userId="bdbaa275-9249-41b1-8d15-242f632c67bf" providerId="ADAL" clId="{F573E444-1A84-4EF6-80FA-1C858D5872AA}" dt="2023-02-18T09:20:30.332" v="29" actId="27636"/>
          <ac:spMkLst>
            <pc:docMk/>
            <pc:sldMk cId="2913183876" sldId="617"/>
            <ac:spMk id="3" creationId="{00000000-0000-0000-0000-000000000000}"/>
          </ac:spMkLst>
        </pc:spChg>
        <pc:spChg chg="mod">
          <ac:chgData name="БСУ" userId="bdbaa275-9249-41b1-8d15-242f632c67bf" providerId="ADAL" clId="{F573E444-1A84-4EF6-80FA-1C858D5872AA}" dt="2023-02-18T09:21:10.336" v="43" actId="1076"/>
          <ac:spMkLst>
            <pc:docMk/>
            <pc:sldMk cId="2913183876" sldId="617"/>
            <ac:spMk id="4" creationId="{00000000-0000-0000-0000-000000000000}"/>
          </ac:spMkLst>
        </pc:spChg>
        <pc:spChg chg="del mod">
          <ac:chgData name="БСУ" userId="bdbaa275-9249-41b1-8d15-242f632c67bf" providerId="ADAL" clId="{F573E444-1A84-4EF6-80FA-1C858D5872AA}" dt="2023-02-18T09:20:18.937" v="26" actId="478"/>
          <ac:spMkLst>
            <pc:docMk/>
            <pc:sldMk cId="2913183876" sldId="617"/>
            <ac:spMk id="6" creationId="{970EBA08-5807-4076-AD8C-065A38131909}"/>
          </ac:spMkLst>
        </pc:spChg>
        <pc:picChg chg="del">
          <ac:chgData name="БСУ" userId="bdbaa275-9249-41b1-8d15-242f632c67bf" providerId="ADAL" clId="{F573E444-1A84-4EF6-80FA-1C858D5872AA}" dt="2023-02-18T09:19:14.840" v="11" actId="478"/>
          <ac:picMkLst>
            <pc:docMk/>
            <pc:sldMk cId="2913183876" sldId="617"/>
            <ac:picMk id="13" creationId="{00000000-0000-0000-0000-000000000000}"/>
          </ac:picMkLst>
        </pc:picChg>
        <pc:picChg chg="add mod">
          <ac:chgData name="БСУ" userId="bdbaa275-9249-41b1-8d15-242f632c67bf" providerId="ADAL" clId="{F573E444-1A84-4EF6-80FA-1C858D5872AA}" dt="2023-02-18T09:21:14.223" v="44" actId="1076"/>
          <ac:picMkLst>
            <pc:docMk/>
            <pc:sldMk cId="2913183876" sldId="617"/>
            <ac:picMk id="1026" creationId="{A9C0131C-7CE7-35DB-8138-5F26D5AFB900}"/>
          </ac:picMkLst>
        </pc:picChg>
      </pc:sldChg>
      <pc:sldChg chg="modSp add mod">
        <pc:chgData name="БСУ" userId="bdbaa275-9249-41b1-8d15-242f632c67bf" providerId="ADAL" clId="{F573E444-1A84-4EF6-80FA-1C858D5872AA}" dt="2023-02-18T09:26:42.441" v="111" actId="207"/>
        <pc:sldMkLst>
          <pc:docMk/>
          <pc:sldMk cId="1819891483" sldId="618"/>
        </pc:sldMkLst>
        <pc:spChg chg="mod">
          <ac:chgData name="БСУ" userId="bdbaa275-9249-41b1-8d15-242f632c67bf" providerId="ADAL" clId="{F573E444-1A84-4EF6-80FA-1C858D5872AA}" dt="2023-02-18T09:26:42.441" v="111" actId="207"/>
          <ac:spMkLst>
            <pc:docMk/>
            <pc:sldMk cId="1819891483" sldId="618"/>
            <ac:spMk id="3" creationId="{00000000-0000-0000-0000-000000000000}"/>
          </ac:spMkLst>
        </pc:spChg>
        <pc:spChg chg="mod">
          <ac:chgData name="БСУ" userId="bdbaa275-9249-41b1-8d15-242f632c67bf" providerId="ADAL" clId="{F573E444-1A84-4EF6-80FA-1C858D5872AA}" dt="2023-02-18T09:26:37.419" v="110" actId="1076"/>
          <ac:spMkLst>
            <pc:docMk/>
            <pc:sldMk cId="1819891483" sldId="618"/>
            <ac:spMk id="4" creationId="{00000000-0000-0000-0000-000000000000}"/>
          </ac:spMkLst>
        </pc:spChg>
        <pc:spChg chg="mod">
          <ac:chgData name="БСУ" userId="bdbaa275-9249-41b1-8d15-242f632c67bf" providerId="ADAL" clId="{F573E444-1A84-4EF6-80FA-1C858D5872AA}" dt="2023-02-18T09:17:50.863" v="8"/>
          <ac:spMkLst>
            <pc:docMk/>
            <pc:sldMk cId="1819891483" sldId="618"/>
            <ac:spMk id="5" creationId="{B12F9F2E-7D1B-4D87-9DBC-1A328B361D11}"/>
          </ac:spMkLst>
        </pc:spChg>
      </pc:sldChg>
    </pc:docChg>
  </pc:docChgLst>
  <pc:docChgLst>
    <pc:chgData name="БСУ" userId="bdbaa275-9249-41b1-8d15-242f632c67bf" providerId="ADAL" clId="{E8EBBEA8-749B-4042-B043-5A6FD507A9B3}"/>
    <pc:docChg chg="modSld sldOrd modSection">
      <pc:chgData name="БСУ" userId="bdbaa275-9249-41b1-8d15-242f632c67bf" providerId="ADAL" clId="{E8EBBEA8-749B-4042-B043-5A6FD507A9B3}" dt="2023-02-17T11:21:52.587" v="1"/>
      <pc:docMkLst>
        <pc:docMk/>
      </pc:docMkLst>
      <pc:sldChg chg="ord">
        <pc:chgData name="БСУ" userId="bdbaa275-9249-41b1-8d15-242f632c67bf" providerId="ADAL" clId="{E8EBBEA8-749B-4042-B043-5A6FD507A9B3}" dt="2023-02-17T11:21:52.587" v="1"/>
        <pc:sldMkLst>
          <pc:docMk/>
          <pc:sldMk cId="2385751420" sldId="57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A0D3FF-81AC-477B-919E-75762E6B2153}" type="datetimeFigureOut">
              <a:rPr lang="bg-BG" smtClean="0"/>
              <a:t>26.9.2025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8142EC-5991-4235-A99B-961F17902D6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837940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3CB8708A-8556-42FD-AFB9-1485951BC6C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42727812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dirty="0"/>
              <a:t>ОПД</a:t>
            </a:r>
            <a:r>
              <a:rPr lang="bg-BG" baseline="0" dirty="0"/>
              <a:t> – Обект за прехвърляне на данни</a:t>
            </a:r>
            <a:endParaRPr lang="bg-BG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0826DDB9-2624-4CB5-878B-1BB468CA92E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39470507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b="1" dirty="0"/>
              <a:t>Изглед</a:t>
            </a:r>
            <a:r>
              <a:rPr lang="bg-BG" baseline="0" dirty="0"/>
              <a:t>– Текстът, в диалоговия интерфейс, който пояснява въвеждането и извеждането на данните</a:t>
            </a:r>
          </a:p>
          <a:p>
            <a:r>
              <a:rPr lang="bg-BG" b="1" baseline="0" dirty="0"/>
              <a:t>Модел</a:t>
            </a:r>
            <a:r>
              <a:rPr lang="bg-BG" baseline="0" dirty="0"/>
              <a:t> – променливите, данните</a:t>
            </a:r>
          </a:p>
          <a:p>
            <a:r>
              <a:rPr lang="bg-BG" b="1" baseline="0" dirty="0"/>
              <a:t>Услуга</a:t>
            </a:r>
            <a:r>
              <a:rPr lang="bg-BG" baseline="0" dirty="0"/>
              <a:t> – изчисляването на обиколка и лице</a:t>
            </a:r>
          </a:p>
          <a:p>
            <a:r>
              <a:rPr lang="bg-BG" b="1" baseline="0" dirty="0"/>
              <a:t>Контролер</a:t>
            </a:r>
            <a:r>
              <a:rPr lang="bg-BG" baseline="0" dirty="0"/>
              <a:t> – командите за въвеждане, извеждане, за присвояване на стойност „=“.</a:t>
            </a:r>
          </a:p>
          <a:p>
            <a:endParaRPr lang="bg-BG" baseline="0" dirty="0"/>
          </a:p>
          <a:p>
            <a:endParaRPr lang="bg-BG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647D5017-A634-4926-84DF-DA58DCEE384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8891186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1AEEF6D7-5EBF-4609-8B82-6F316358317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5661782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26.9.2025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171436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26.9.2025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34437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26.9.2025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40543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26.9.2025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329758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26.9.2025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96114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26.9.2025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986021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26.9.2025 г.</a:t>
            </a:fld>
            <a:endParaRPr 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263839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26.9.2025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23708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26.9.2025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697053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26.9.2025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528007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26.9.2025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69803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069AEA-C8BE-4DD6-B9AB-21EA40DF5D87}" type="datetimeFigureOut">
              <a:rPr lang="bg-BG" smtClean="0"/>
              <a:t>26.9.2025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052542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mon.bg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hyperlink" Target="https://creativecommons.org/licenses/by-nc-sa/4.0" TargetMode="External"/><Relationship Id="rId4" Type="http://schemas.openxmlformats.org/officeDocument/2006/relationships/hyperlink" Target="https://www.mon.b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A11B2B-6DC7-2642-A5E2-7E3177B718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24336"/>
            <a:ext cx="9144000" cy="2387600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Въведение в </a:t>
            </a:r>
            <a:r>
              <a:rPr lang="en-US" dirty="0">
                <a:latin typeface="Comfortaa" pitchFamily="2" charset="0"/>
              </a:rPr>
              <a:t>MVC</a:t>
            </a:r>
            <a:endParaRPr lang="bg-BG" dirty="0">
              <a:latin typeface="Comfortaa" pitchFamily="2" charset="0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D72CEAD-2598-2D6F-7FF9-AF95330D8A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04011"/>
            <a:ext cx="9144000" cy="1655762"/>
          </a:xfrm>
        </p:spPr>
        <p:txBody>
          <a:bodyPr/>
          <a:lstStyle/>
          <a:p>
            <a:r>
              <a:rPr lang="en-US" dirty="0">
                <a:latin typeface="Comfortaa" pitchFamily="2" charset="0"/>
              </a:rPr>
              <a:t>Model-View-Controller</a:t>
            </a:r>
          </a:p>
        </p:txBody>
      </p:sp>
      <p:pic>
        <p:nvPicPr>
          <p:cNvPr id="6" name="Picture 3" descr="Icon&#10;&#10;Description automatically generated with medium confidence">
            <a:extLst>
              <a:ext uri="{FF2B5EF4-FFF2-40B4-BE49-F238E27FC236}">
                <a16:creationId xmlns:a16="http://schemas.microsoft.com/office/drawing/2014/main" id="{09547CF4-B25A-F864-DA65-5C7F1F83C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52" y="83713"/>
            <a:ext cx="1575455" cy="15754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A303128A-0EF3-84BD-F9ED-2E6316CD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4792" y="83713"/>
            <a:ext cx="1699472" cy="1414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EB993A-D432-5177-9922-4D00100F74D8}"/>
              </a:ext>
            </a:extLst>
          </p:cNvPr>
          <p:cNvSpPr txBox="1"/>
          <p:nvPr/>
        </p:nvSpPr>
        <p:spPr>
          <a:xfrm>
            <a:off x="1734047" y="365284"/>
            <a:ext cx="47294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Национална програма 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Обучение за ИТ умения и кариера</a:t>
            </a: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bg-BG" u="sng" dirty="0"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https://it-kariera.mon.bg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22BFFF-21D1-37C4-D08A-94EDDBB11DD9}"/>
              </a:ext>
            </a:extLst>
          </p:cNvPr>
          <p:cNvSpPr txBox="1"/>
          <p:nvPr/>
        </p:nvSpPr>
        <p:spPr>
          <a:xfrm>
            <a:off x="6373448" y="365284"/>
            <a:ext cx="40171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Министерството на образованието и науката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algn="r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</a:t>
            </a:r>
            <a:r>
              <a:rPr lang="bg-BG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mon.bg</a:t>
            </a:r>
            <a:endParaRPr lang="bg-BG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69597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8" name="Rectangle 2"/>
          <p:cNvSpPr>
            <a:spLocks noGrp="1" noChangeArrowheads="1"/>
          </p:cNvSpPr>
          <p:nvPr>
            <p:ph type="title"/>
          </p:nvPr>
        </p:nvSpPr>
        <p:spPr>
          <a:xfrm>
            <a:off x="957959" y="733260"/>
            <a:ext cx="10515600" cy="1325563"/>
          </a:xfrm>
        </p:spPr>
        <p:txBody>
          <a:bodyPr>
            <a:normAutofit/>
          </a:bodyPr>
          <a:lstStyle/>
          <a:p>
            <a:r>
              <a:rPr lang="bg-BG" b="1" dirty="0">
                <a:latin typeface="Comfortaa" pitchFamily="2" charset="0"/>
              </a:rPr>
              <a:t>Съдържание</a:t>
            </a:r>
          </a:p>
        </p:txBody>
      </p:sp>
      <p:sp>
        <p:nvSpPr>
          <p:cNvPr id="8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57959" y="2058823"/>
            <a:ext cx="10515600" cy="421774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ru-RU" sz="3200" dirty="0" err="1">
                <a:latin typeface="Comfortaa" pitchFamily="2" charset="0"/>
              </a:rPr>
              <a:t>Какво</a:t>
            </a:r>
            <a:r>
              <a:rPr lang="ru-RU" sz="3200" dirty="0">
                <a:latin typeface="Comfortaa" pitchFamily="2" charset="0"/>
              </a:rPr>
              <a:t> </a:t>
            </a:r>
            <a:r>
              <a:rPr lang="ru-RU" sz="3200" dirty="0" err="1">
                <a:latin typeface="Comfortaa" pitchFamily="2" charset="0"/>
              </a:rPr>
              <a:t>представлява</a:t>
            </a:r>
            <a:r>
              <a:rPr lang="ru-RU" sz="3200" dirty="0">
                <a:latin typeface="Comfortaa" pitchFamily="2" charset="0"/>
              </a:rPr>
              <a:t> MVC?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ru-RU" sz="3200" dirty="0">
                <a:latin typeface="Comfortaa" pitchFamily="2" charset="0"/>
              </a:rPr>
              <a:t>Поток на </a:t>
            </a:r>
            <a:r>
              <a:rPr lang="ru-RU" sz="3200" dirty="0" err="1">
                <a:latin typeface="Comfortaa" pitchFamily="2" charset="0"/>
              </a:rPr>
              <a:t>управлението</a:t>
            </a:r>
            <a:r>
              <a:rPr lang="ru-RU" sz="3200" dirty="0">
                <a:latin typeface="Comfortaa" pitchFamily="2" charset="0"/>
              </a:rPr>
              <a:t> /Control </a:t>
            </a:r>
            <a:r>
              <a:rPr lang="ru-RU" sz="3200" dirty="0" err="1">
                <a:latin typeface="Comfortaa" pitchFamily="2" charset="0"/>
              </a:rPr>
              <a:t>Flow</a:t>
            </a:r>
            <a:r>
              <a:rPr lang="ru-RU" sz="3200" dirty="0">
                <a:latin typeface="Comfortaa" pitchFamily="2" charset="0"/>
              </a:rPr>
              <a:t>/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ru-RU" sz="3200" dirty="0">
                <a:latin typeface="Comfortaa" pitchFamily="2" charset="0"/>
              </a:rPr>
              <a:t>Обща архитектура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ru-RU" sz="3200" dirty="0" err="1">
                <a:latin typeface="Comfortaa" pitchFamily="2" charset="0"/>
              </a:rPr>
              <a:t>Трислоен</a:t>
            </a:r>
            <a:r>
              <a:rPr lang="ru-RU" sz="3200" dirty="0">
                <a:latin typeface="Comfortaa" pitchFamily="2" charset="0"/>
              </a:rPr>
              <a:t> </a:t>
            </a:r>
            <a:r>
              <a:rPr lang="ru-RU" sz="3200" dirty="0" err="1">
                <a:latin typeface="Comfortaa" pitchFamily="2" charset="0"/>
              </a:rPr>
              <a:t>модел</a:t>
            </a:r>
            <a:r>
              <a:rPr lang="ru-RU" sz="3200" dirty="0">
                <a:latin typeface="Comfortaa" pitchFamily="2" charset="0"/>
              </a:rPr>
              <a:t> и MVC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ru-RU" sz="3200" dirty="0">
                <a:latin typeface="Comfortaa" pitchFamily="2" charset="0"/>
              </a:rPr>
              <a:t>Пример с </a:t>
            </a:r>
            <a:r>
              <a:rPr lang="ru-RU" sz="3200" dirty="0" err="1">
                <a:latin typeface="Comfortaa" pitchFamily="2" charset="0"/>
              </a:rPr>
              <a:t>елементарно</a:t>
            </a:r>
            <a:r>
              <a:rPr lang="ru-RU" sz="3200" dirty="0">
                <a:latin typeface="Comfortaa" pitchFamily="2" charset="0"/>
              </a:rPr>
              <a:t> </a:t>
            </a:r>
            <a:r>
              <a:rPr lang="ru-RU" sz="3200" dirty="0" err="1">
                <a:latin typeface="Comfortaa" pitchFamily="2" charset="0"/>
              </a:rPr>
              <a:t>конзолно</a:t>
            </a:r>
            <a:br>
              <a:rPr lang="ru-RU" sz="3200" dirty="0">
                <a:latin typeface="Comfortaa" pitchFamily="2" charset="0"/>
              </a:rPr>
            </a:br>
            <a:r>
              <a:rPr lang="ru-RU" sz="3200" dirty="0">
                <a:latin typeface="Comfortaa" pitchFamily="2" charset="0"/>
              </a:rPr>
              <a:t>приложение</a:t>
            </a:r>
          </a:p>
          <a:p>
            <a:pPr marL="0" indent="0">
              <a:lnSpc>
                <a:spcPct val="100000"/>
              </a:lnSpc>
              <a:spcBef>
                <a:spcPts val="500"/>
              </a:spcBef>
              <a:buNone/>
            </a:pPr>
            <a:endParaRPr lang="ru-RU" sz="3200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57514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037" y="1690688"/>
            <a:ext cx="6509883" cy="46390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bg-BG" dirty="0">
                <a:latin typeface="Comfortaa" pitchFamily="2" charset="0"/>
              </a:rPr>
              <a:t>Шаблон за дизайн </a:t>
            </a:r>
            <a:r>
              <a:rPr lang="en-US" dirty="0">
                <a:latin typeface="Comfortaa" pitchFamily="2" charset="0"/>
              </a:rPr>
              <a:t>(Design Pattern)</a:t>
            </a:r>
            <a:r>
              <a:rPr lang="bg-BG" dirty="0">
                <a:latin typeface="Comfortaa" pitchFamily="2" charset="0"/>
              </a:rPr>
              <a:t> с три свързани един с друг компонента</a:t>
            </a:r>
            <a:endParaRPr lang="en-US" dirty="0">
              <a:latin typeface="Comfortaa" pitchFamily="2" charset="0"/>
            </a:endParaRPr>
          </a:p>
          <a:p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Модел</a:t>
            </a:r>
            <a:r>
              <a:rPr lang="bg-BG" dirty="0">
                <a:latin typeface="Comfortaa" pitchFamily="2" charset="0"/>
              </a:rPr>
              <a:t> (</a:t>
            </a:r>
            <a:r>
              <a:rPr lang="en-US" dirty="0">
                <a:latin typeface="Comfortaa" pitchFamily="2" charset="0"/>
              </a:rPr>
              <a:t>Model</a:t>
            </a:r>
            <a:r>
              <a:rPr lang="bg-BG" dirty="0">
                <a:latin typeface="Comfortaa" pitchFamily="2" charset="0"/>
              </a:rPr>
              <a:t>)</a:t>
            </a:r>
            <a:r>
              <a:rPr lang="en-US" dirty="0">
                <a:latin typeface="Comfortaa" pitchFamily="2" charset="0"/>
              </a:rPr>
              <a:t> – </a:t>
            </a:r>
            <a:r>
              <a:rPr lang="bg-BG" dirty="0">
                <a:latin typeface="Comfortaa" pitchFamily="2" charset="0"/>
              </a:rPr>
              <a:t>управлява данните и логиката на приложението</a:t>
            </a:r>
            <a:endParaRPr lang="en-US" dirty="0">
              <a:latin typeface="Comfortaa" pitchFamily="2" charset="0"/>
            </a:endParaRPr>
          </a:p>
          <a:p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Изглед</a:t>
            </a:r>
            <a:r>
              <a:rPr lang="bg-BG" dirty="0">
                <a:latin typeface="Comfortaa" pitchFamily="2" charset="0"/>
              </a:rPr>
              <a:t> (</a:t>
            </a:r>
            <a:r>
              <a:rPr lang="en-US" dirty="0">
                <a:latin typeface="Comfortaa" pitchFamily="2" charset="0"/>
              </a:rPr>
              <a:t>View</a:t>
            </a:r>
            <a:r>
              <a:rPr lang="bg-BG" dirty="0">
                <a:latin typeface="Comfortaa" pitchFamily="2" charset="0"/>
              </a:rPr>
              <a:t>)</a:t>
            </a:r>
            <a:r>
              <a:rPr lang="en-US" dirty="0">
                <a:latin typeface="Comfortaa" pitchFamily="2" charset="0"/>
              </a:rPr>
              <a:t> – </a:t>
            </a:r>
            <a:r>
              <a:rPr lang="bg-BG" dirty="0">
                <a:latin typeface="Comfortaa" pitchFamily="2" charset="0"/>
              </a:rPr>
              <a:t>слой за представяне (</a:t>
            </a:r>
            <a:r>
              <a:rPr lang="en-US" dirty="0">
                <a:latin typeface="Comfortaa" pitchFamily="2" charset="0"/>
              </a:rPr>
              <a:t>presentation layer</a:t>
            </a:r>
            <a:r>
              <a:rPr lang="bg-BG" dirty="0">
                <a:latin typeface="Comfortaa" pitchFamily="2" charset="0"/>
              </a:rPr>
              <a:t>)</a:t>
            </a:r>
            <a:endParaRPr lang="en-US" dirty="0">
              <a:latin typeface="Comfortaa" pitchFamily="2" charset="0"/>
            </a:endParaRPr>
          </a:p>
          <a:p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Контролер</a:t>
            </a:r>
            <a:r>
              <a:rPr lang="bg-BG" dirty="0">
                <a:latin typeface="Comfortaa" pitchFamily="2" charset="0"/>
              </a:rPr>
              <a:t> (</a:t>
            </a:r>
            <a:r>
              <a:rPr lang="en-US" dirty="0">
                <a:latin typeface="Comfortaa" pitchFamily="2" charset="0"/>
              </a:rPr>
              <a:t>Controller</a:t>
            </a:r>
            <a:r>
              <a:rPr lang="bg-BG" dirty="0">
                <a:latin typeface="Comfortaa" pitchFamily="2" charset="0"/>
              </a:rPr>
              <a:t>)</a:t>
            </a:r>
            <a:r>
              <a:rPr lang="en-US" dirty="0">
                <a:latin typeface="Comfortaa" pitchFamily="2" charset="0"/>
              </a:rPr>
              <a:t> –  </a:t>
            </a:r>
            <a:r>
              <a:rPr lang="bg-BG" dirty="0">
                <a:latin typeface="Comfortaa" pitchFamily="2" charset="0"/>
              </a:rPr>
              <a:t>преобразува входните данни в команди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и ги изпраща към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Изгледа</a:t>
            </a:r>
            <a:r>
              <a:rPr lang="en-US" dirty="0">
                <a:latin typeface="Comfortaa" pitchFamily="2" charset="0"/>
              </a:rPr>
              <a:t>  </a:t>
            </a:r>
            <a:r>
              <a:rPr lang="bg-BG" dirty="0">
                <a:latin typeface="Comfortaa" pitchFamily="2" charset="0"/>
              </a:rPr>
              <a:t>или към модела</a:t>
            </a:r>
            <a:endParaRPr lang="en-US" dirty="0">
              <a:latin typeface="Comfortaa" pitchFamily="2" charset="0"/>
            </a:endParaRPr>
          </a:p>
          <a:p>
            <a:pPr marL="0" indent="0">
              <a:buNone/>
            </a:pPr>
            <a:endParaRPr lang="bg-BG" dirty="0">
              <a:latin typeface="Comfortaa" pitchFamily="2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68037" y="365125"/>
            <a:ext cx="10619874" cy="1325563"/>
          </a:xfrm>
        </p:spPr>
        <p:txBody>
          <a:bodyPr/>
          <a:lstStyle/>
          <a:p>
            <a:r>
              <a:rPr lang="en-US" dirty="0">
                <a:latin typeface="Comfortaa" pitchFamily="2" charset="0"/>
              </a:rPr>
              <a:t>Model-View-Controller (MVC)</a:t>
            </a:r>
            <a:endParaRPr lang="bg-BG" dirty="0">
              <a:latin typeface="Comfortaa" pitchFamily="2" charset="0"/>
            </a:endParaRPr>
          </a:p>
        </p:txBody>
      </p:sp>
      <p:pic>
        <p:nvPicPr>
          <p:cNvPr id="1026" name="Picture 2" descr="MVC: The Code Structure MVP. Almost all apps and frameworks have a ...">
            <a:extLst>
              <a:ext uri="{FF2B5EF4-FFF2-40B4-BE49-F238E27FC236}">
                <a16:creationId xmlns:a16="http://schemas.microsoft.com/office/drawing/2014/main" id="{A9C0131C-7CE7-35DB-8138-5F26D5AFB9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4701" y="1485696"/>
            <a:ext cx="4695594" cy="5162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31838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6888546" y="2925405"/>
            <a:ext cx="279431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2000" dirty="0">
                <a:latin typeface="Comfortaa" pitchFamily="2" charset="0"/>
              </a:rPr>
              <a:t>Отговор </a:t>
            </a:r>
            <a:r>
              <a:rPr lang="bg-BG" sz="700" dirty="0">
                <a:latin typeface="Comfortaa" pitchFamily="2" charset="0"/>
              </a:rPr>
              <a:t> </a:t>
            </a:r>
          </a:p>
          <a:p>
            <a:pPr algn="ctr"/>
            <a:r>
              <a:rPr lang="en-US" sz="2000" dirty="0">
                <a:latin typeface="Comfortaa" pitchFamily="2" charset="0"/>
              </a:rPr>
              <a:t>(html, json, xml)</a:t>
            </a:r>
            <a:r>
              <a:rPr lang="bg-BG" sz="2000" dirty="0">
                <a:latin typeface="Comfortaa" pitchFamily="2" charset="0"/>
              </a:rPr>
              <a:t>, конзола</a:t>
            </a:r>
            <a:endParaRPr lang="en-US" sz="2000" dirty="0">
              <a:latin typeface="Comfortaa" pitchFamily="2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70364" y="302441"/>
            <a:ext cx="10515600" cy="1325563"/>
          </a:xfrm>
        </p:spPr>
        <p:txBody>
          <a:bodyPr/>
          <a:lstStyle/>
          <a:p>
            <a:r>
              <a:rPr lang="bg-BG" sz="3600" dirty="0">
                <a:latin typeface="Comfortaa" pitchFamily="2" charset="0"/>
              </a:rPr>
              <a:t>Поток на управлението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93791" y="1385804"/>
            <a:ext cx="23317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000" dirty="0">
                <a:latin typeface="Comfortaa" pitchFamily="2" charset="0"/>
              </a:rPr>
              <a:t>(</a:t>
            </a:r>
            <a:r>
              <a:rPr lang="en-US" sz="2000" dirty="0">
                <a:latin typeface="Comfortaa" pitchFamily="2" charset="0"/>
              </a:rPr>
              <a:t>Web</a:t>
            </a:r>
            <a:r>
              <a:rPr lang="bg-BG" sz="2000" dirty="0">
                <a:latin typeface="Comfortaa" pitchFamily="2" charset="0"/>
              </a:rPr>
              <a:t>) клиент</a:t>
            </a:r>
            <a:endParaRPr lang="en-US" sz="2000" dirty="0">
              <a:latin typeface="Comfortaa" pitchFamily="2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41" y="3325935"/>
            <a:ext cx="709891" cy="70989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9859" y="3336729"/>
            <a:ext cx="705707" cy="70570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7580" y="3284585"/>
            <a:ext cx="771119" cy="77111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4955" y="1989184"/>
            <a:ext cx="1870776" cy="112084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38359" y="5111481"/>
            <a:ext cx="2601143" cy="962402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2000" dirty="0">
                <a:latin typeface="Comfortaa" pitchFamily="2" charset="0"/>
              </a:rPr>
              <a:t>Модел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54989" y="2053356"/>
            <a:ext cx="2601143" cy="962402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2000" dirty="0">
                <a:latin typeface="Comfortaa" pitchFamily="2" charset="0"/>
              </a:rPr>
              <a:t>Контролер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55771" y="5137880"/>
            <a:ext cx="2601143" cy="962402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2000" dirty="0">
                <a:latin typeface="Comfortaa" pitchFamily="2" charset="0"/>
              </a:rPr>
              <a:t>Изглед</a:t>
            </a:r>
          </a:p>
        </p:txBody>
      </p:sp>
      <p:cxnSp>
        <p:nvCxnSpPr>
          <p:cNvPr id="14" name="Straight Arrow Connector 13"/>
          <p:cNvCxnSpPr>
            <a:cxnSpLocks/>
          </p:cNvCxnSpPr>
          <p:nvPr/>
        </p:nvCxnSpPr>
        <p:spPr>
          <a:xfrm flipH="1" flipV="1">
            <a:off x="6642602" y="2144990"/>
            <a:ext cx="2470538" cy="13310"/>
          </a:xfrm>
          <a:prstGeom prst="straightConnector1">
            <a:avLst/>
          </a:prstGeom>
          <a:ln w="635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303981" y="1589074"/>
            <a:ext cx="1828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000" dirty="0">
                <a:latin typeface="Comfortaa" pitchFamily="2" charset="0"/>
              </a:rPr>
              <a:t>Запитване</a:t>
            </a:r>
            <a:endParaRPr lang="en-US" sz="2000" dirty="0">
              <a:latin typeface="Comfortaa" pitchFamily="2" charset="0"/>
            </a:endParaRPr>
          </a:p>
        </p:txBody>
      </p:sp>
      <p:cxnSp>
        <p:nvCxnSpPr>
          <p:cNvPr id="16" name="Straight Arrow Connector 15"/>
          <p:cNvCxnSpPr>
            <a:cxnSpLocks/>
          </p:cNvCxnSpPr>
          <p:nvPr/>
        </p:nvCxnSpPr>
        <p:spPr>
          <a:xfrm>
            <a:off x="6675226" y="2864091"/>
            <a:ext cx="2457555" cy="0"/>
          </a:xfrm>
          <a:prstGeom prst="straightConnector1">
            <a:avLst/>
          </a:prstGeom>
          <a:ln w="635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H="1" flipV="1">
            <a:off x="6155770" y="3152658"/>
            <a:ext cx="2520090" cy="1936867"/>
          </a:xfrm>
          <a:prstGeom prst="straightConnector1">
            <a:avLst/>
          </a:prstGeom>
          <a:ln w="635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 flipH="1">
            <a:off x="783793" y="3152657"/>
            <a:ext cx="2451190" cy="1708642"/>
          </a:xfrm>
          <a:prstGeom prst="straightConnector1">
            <a:avLst/>
          </a:prstGeom>
          <a:ln w="635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9057535" y="4294359"/>
            <a:ext cx="25200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000" dirty="0">
                <a:latin typeface="Comfortaa" pitchFamily="2" charset="0"/>
              </a:rPr>
              <a:t>Потребителско действие</a:t>
            </a:r>
            <a:endParaRPr lang="en-US" sz="2000" dirty="0">
              <a:latin typeface="Comfortaa" pitchFamily="2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11727" y="3034118"/>
            <a:ext cx="213865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000" dirty="0">
                <a:latin typeface="Comfortaa" pitchFamily="2" charset="0"/>
              </a:rPr>
              <a:t>Актуализира модела</a:t>
            </a:r>
            <a:endParaRPr lang="en-US" sz="2000" dirty="0">
              <a:latin typeface="Comfortaa" pitchFamily="2" charset="0"/>
            </a:endParaRPr>
          </a:p>
        </p:txBody>
      </p:sp>
      <p:cxnSp>
        <p:nvCxnSpPr>
          <p:cNvPr id="41" name="Straight Arrow Connector 40"/>
          <p:cNvCxnSpPr/>
          <p:nvPr/>
        </p:nvCxnSpPr>
        <p:spPr>
          <a:xfrm flipV="1">
            <a:off x="2009388" y="3529925"/>
            <a:ext cx="1969850" cy="1426735"/>
          </a:xfrm>
          <a:prstGeom prst="straightConnector1">
            <a:avLst/>
          </a:prstGeom>
          <a:ln w="635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2778306" y="4464363"/>
            <a:ext cx="17879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000" dirty="0">
                <a:latin typeface="Comfortaa" pitchFamily="2" charset="0"/>
              </a:rPr>
              <a:t>Известява</a:t>
            </a:r>
            <a:endParaRPr lang="en-US" sz="2000" dirty="0">
              <a:latin typeface="Comfortaa" pitchFamily="2" charset="0"/>
            </a:endParaRPr>
          </a:p>
        </p:txBody>
      </p:sp>
      <p:cxnSp>
        <p:nvCxnSpPr>
          <p:cNvPr id="47" name="Straight Arrow Connector 46"/>
          <p:cNvCxnSpPr/>
          <p:nvPr/>
        </p:nvCxnSpPr>
        <p:spPr>
          <a:xfrm>
            <a:off x="5491359" y="3505628"/>
            <a:ext cx="1908916" cy="1583896"/>
          </a:xfrm>
          <a:prstGeom prst="straightConnector1">
            <a:avLst/>
          </a:prstGeom>
          <a:ln w="635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4603290" y="4680034"/>
            <a:ext cx="22303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000" dirty="0">
                <a:latin typeface="Comfortaa" pitchFamily="2" charset="0"/>
              </a:rPr>
              <a:t>Актуализира изгледа</a:t>
            </a:r>
            <a:endParaRPr lang="en-US" sz="2000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0296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5" grpId="0"/>
      <p:bldP spid="10" grpId="0" animBg="1"/>
      <p:bldP spid="11" grpId="0" animBg="1"/>
      <p:bldP spid="12" grpId="0" animBg="1"/>
      <p:bldP spid="15" grpId="0"/>
      <p:bldP spid="35" grpId="0"/>
      <p:bldP spid="36" grpId="0"/>
      <p:bldP spid="46" grpId="0"/>
      <p:bldP spid="5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508448" y="1383633"/>
            <a:ext cx="9217079" cy="5045079"/>
          </a:xfrm>
          <a:prstGeom prst="rect">
            <a:avLst/>
          </a:prstGeom>
          <a:noFill/>
          <a:ln w="38100">
            <a:solidFill>
              <a:srgbClr val="00B0F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sz="2000" dirty="0">
              <a:latin typeface="Comfortaa" pitchFamily="2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08448" y="269953"/>
            <a:ext cx="10566620" cy="1112427"/>
          </a:xfrm>
        </p:spPr>
        <p:txBody>
          <a:bodyPr>
            <a:normAutofit/>
          </a:bodyPr>
          <a:lstStyle/>
          <a:p>
            <a:r>
              <a:rPr lang="bg-BG" sz="3600" dirty="0">
                <a:latin typeface="Comfortaa" pitchFamily="2" charset="0"/>
              </a:rPr>
              <a:t>Обща архитектура</a:t>
            </a:r>
          </a:p>
        </p:txBody>
      </p:sp>
      <p:sp>
        <p:nvSpPr>
          <p:cNvPr id="5" name="Can 4"/>
          <p:cNvSpPr/>
          <p:nvPr/>
        </p:nvSpPr>
        <p:spPr>
          <a:xfrm>
            <a:off x="739180" y="2898018"/>
            <a:ext cx="1425604" cy="1848029"/>
          </a:xfrm>
          <a:prstGeom prst="can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bg-BG" sz="1400" dirty="0">
                <a:solidFill>
                  <a:schemeClr val="bg1"/>
                </a:solidFill>
                <a:latin typeface="Comfortaa" pitchFamily="2" charset="0"/>
              </a:rPr>
              <a:t>База от данни</a:t>
            </a:r>
          </a:p>
          <a:p>
            <a:r>
              <a:rPr lang="en-US" sz="1400" dirty="0">
                <a:solidFill>
                  <a:schemeClr val="bg1"/>
                </a:solidFill>
                <a:latin typeface="Comfortaa" pitchFamily="2" charset="0"/>
              </a:rPr>
              <a:t>Database</a:t>
            </a:r>
            <a:endParaRPr lang="bg-BG" sz="1400" dirty="0">
              <a:solidFill>
                <a:schemeClr val="bg1"/>
              </a:solidFill>
              <a:latin typeface="Comfortaa" pitchFamily="2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123577" y="1774247"/>
            <a:ext cx="1833159" cy="1676400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2000" dirty="0">
                <a:latin typeface="Comfortaa" pitchFamily="2" charset="0"/>
              </a:rPr>
              <a:t>Хранилище</a:t>
            </a:r>
          </a:p>
          <a:p>
            <a:pPr algn="ctr"/>
            <a:r>
              <a:rPr lang="en-US" sz="2000" dirty="0">
                <a:latin typeface="Comfortaa" pitchFamily="2" charset="0"/>
              </a:rPr>
              <a:t>Repository</a:t>
            </a:r>
            <a:endParaRPr lang="bg-BG" sz="2000" dirty="0">
              <a:latin typeface="Comfortaa" pitchFamily="2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436131" y="1774247"/>
            <a:ext cx="1752600" cy="1676400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2000" dirty="0">
                <a:latin typeface="Comfortaa" pitchFamily="2" charset="0"/>
              </a:rPr>
              <a:t>Услуга</a:t>
            </a:r>
          </a:p>
          <a:p>
            <a:pPr algn="ctr"/>
            <a:r>
              <a:rPr lang="en-US" sz="2000" dirty="0">
                <a:latin typeface="Comfortaa" pitchFamily="2" charset="0"/>
              </a:rPr>
              <a:t>Service</a:t>
            </a:r>
            <a:endParaRPr lang="bg-BG" sz="2000" dirty="0">
              <a:latin typeface="Comfortaa" pitchFamily="2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436131" y="4366863"/>
            <a:ext cx="1752600" cy="1664970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2000" dirty="0">
                <a:latin typeface="Comfortaa" pitchFamily="2" charset="0"/>
              </a:rPr>
              <a:t>ОПД Модели</a:t>
            </a:r>
          </a:p>
          <a:p>
            <a:pPr algn="ctr"/>
            <a:r>
              <a:rPr lang="en-US" sz="2000" dirty="0">
                <a:latin typeface="Comfortaa" pitchFamily="2" charset="0"/>
              </a:rPr>
              <a:t>DTO</a:t>
            </a:r>
            <a:endParaRPr lang="bg-BG" sz="2000" dirty="0">
              <a:latin typeface="Comfortaa" pitchFamily="2" charset="0"/>
            </a:endParaRPr>
          </a:p>
          <a:p>
            <a:pPr algn="ctr"/>
            <a:r>
              <a:rPr lang="en-US" sz="2000" dirty="0">
                <a:latin typeface="Comfortaa" pitchFamily="2" charset="0"/>
              </a:rPr>
              <a:t>Models</a:t>
            </a:r>
            <a:endParaRPr lang="bg-BG" sz="2000" dirty="0">
              <a:latin typeface="Comfortaa" pitchFamily="2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668127" y="1774247"/>
            <a:ext cx="1834962" cy="1676400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2000" dirty="0">
                <a:latin typeface="Comfortaa" pitchFamily="2" charset="0"/>
              </a:rPr>
              <a:t>Контролер</a:t>
            </a:r>
          </a:p>
          <a:p>
            <a:pPr algn="ctr"/>
            <a:r>
              <a:rPr lang="en-US" sz="2000" dirty="0">
                <a:latin typeface="Comfortaa" pitchFamily="2" charset="0"/>
              </a:rPr>
              <a:t>Controller</a:t>
            </a:r>
            <a:endParaRPr lang="bg-BG" sz="2000" dirty="0">
              <a:latin typeface="Comfortaa" pitchFamily="2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204135" y="4366863"/>
            <a:ext cx="1752600" cy="1664970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2000" dirty="0">
                <a:latin typeface="Comfortaa" pitchFamily="2" charset="0"/>
              </a:rPr>
              <a:t>Обекти на физическо ниво</a:t>
            </a:r>
          </a:p>
          <a:p>
            <a:pPr algn="ctr"/>
            <a:r>
              <a:rPr lang="en-US" sz="2000" dirty="0">
                <a:latin typeface="Comfortaa" pitchFamily="2" charset="0"/>
              </a:rPr>
              <a:t>Entities</a:t>
            </a:r>
            <a:endParaRPr lang="bg-BG" sz="2000" dirty="0">
              <a:latin typeface="Comfortaa" pitchFamily="2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0451649" y="3278746"/>
            <a:ext cx="1469995" cy="1383031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2000" dirty="0">
                <a:solidFill>
                  <a:schemeClr val="bg1"/>
                </a:solidFill>
                <a:latin typeface="Comfortaa" pitchFamily="2" charset="0"/>
              </a:rPr>
              <a:t>Изглед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  <a:latin typeface="Comfortaa" pitchFamily="2" charset="0"/>
              </a:rPr>
              <a:t>View</a:t>
            </a:r>
            <a:endParaRPr lang="bg-BG" sz="2000" dirty="0">
              <a:solidFill>
                <a:schemeClr val="bg1"/>
              </a:solidFill>
              <a:latin typeface="Comfortaa" pitchFamily="2" charset="0"/>
            </a:endParaRPr>
          </a:p>
        </p:txBody>
      </p:sp>
      <p:cxnSp>
        <p:nvCxnSpPr>
          <p:cNvPr id="15" name="Straight Arrow Connector 14"/>
          <p:cNvCxnSpPr/>
          <p:nvPr/>
        </p:nvCxnSpPr>
        <p:spPr>
          <a:xfrm flipV="1">
            <a:off x="2266896" y="2841047"/>
            <a:ext cx="754568" cy="609600"/>
          </a:xfrm>
          <a:prstGeom prst="straightConnector1">
            <a:avLst/>
          </a:prstGeom>
          <a:ln w="63500">
            <a:solidFill>
              <a:srgbClr val="00B0F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V="1">
            <a:off x="4080435" y="3529979"/>
            <a:ext cx="0" cy="752385"/>
          </a:xfrm>
          <a:prstGeom prst="straightConnector1">
            <a:avLst/>
          </a:prstGeom>
          <a:ln w="63500">
            <a:solidFill>
              <a:srgbClr val="00B0F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V="1">
            <a:off x="6312431" y="3529979"/>
            <a:ext cx="0" cy="752385"/>
          </a:xfrm>
          <a:prstGeom prst="straightConnector1">
            <a:avLst/>
          </a:prstGeom>
          <a:ln w="63500">
            <a:solidFill>
              <a:srgbClr val="00B0F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4979596" y="2612448"/>
            <a:ext cx="448887" cy="21045"/>
          </a:xfrm>
          <a:prstGeom prst="straightConnector1">
            <a:avLst/>
          </a:prstGeom>
          <a:ln w="63500">
            <a:solidFill>
              <a:srgbClr val="00B0F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7219241" y="2602833"/>
            <a:ext cx="448887" cy="21045"/>
          </a:xfrm>
          <a:prstGeom prst="straightConnector1">
            <a:avLst/>
          </a:prstGeom>
          <a:ln w="63500">
            <a:solidFill>
              <a:srgbClr val="00B0F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9768952" y="3970262"/>
            <a:ext cx="682697" cy="4171"/>
          </a:xfrm>
          <a:prstGeom prst="straightConnector1">
            <a:avLst/>
          </a:prstGeom>
          <a:ln w="63500">
            <a:solidFill>
              <a:srgbClr val="00B0F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099420" y="4746047"/>
            <a:ext cx="140366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000" dirty="0">
                <a:solidFill>
                  <a:srgbClr val="00B0F0"/>
                </a:solidFill>
                <a:latin typeface="Comfortaa" pitchFamily="2" charset="0"/>
              </a:rPr>
              <a:t>Заден план</a:t>
            </a:r>
          </a:p>
          <a:p>
            <a:r>
              <a:rPr lang="en-US" sz="2000" dirty="0">
                <a:solidFill>
                  <a:srgbClr val="00B0F0"/>
                </a:solidFill>
                <a:latin typeface="Comfortaa" pitchFamily="2" charset="0"/>
              </a:rPr>
              <a:t>Backend</a:t>
            </a:r>
          </a:p>
        </p:txBody>
      </p:sp>
    </p:spTree>
    <p:extLst>
      <p:ext uri="{BB962C8B-B14F-4D97-AF65-F5344CB8AC3E}">
        <p14:creationId xmlns:p14="http://schemas.microsoft.com/office/powerpoint/2010/main" val="29318928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430" y="1883210"/>
            <a:ext cx="10881982" cy="43792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bg-BG" sz="3600" dirty="0">
                <a:latin typeface="Comfortaa" pitchFamily="2" charset="0"/>
              </a:rPr>
              <a:t>На пръв поглед </a:t>
            </a:r>
            <a:r>
              <a:rPr lang="en-US" sz="3600" dirty="0">
                <a:latin typeface="Comfortaa" pitchFamily="2" charset="0"/>
              </a:rPr>
              <a:t>MVC </a:t>
            </a:r>
            <a:r>
              <a:rPr lang="bg-BG" sz="3600" dirty="0">
                <a:latin typeface="Comfortaa" pitchFamily="2" charset="0"/>
              </a:rPr>
              <a:t>и трислойния модел са едно и също нещо, но това не е така</a:t>
            </a:r>
          </a:p>
          <a:p>
            <a:r>
              <a:rPr lang="bg-BG" sz="3600" dirty="0">
                <a:latin typeface="Comfortaa" pitchFamily="2" charset="0"/>
              </a:rPr>
              <a:t>Прилики</a:t>
            </a:r>
          </a:p>
          <a:p>
            <a:pPr lvl="1"/>
            <a:r>
              <a:rPr lang="bg-BG" dirty="0">
                <a:latin typeface="Comfortaa" pitchFamily="2" charset="0"/>
              </a:rPr>
              <a:t>Разделя на три части</a:t>
            </a:r>
          </a:p>
          <a:p>
            <a:r>
              <a:rPr lang="bg-BG" sz="3600" dirty="0">
                <a:latin typeface="Comfortaa" pitchFamily="2" charset="0"/>
              </a:rPr>
              <a:t>Разлики</a:t>
            </a:r>
          </a:p>
          <a:p>
            <a:pPr lvl="1"/>
            <a:r>
              <a:rPr lang="bg-BG" dirty="0">
                <a:latin typeface="Comfortaa" pitchFamily="2" charset="0"/>
              </a:rPr>
              <a:t>При </a:t>
            </a:r>
            <a:r>
              <a:rPr lang="en-US" dirty="0">
                <a:latin typeface="Comfortaa" pitchFamily="2" charset="0"/>
              </a:rPr>
              <a:t>MVC </a:t>
            </a:r>
            <a:r>
              <a:rPr lang="bg-BG" dirty="0">
                <a:latin typeface="Comfortaa" pitchFamily="2" charset="0"/>
              </a:rPr>
              <a:t>моделът и изгледът могат да са свързани, постигайки триъгълна структура</a:t>
            </a:r>
          </a:p>
          <a:p>
            <a:pPr lvl="1"/>
            <a:r>
              <a:rPr lang="bg-BG" dirty="0">
                <a:latin typeface="Comfortaa" pitchFamily="2" charset="0"/>
              </a:rPr>
              <a:t>При трислойния модел задължително се преминава през слоя за услугите, постигайки линейна структура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27725" y="443956"/>
            <a:ext cx="10515600" cy="1325563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Трислоен модел и </a:t>
            </a:r>
            <a:r>
              <a:rPr lang="en-US" dirty="0">
                <a:latin typeface="Comfortaa" pitchFamily="2" charset="0"/>
              </a:rPr>
              <a:t>MVC</a:t>
            </a:r>
            <a:endParaRPr lang="bg-BG" dirty="0">
              <a:latin typeface="Comfortaa" pitchFamily="2" charset="0"/>
            </a:endParaRP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B12F9F2E-7D1B-4D87-9DBC-1A328B361D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66412" y="6525002"/>
            <a:ext cx="428822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defPPr>
              <a:defRPr lang="en-US"/>
            </a:defPPr>
            <a:lvl1pPr marL="0" algn="r" defTabSz="1218987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4DD1E-5D91-48A3-AD6D-45FBA980D106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6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98914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6880" y="1433865"/>
            <a:ext cx="11472615" cy="3661510"/>
          </a:xfr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static void Main(string[] </a:t>
            </a:r>
            <a:r>
              <a:rPr lang="en-US" sz="2400" b="1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args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)</a:t>
            </a:r>
          </a:p>
          <a:p>
            <a:pPr marL="0" indent="0">
              <a:buNone/>
            </a:pP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{</a:t>
            </a:r>
          </a:p>
          <a:p>
            <a:pPr marL="0" indent="0">
              <a:buNone/>
            </a:pPr>
            <a:r>
              <a:rPr lang="bg-BG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</a:t>
            </a:r>
            <a:r>
              <a:rPr lang="en-US" sz="2400" b="1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Console.Write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("</a:t>
            </a:r>
            <a:r>
              <a:rPr lang="bg-BG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Моля въведете страната на квадрат а = ");</a:t>
            </a:r>
          </a:p>
          <a:p>
            <a:pPr marL="0" indent="0">
              <a:buNone/>
            </a:pPr>
            <a:r>
              <a:rPr lang="bg-BG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double a = </a:t>
            </a:r>
            <a:r>
              <a:rPr lang="en-US" sz="2400" b="1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double.Parse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</a:t>
            </a:r>
            <a:r>
              <a:rPr lang="en-US" sz="2400" b="1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Console.ReadLine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());</a:t>
            </a:r>
          </a:p>
          <a:p>
            <a:pPr marL="0" indent="0">
              <a:buNone/>
            </a:pPr>
            <a:r>
              <a:rPr lang="bg-BG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double P = 4 * a;</a:t>
            </a:r>
          </a:p>
          <a:p>
            <a:pPr marL="0" indent="0">
              <a:buNone/>
            </a:pPr>
            <a:r>
              <a:rPr lang="bg-BG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double S = a * a;</a:t>
            </a:r>
          </a:p>
          <a:p>
            <a:pPr marL="0" indent="0">
              <a:buNone/>
            </a:pPr>
            <a:r>
              <a:rPr lang="bg-BG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</a:t>
            </a:r>
            <a:r>
              <a:rPr lang="en-US" sz="2400" b="1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Console.WriteLine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</a:t>
            </a:r>
            <a:r>
              <a:rPr lang="bg-BG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"K</a:t>
            </a:r>
            <a:r>
              <a:rPr lang="bg-BG" sz="2400" b="1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вадрат</a:t>
            </a:r>
            <a:r>
              <a:rPr lang="bg-BG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със страна а = {0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} </a:t>
            </a:r>
            <a:r>
              <a:rPr lang="bg-BG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има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P={</a:t>
            </a:r>
            <a:r>
              <a:rPr lang="bg-BG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:f2} </a:t>
            </a:r>
            <a:r>
              <a:rPr lang="bg-BG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и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 ={</a:t>
            </a:r>
            <a:r>
              <a:rPr lang="bg-BG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:f2}</a:t>
            </a:r>
            <a:r>
              <a:rPr lang="bg-BG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“, 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a, P, S);</a:t>
            </a:r>
          </a:p>
          <a:p>
            <a:pPr marL="0" indent="0">
              <a:buNone/>
            </a:pP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}</a:t>
            </a:r>
            <a:endParaRPr lang="bg-BG" sz="2400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59693" y="546687"/>
            <a:ext cx="11472614" cy="799886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Comfortaa" pitchFamily="2" charset="0"/>
              </a:rPr>
              <a:t>MVC</a:t>
            </a:r>
            <a:r>
              <a:rPr lang="bg-BG" sz="3600" dirty="0">
                <a:latin typeface="Comfortaa" pitchFamily="2" charset="0"/>
              </a:rPr>
              <a:t> елементарен пример</a:t>
            </a:r>
            <a:r>
              <a:rPr lang="en-US" sz="3600" dirty="0">
                <a:latin typeface="Comfortaa" pitchFamily="2" charset="0"/>
              </a:rPr>
              <a:t> </a:t>
            </a:r>
            <a:r>
              <a:rPr lang="bg-BG" sz="3600" dirty="0">
                <a:latin typeface="Comfortaa" pitchFamily="2" charset="0"/>
              </a:rPr>
              <a:t>на ниско ниво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45090" y="5891651"/>
            <a:ext cx="112229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sz="2400" dirty="0">
                <a:latin typeface="Comfortaa" pitchFamily="2" charset="0"/>
              </a:rPr>
              <a:t>Открийте още изгледи, модели, услуги и контролери в примера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84F616-5125-A4CB-E2AC-9EE453C75423}"/>
              </a:ext>
            </a:extLst>
          </p:cNvPr>
          <p:cNvSpPr/>
          <p:nvPr/>
        </p:nvSpPr>
        <p:spPr>
          <a:xfrm>
            <a:off x="1097325" y="4193595"/>
            <a:ext cx="2625557" cy="410722"/>
          </a:xfrm>
          <a:prstGeom prst="rect">
            <a:avLst/>
          </a:prstGeom>
          <a:noFill/>
          <a:ln w="38100">
            <a:solidFill>
              <a:srgbClr val="00B0F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sz="2000" dirty="0">
              <a:latin typeface="Comfortaa" pitchFamily="2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C1CE04-04A1-1024-9B14-7D477BDE552C}"/>
              </a:ext>
            </a:extLst>
          </p:cNvPr>
          <p:cNvSpPr/>
          <p:nvPr/>
        </p:nvSpPr>
        <p:spPr>
          <a:xfrm>
            <a:off x="3860991" y="4186460"/>
            <a:ext cx="6514823" cy="410722"/>
          </a:xfrm>
          <a:prstGeom prst="rect">
            <a:avLst/>
          </a:prstGeom>
          <a:noFill/>
          <a:ln w="38100">
            <a:solidFill>
              <a:srgbClr val="00B0F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sz="2000" dirty="0">
              <a:latin typeface="Comfortaa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0923CC3-CE4D-FA78-CA76-DAD671CFA1E2}"/>
              </a:ext>
            </a:extLst>
          </p:cNvPr>
          <p:cNvSpPr/>
          <p:nvPr/>
        </p:nvSpPr>
        <p:spPr>
          <a:xfrm>
            <a:off x="10521109" y="4186460"/>
            <a:ext cx="860014" cy="410722"/>
          </a:xfrm>
          <a:prstGeom prst="rect">
            <a:avLst/>
          </a:prstGeom>
          <a:noFill/>
          <a:ln w="38100">
            <a:solidFill>
              <a:srgbClr val="00B0F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sz="2000" dirty="0">
              <a:latin typeface="Comfortaa" pitchFamily="2" charset="0"/>
            </a:endParaRPr>
          </a:p>
        </p:txBody>
      </p:sp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A7353DBC-DE57-79F3-7939-EEEDCAC15BB0}"/>
              </a:ext>
            </a:extLst>
          </p:cNvPr>
          <p:cNvSpPr/>
          <p:nvPr/>
        </p:nvSpPr>
        <p:spPr>
          <a:xfrm>
            <a:off x="4938911" y="4993879"/>
            <a:ext cx="2809374" cy="768622"/>
          </a:xfrm>
          <a:prstGeom prst="wedgeRoundRectCallout">
            <a:avLst>
              <a:gd name="adj1" fmla="val -21320"/>
              <a:gd name="adj2" fmla="val -91869"/>
              <a:gd name="adj3" fmla="val 16667"/>
            </a:avLst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1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fortaa" pitchFamily="2" charset="0"/>
              </a:rPr>
              <a:t>Изглед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Speech Bubble: Rectangle with Corners Rounded 8">
            <a:extLst>
              <a:ext uri="{FF2B5EF4-FFF2-40B4-BE49-F238E27FC236}">
                <a16:creationId xmlns:a16="http://schemas.microsoft.com/office/drawing/2014/main" id="{8D9F8216-86CD-E90D-DA9A-6F73C0915A20}"/>
              </a:ext>
            </a:extLst>
          </p:cNvPr>
          <p:cNvSpPr/>
          <p:nvPr/>
        </p:nvSpPr>
        <p:spPr>
          <a:xfrm>
            <a:off x="8571749" y="4975522"/>
            <a:ext cx="2809374" cy="768622"/>
          </a:xfrm>
          <a:prstGeom prst="wedgeRoundRectCallout">
            <a:avLst>
              <a:gd name="adj1" fmla="val 23022"/>
              <a:gd name="adj2" fmla="val -86136"/>
              <a:gd name="adj3" fmla="val 16667"/>
            </a:avLst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1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fortaa" pitchFamily="2" charset="0"/>
              </a:rPr>
              <a:t>Модел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Speech Bubble: Rectangle with Corners Rounded 9">
            <a:extLst>
              <a:ext uri="{FF2B5EF4-FFF2-40B4-BE49-F238E27FC236}">
                <a16:creationId xmlns:a16="http://schemas.microsoft.com/office/drawing/2014/main" id="{9BA3290D-2802-3EDF-5B7D-63A09B997008}"/>
              </a:ext>
            </a:extLst>
          </p:cNvPr>
          <p:cNvSpPr/>
          <p:nvPr/>
        </p:nvSpPr>
        <p:spPr>
          <a:xfrm>
            <a:off x="1513920" y="4987342"/>
            <a:ext cx="2809374" cy="768622"/>
          </a:xfrm>
          <a:prstGeom prst="wedgeRoundRectCallout">
            <a:avLst>
              <a:gd name="adj1" fmla="val -21320"/>
              <a:gd name="adj2" fmla="val -91869"/>
              <a:gd name="adj3" fmla="val 16667"/>
            </a:avLst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1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fortaa" pitchFamily="2" charset="0"/>
              </a:rPr>
              <a:t>Контролер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Speech Bubble: Rectangle with Corners Rounded 10">
            <a:extLst>
              <a:ext uri="{FF2B5EF4-FFF2-40B4-BE49-F238E27FC236}">
                <a16:creationId xmlns:a16="http://schemas.microsoft.com/office/drawing/2014/main" id="{121A3476-E14B-6C19-BC51-5D52E1FAD42F}"/>
              </a:ext>
            </a:extLst>
          </p:cNvPr>
          <p:cNvSpPr/>
          <p:nvPr/>
        </p:nvSpPr>
        <p:spPr>
          <a:xfrm>
            <a:off x="8460468" y="3123311"/>
            <a:ext cx="2809374" cy="768622"/>
          </a:xfrm>
          <a:prstGeom prst="wedgeRoundRectCallout">
            <a:avLst>
              <a:gd name="adj1" fmla="val -68196"/>
              <a:gd name="adj2" fmla="val 8953"/>
              <a:gd name="adj3" fmla="val 16667"/>
            </a:avLst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1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mfortaa" pitchFamily="2" charset="0"/>
              </a:rPr>
              <a:t>Услуга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24710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907881" y="1690688"/>
            <a:ext cx="9631782" cy="4287152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10000"/>
              </a:lnSpc>
            </a:pPr>
            <a:r>
              <a:rPr lang="en-US" sz="3200" dirty="0">
                <a:latin typeface="Comfortaa" pitchFamily="2" charset="0"/>
              </a:rPr>
              <a:t>MVC </a:t>
            </a:r>
            <a:r>
              <a:rPr lang="bg-BG" sz="3200" dirty="0">
                <a:latin typeface="Comfortaa" pitchFamily="2" charset="0"/>
              </a:rPr>
              <a:t>е шаблон за дизайн</a:t>
            </a:r>
          </a:p>
          <a:p>
            <a:pPr>
              <a:lnSpc>
                <a:spcPct val="110000"/>
              </a:lnSpc>
            </a:pPr>
            <a:r>
              <a:rPr lang="en-US" sz="3200" dirty="0">
                <a:latin typeface="Comfortaa" pitchFamily="2" charset="0"/>
              </a:rPr>
              <a:t>MVC</a:t>
            </a:r>
            <a:r>
              <a:rPr lang="bg-BG" sz="3200" dirty="0">
                <a:latin typeface="Comfortaa" pitchFamily="2" charset="0"/>
              </a:rPr>
              <a:t> подобрява яснотата на кода и структурата му</a:t>
            </a:r>
          </a:p>
          <a:p>
            <a:pPr>
              <a:lnSpc>
                <a:spcPct val="110000"/>
              </a:lnSpc>
            </a:pPr>
            <a:r>
              <a:rPr lang="bg-BG" sz="3200" dirty="0">
                <a:latin typeface="Comfortaa" pitchFamily="2" charset="0"/>
              </a:rPr>
              <a:t>Моделът представлява данните</a:t>
            </a:r>
          </a:p>
          <a:p>
            <a:pPr>
              <a:lnSpc>
                <a:spcPct val="110000"/>
              </a:lnSpc>
            </a:pPr>
            <a:r>
              <a:rPr lang="bg-BG" sz="3200" dirty="0">
                <a:latin typeface="Comfortaa" pitchFamily="2" charset="0"/>
              </a:rPr>
              <a:t>Изгледът определя начина за въвеждане и извеждане на данните</a:t>
            </a:r>
          </a:p>
          <a:p>
            <a:pPr>
              <a:lnSpc>
                <a:spcPct val="110000"/>
              </a:lnSpc>
            </a:pPr>
            <a:r>
              <a:rPr lang="bg-BG" sz="3200" dirty="0">
                <a:latin typeface="Comfortaa" pitchFamily="2" charset="0"/>
              </a:rPr>
              <a:t>Контролерът казва в кои изгледи, кои данни да се покажат или въведат</a:t>
            </a:r>
          </a:p>
          <a:p>
            <a:pPr>
              <a:lnSpc>
                <a:spcPct val="110000"/>
              </a:lnSpc>
            </a:pPr>
            <a:r>
              <a:rPr lang="en-US" sz="3200" dirty="0">
                <a:latin typeface="Comfortaa" pitchFamily="2" charset="0"/>
              </a:rPr>
              <a:t>MVC </a:t>
            </a:r>
            <a:r>
              <a:rPr lang="bg-BG" sz="3200" dirty="0">
                <a:latin typeface="Comfortaa" pitchFamily="2" charset="0"/>
              </a:rPr>
              <a:t>и 3-слойният модел се различават</a:t>
            </a:r>
          </a:p>
          <a:p>
            <a:pPr>
              <a:lnSpc>
                <a:spcPct val="110000"/>
              </a:lnSpc>
            </a:pPr>
            <a:endParaRPr lang="en-US" dirty="0">
              <a:latin typeface="Comfortaa" pitchFamily="2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err="1">
                <a:latin typeface="Comfortaa" pitchFamily="2" charset="0"/>
              </a:rPr>
              <a:t>Обощение</a:t>
            </a:r>
            <a:endParaRPr lang="en-US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91558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BE09A-3FB1-46B3-BD6E-4E936F6C7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bg-BG" sz="5000" b="1" dirty="0"/>
              <a:t>Благодаря за вниманието!</a:t>
            </a:r>
            <a:endParaRPr lang="en-US" sz="5000" b="1" dirty="0"/>
          </a:p>
        </p:txBody>
      </p:sp>
    </p:spTree>
    <p:extLst>
      <p:ext uri="{BB962C8B-B14F-4D97-AF65-F5344CB8AC3E}">
        <p14:creationId xmlns:p14="http://schemas.microsoft.com/office/powerpoint/2010/main" val="20000870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 descr="Icon&#10;&#10;Description automatically generated with medium confidence">
            <a:extLst>
              <a:ext uri="{FF2B5EF4-FFF2-40B4-BE49-F238E27FC236}">
                <a16:creationId xmlns:a16="http://schemas.microsoft.com/office/drawing/2014/main" id="{09547CF4-B25A-F864-DA65-5C7F1F83C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52" y="83713"/>
            <a:ext cx="1575455" cy="15754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A303128A-0EF3-84BD-F9ED-2E6316CD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4792" y="83713"/>
            <a:ext cx="1699472" cy="1414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EB993A-D432-5177-9922-4D00100F74D8}"/>
              </a:ext>
            </a:extLst>
          </p:cNvPr>
          <p:cNvSpPr txBox="1"/>
          <p:nvPr/>
        </p:nvSpPr>
        <p:spPr>
          <a:xfrm>
            <a:off x="1734047" y="365284"/>
            <a:ext cx="47294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Национална програма 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Обучение за ИТ умения и кариера</a:t>
            </a: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bg-BG" u="sng" dirty="0"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https://it-kariera.mon.bg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22BFFF-21D1-37C4-D08A-94EDDBB11DD9}"/>
              </a:ext>
            </a:extLst>
          </p:cNvPr>
          <p:cNvSpPr txBox="1"/>
          <p:nvPr/>
        </p:nvSpPr>
        <p:spPr>
          <a:xfrm>
            <a:off x="6373448" y="365284"/>
            <a:ext cx="40171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Министерството на образованието и науката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algn="r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</a:t>
            </a:r>
            <a:r>
              <a:rPr lang="bg-BG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mon.bg</a:t>
            </a:r>
            <a:endParaRPr lang="bg-BG" dirty="0">
              <a:latin typeface="Comfortaa" pitchFamily="2" charset="0"/>
            </a:endParaRPr>
          </a:p>
        </p:txBody>
      </p:sp>
      <p:pic>
        <p:nvPicPr>
          <p:cNvPr id="2" name="Logo CC-BY-NC-SA">
            <a:hlinkClick r:id="rId5"/>
            <a:extLst>
              <a:ext uri="{FF2B5EF4-FFF2-40B4-BE49-F238E27FC236}">
                <a16:creationId xmlns:a16="http://schemas.microsoft.com/office/drawing/2014/main" id="{39F87C09-7AAD-A59F-33F5-8BECE165CB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87447" y="2650021"/>
            <a:ext cx="4017104" cy="144081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DBEA407-2EEF-D82D-ADB6-D20902F79FA2}"/>
              </a:ext>
            </a:extLst>
          </p:cNvPr>
          <p:cNvSpPr txBox="1"/>
          <p:nvPr/>
        </p:nvSpPr>
        <p:spPr>
          <a:xfrm>
            <a:off x="262246" y="5452243"/>
            <a:ext cx="1166750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bg-BG" sz="1800" dirty="0">
                <a:latin typeface="Comfortaa" pitchFamily="2" charset="0"/>
              </a:rPr>
              <a:t>Документът е разработен за нуждите на Национална програма "Обучение за ИТ умения и кариера" на Министерството на образованието и науката (МОН)</a:t>
            </a:r>
            <a:r>
              <a:rPr lang="en-US" sz="1800" dirty="0">
                <a:latin typeface="Comfortaa" pitchFamily="2" charset="0"/>
              </a:rPr>
              <a:t> </a:t>
            </a:r>
            <a:r>
              <a:rPr lang="bg-BG" sz="1800" dirty="0">
                <a:latin typeface="Comfortaa" pitchFamily="2" charset="0"/>
              </a:rPr>
              <a:t>и се разпространява под свободен лиценз CC-BY-NC-SA (</a:t>
            </a:r>
            <a:r>
              <a:rPr lang="bg-BG" sz="1800" dirty="0" err="1">
                <a:latin typeface="Comfortaa" pitchFamily="2" charset="0"/>
              </a:rPr>
              <a:t>Creative</a:t>
            </a:r>
            <a:r>
              <a:rPr lang="bg-BG" sz="1800" dirty="0">
                <a:latin typeface="Comfortaa" pitchFamily="2" charset="0"/>
              </a:rPr>
              <a:t> </a:t>
            </a:r>
            <a:r>
              <a:rPr lang="bg-BG" sz="1800" dirty="0" err="1">
                <a:latin typeface="Comfortaa" pitchFamily="2" charset="0"/>
              </a:rPr>
              <a:t>Commons</a:t>
            </a:r>
            <a:r>
              <a:rPr lang="bg-BG" sz="1800" dirty="0">
                <a:latin typeface="Comfortaa" pitchFamily="2" charset="0"/>
              </a:rPr>
              <a:t> </a:t>
            </a:r>
            <a:r>
              <a:rPr lang="bg-BG" sz="1800" dirty="0" err="1">
                <a:latin typeface="Comfortaa" pitchFamily="2" charset="0"/>
              </a:rPr>
              <a:t>Attribution-Non-Commercial-Share-Alike</a:t>
            </a:r>
            <a:r>
              <a:rPr lang="bg-BG" sz="1800" dirty="0">
                <a:latin typeface="Comfortaa" pitchFamily="2" charset="0"/>
              </a:rPr>
              <a:t> 4.0 International).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2413446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101</TotalTime>
  <Words>592</Words>
  <Application>Microsoft Office PowerPoint</Application>
  <PresentationFormat>Widescreen</PresentationFormat>
  <Paragraphs>99</Paragraphs>
  <Slides>10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Comfortaa</vt:lpstr>
      <vt:lpstr>Times New Roman</vt:lpstr>
      <vt:lpstr>Office Theme</vt:lpstr>
      <vt:lpstr>Въведение в MVC</vt:lpstr>
      <vt:lpstr>Съдържание</vt:lpstr>
      <vt:lpstr>Model-View-Controller (MVC)</vt:lpstr>
      <vt:lpstr>Поток на управлението</vt:lpstr>
      <vt:lpstr>Обща архитектура</vt:lpstr>
      <vt:lpstr>Трислоен модел и MVC</vt:lpstr>
      <vt:lpstr>MVC елементарен пример на ниско ниво</vt:lpstr>
      <vt:lpstr>Обощение</vt:lpstr>
      <vt:lpstr>Благодаря за вниманието!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Димитър Минчев</dc:creator>
  <cp:lastModifiedBy>Neli Dimova</cp:lastModifiedBy>
  <cp:revision>11</cp:revision>
  <dcterms:created xsi:type="dcterms:W3CDTF">2022-08-09T09:25:46Z</dcterms:created>
  <dcterms:modified xsi:type="dcterms:W3CDTF">2025-09-26T07:34:07Z</dcterms:modified>
</cp:coreProperties>
</file>