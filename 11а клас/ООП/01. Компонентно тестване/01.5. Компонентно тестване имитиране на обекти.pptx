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8" r:id="rId2"/>
    <p:sldId id="606" r:id="rId3"/>
    <p:sldId id="607" r:id="rId4"/>
    <p:sldId id="608" r:id="rId5"/>
    <p:sldId id="609" r:id="rId6"/>
    <p:sldId id="610" r:id="rId7"/>
    <p:sldId id="57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606"/>
            <p14:sldId id="607"/>
            <p14:sldId id="608"/>
            <p14:sldId id="609"/>
            <p14:sldId id="610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9BA9628-AC6A-4E09-84CD-B027ED6932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79744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Moq</a:t>
            </a:r>
          </a:p>
          <a:p>
            <a:r>
              <a:rPr lang="en-US" noProof="1">
                <a:solidFill>
                  <a:schemeClr val="tx2">
                    <a:lumMod val="75000"/>
                  </a:schemeClr>
                </a:solidFill>
              </a:rPr>
              <a:t>Moq</a:t>
            </a:r>
            <a:r>
              <a:rPr lang="en-US" noProof="1"/>
              <a:t> (pronounced "Mock You") is an open-source mocking framework</a:t>
            </a:r>
          </a:p>
          <a:p>
            <a:pPr lvl="1"/>
            <a:r>
              <a:rPr lang="en-US" noProof="1"/>
              <a:t>Facilitates the mocking process by providing an API for creating fake objects (mocks)</a:t>
            </a:r>
          </a:p>
          <a:p>
            <a:pPr lvl="1"/>
            <a:r>
              <a:rPr lang="en-US" noProof="1"/>
              <a:t>No need to create fake classes for every possible test scenario</a:t>
            </a:r>
          </a:p>
          <a:p>
            <a:pPr lvl="1"/>
            <a:r>
              <a:rPr lang="en-US" noProof="1"/>
              <a:t>Can mock almost any type, not just interfaces</a:t>
            </a:r>
          </a:p>
          <a:p>
            <a:pPr lvl="2"/>
            <a:r>
              <a:rPr lang="en-US" noProof="1"/>
              <a:t>E.g.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</a:t>
            </a:r>
            <a:r>
              <a:rPr lang="en-US" noProof="1"/>
              <a:t>,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noProof="1"/>
              <a:t>, etc.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C08361-DD33-4DCA-8907-FEE8A69213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22766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4E06283-400C-45DC-9ED6-33963488F6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22994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 err="1">
                <a:latin typeface="Comfortaa" pitchFamily="2" charset="0"/>
              </a:rPr>
              <a:t>Имитиране</a:t>
            </a:r>
            <a:r>
              <a:rPr lang="ru-RU" dirty="0">
                <a:latin typeface="Comfortaa" pitchFamily="2" charset="0"/>
              </a:rPr>
              <a:t> на </a:t>
            </a:r>
            <a:r>
              <a:rPr lang="ru-RU" dirty="0" err="1">
                <a:latin typeface="Comfortaa" pitchFamily="2" charset="0"/>
              </a:rPr>
              <a:t>обекти</a:t>
            </a:r>
            <a:r>
              <a:rPr lang="ru-RU" dirty="0">
                <a:latin typeface="Comfortaa" pitchFamily="2" charset="0"/>
              </a:rPr>
              <a:t> при </a:t>
            </a:r>
            <a:r>
              <a:rPr lang="ru-RU" dirty="0" err="1">
                <a:latin typeface="Comfortaa" pitchFamily="2" charset="0"/>
              </a:rPr>
              <a:t>тестване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Mocking objects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084" y="1690688"/>
            <a:ext cx="10407716" cy="4422370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Имитиращите обекти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mocking objects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симулират поведение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истински обекти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Обектът предоставя недетерминистични резултати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Има състояния, които са трудни за създаване или възпроизвеждане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Бавен е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Не съществува все още или може да си промени поведението</a:t>
            </a:r>
            <a:r>
              <a:rPr lang="en-US" dirty="0">
                <a:latin typeface="Comfortaa" pitchFamily="2" charset="0"/>
              </a:rPr>
              <a:t>;</a:t>
            </a:r>
          </a:p>
          <a:p>
            <a:pPr lvl="1"/>
            <a:r>
              <a:rPr lang="bg-BG" dirty="0">
                <a:latin typeface="Comfortaa" pitchFamily="2" charset="0"/>
              </a:rPr>
              <a:t>Налага се да съдържа информация и методи изцяло за тестови цели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Имитиране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99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04455" y="966795"/>
            <a:ext cx="10051472" cy="1147014"/>
          </a:xfrm>
        </p:spPr>
        <p:txBody>
          <a:bodyPr/>
          <a:lstStyle/>
          <a:p>
            <a:r>
              <a:rPr lang="en-US" noProof="1">
                <a:latin typeface="Comfortaa" pitchFamily="2" charset="0"/>
              </a:rPr>
              <a:t>Moq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04456" y="2158526"/>
            <a:ext cx="9344890" cy="2309656"/>
          </a:xfrm>
        </p:spPr>
        <p:txBody>
          <a:bodyPr>
            <a:noAutofit/>
          </a:bodyPr>
          <a:lstStyle/>
          <a:p>
            <a:r>
              <a:rPr lang="en-US" noProof="1">
                <a:latin typeface="Comfortaa" pitchFamily="2" charset="0"/>
              </a:rPr>
              <a:t>Moq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ни предоставя лесен начин за създаване на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имитиращи обекти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Лесен за ползване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Силно типизиран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Минималистичен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47845" y="4468181"/>
            <a:ext cx="9812139" cy="83099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Mock&lt;IContainer&gt; 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mockContainer = new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Mock&lt;IContainer&gt;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Mock&lt;ICustomerView&gt; 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mockView = new 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Mock&lt;ICustomerView&gt;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08580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01" y="1058092"/>
            <a:ext cx="11804822" cy="5570355"/>
          </a:xfrm>
        </p:spPr>
        <p:txBody>
          <a:bodyPr>
            <a:noAutofit/>
          </a:bodyPr>
          <a:lstStyle/>
          <a:p>
            <a:pPr marL="377887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2533" y="904851"/>
            <a:ext cx="10515600" cy="928341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Пример за имитация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82533" y="2125335"/>
            <a:ext cx="10712782" cy="397031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Mock&lt;ITarget&gt;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fakeTarget = new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Mock&lt;ITarget&gt;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fakeTarget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Setup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(p =&gt; p.TakeAttack(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It.IsAny&lt;int&gt;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()))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Callback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(() =&gt; hero.Weapon.DurabilityPoints -= 1);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fakeTarget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Setup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(p =&gt; p.Health)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Returns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(0);</a:t>
            </a:r>
            <a:endParaRPr lang="en-GB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F11CEEF6-E1FC-46E3-9D05-698318032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199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0086" y="2133374"/>
            <a:ext cx="9176657" cy="38127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Включете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Moq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проекта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Имитирайте фалшификатите от предната задача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Тествайте дали героят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получава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XP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когато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мишената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умре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30086" y="807811"/>
            <a:ext cx="9176657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Имитация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858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752" y="849086"/>
            <a:ext cx="10840495" cy="820057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Имитация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675752" y="1767978"/>
            <a:ext cx="10565560" cy="452431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[Test]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HeroGainsExperienceAfterAttackIfTargetDies()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Mock&lt;ITarget&gt;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fakeTarget = new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Mock&lt;ITarget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</a:rPr>
              <a:t>&gt;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fakeTarget.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Setup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(p =&gt; p.Health).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Returns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(0);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fakeTarget.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Setup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(p =&gt; p.GiveExperience()).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Returns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(20);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fakeTarget.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Setup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(p =&gt; p.IsDead()).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Returns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(true);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Mock&lt;IWeapon&gt;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fakeWeapon = new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Mock&lt;IWeapon&gt;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Hero hero = new Hero("Pesho", fakeWeapon.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Object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hero.Attack(fakeTarget.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Object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Assert.AreEqual(20, hero.Experience);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4037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519</Words>
  <Application>Microsoft Office PowerPoint</Application>
  <PresentationFormat>Widescreen</PresentationFormat>
  <Paragraphs>79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Comfortaa</vt:lpstr>
      <vt:lpstr>Consolas</vt:lpstr>
      <vt:lpstr>Office Theme</vt:lpstr>
      <vt:lpstr>Имитиране на обекти при тестване</vt:lpstr>
      <vt:lpstr>Имитиране</vt:lpstr>
      <vt:lpstr>Moq</vt:lpstr>
      <vt:lpstr>Пример за имитация</vt:lpstr>
      <vt:lpstr>Задача: Имитация</vt:lpstr>
      <vt:lpstr>Решение: Имитация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2022-09-14T15:37:14Z</dcterms:modified>
</cp:coreProperties>
</file>