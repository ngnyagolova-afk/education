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8" r:id="rId2"/>
    <p:sldId id="643" r:id="rId3"/>
    <p:sldId id="607" r:id="rId4"/>
    <p:sldId id="634" r:id="rId5"/>
    <p:sldId id="635" r:id="rId6"/>
    <p:sldId id="636" r:id="rId7"/>
    <p:sldId id="637" r:id="rId8"/>
    <p:sldId id="638" r:id="rId9"/>
    <p:sldId id="639" r:id="rId10"/>
    <p:sldId id="486" r:id="rId11"/>
    <p:sldId id="5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43"/>
            <p14:sldId id="607"/>
            <p14:sldId id="634"/>
            <p14:sldId id="635"/>
            <p14:sldId id="636"/>
            <p14:sldId id="637"/>
            <p14:sldId id="638"/>
            <p14:sldId id="639"/>
            <p14:sldId id="48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1ED4C7-061C-42A2-9914-32D54C14BC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92610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A8CDB40-5FF4-4C67-9B87-B31D05748D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31027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204FECB-07C6-4CCC-A10A-970490E30A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45824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89C9FD0-31F7-4D20-8C23-4C460D6364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08034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4A33B09-A694-43CD-BB95-F5AD636C31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2364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8C1CCE97-E931-4DE7-9DE4-29901F7E4F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237852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7980906-7208-4287-9064-95B4E168E6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29656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B3AE79B-B360-45C3-AA26-C32F893CC5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5054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10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86B571D-B521-44B5-8E05-224FF3B895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460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Ограничители при шаблонните класове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Templates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7803" y="601474"/>
            <a:ext cx="109331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29401" y="1752601"/>
            <a:ext cx="10933199" cy="4447333"/>
          </a:xfrm>
        </p:spPr>
        <p:txBody>
          <a:bodyPr>
            <a:normAutofit/>
          </a:bodyPr>
          <a:lstStyle/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Защо са ни нужни?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Ограничаване до референтен тип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Ограничаване до референтен тип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Ограничаване до конструктор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Ограничаване до статичен базов клас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Ограничаване до шаблонен базов клас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Комбиниране на ограничения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40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104"/>
            <a:ext cx="10515600" cy="4662859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Кодът, генериран за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Equals&lt;string&gt;</a:t>
            </a:r>
            <a:r>
              <a:rPr lang="bg-BG" dirty="0">
                <a:latin typeface="Comfortaa" pitchFamily="2" charset="0"/>
              </a:rPr>
              <a:t>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ще е различен от този за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Equals&lt;int&gt;</a:t>
            </a:r>
          </a:p>
          <a:p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Може да е дори още по-различен, ако сравняваните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типове са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предефинирали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оператора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==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Проблем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68235" y="2580969"/>
            <a:ext cx="10120506" cy="206210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bool Equals&lt;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(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t1, 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t2)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return (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t1 == t2</a:t>
            </a: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3880D5A-ED64-4F9E-B9B8-23FF33556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783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581" y="1659370"/>
            <a:ext cx="10840496" cy="4575175"/>
          </a:xfrm>
        </p:spPr>
        <p:txBody>
          <a:bodyPr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Ограничителите се представят в </a:t>
            </a:r>
            <a:r>
              <a:rPr lang="en-US" sz="2400" dirty="0">
                <a:latin typeface="Comfortaa" pitchFamily="2" charset="0"/>
              </a:rPr>
              <a:t>C# </a:t>
            </a:r>
            <a:r>
              <a:rPr lang="bg-BG" sz="2400" dirty="0">
                <a:latin typeface="Comfortaa" pitchFamily="2" charset="0"/>
              </a:rPr>
              <a:t>с ключовата дума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where</a:t>
            </a:r>
            <a:endParaRPr lang="en-US" sz="2400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Указване, че Т трябва да е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референтен</a:t>
            </a:r>
            <a:r>
              <a:rPr lang="bg-BG" sz="2400" b="1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тип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sz="2400" dirty="0">
              <a:solidFill>
                <a:srgbClr val="F6D18E"/>
              </a:solidFill>
              <a:latin typeface="Comfortaa" pitchFamily="2" charset="0"/>
            </a:endParaRPr>
          </a:p>
          <a:p>
            <a:endParaRPr lang="en-US" sz="2400" dirty="0">
              <a:solidFill>
                <a:srgbClr val="F6D18E"/>
              </a:solidFill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class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тук е ключова дума и трябва да е с малки букви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7923" y="418564"/>
            <a:ext cx="10896153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Ограничаване до референтен тип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042028" y="3033099"/>
            <a:ext cx="9704870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MyMethod&lt;T&gt;()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where T : class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4585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664" y="1760311"/>
            <a:ext cx="11197878" cy="4266416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Указване, че Т трябва да 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примитивен</a:t>
            </a:r>
            <a:r>
              <a:rPr lang="bg-BG" b="1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тип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solidFill>
                <a:srgbClr val="F6D18E"/>
              </a:solidFill>
              <a:latin typeface="Comfortaa" pitchFamily="2" charset="0"/>
            </a:endParaRPr>
          </a:p>
          <a:p>
            <a:endParaRPr lang="en-US" dirty="0">
              <a:solidFill>
                <a:srgbClr val="F6D18E"/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struct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тук е ключова дума и трябва да е с малки букви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6664" y="752861"/>
            <a:ext cx="11544397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Ограничаване до примитивен тип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03718" y="2543613"/>
            <a:ext cx="10840496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MyMethod&lt;T&gt;()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where T : struct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52950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192" y="1484900"/>
            <a:ext cx="10919904" cy="4921838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Указване, че Т трябва да 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конструктор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Само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default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конструктор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може да бъде използван</a:t>
            </a:r>
            <a:endParaRPr lang="en-US" dirty="0">
              <a:latin typeface="Comfortaa" pitchFamily="2" charset="0"/>
            </a:endParaRPr>
          </a:p>
          <a:p>
            <a:r>
              <a:rPr lang="bg-BG" b="1" dirty="0" err="1">
                <a:solidFill>
                  <a:srgbClr val="00B0F0"/>
                </a:solidFill>
                <a:latin typeface="Comfortaa" pitchFamily="2" charset="0"/>
              </a:rPr>
              <a:t>Параметризиран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 конструктор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ще доведе до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грешка при компилиране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32600" y="2212770"/>
            <a:ext cx="10840496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MyMethod&lt;T&gt;()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where T : new 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553192" y="374120"/>
            <a:ext cx="11544397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Ограничаване до конструктор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1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00" y="1627404"/>
            <a:ext cx="11244199" cy="4601204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Указване на статичен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базов клас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 ограничение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Типът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параметър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 е от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указания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базов клас или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негов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наследник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27440" y="2384962"/>
            <a:ext cx="10570180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MyMethod&lt;T&gt;()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where T : BaseClass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73900" y="540471"/>
            <a:ext cx="11324233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Ограничаване до статичен базов клас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89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56" y="1659370"/>
            <a:ext cx="11216223" cy="4616739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Указване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шаблонен базов клас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 ограничение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Типът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параметър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 е от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класа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-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параметър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U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негов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наследник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3757" y="581891"/>
            <a:ext cx="11216222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Ограничаване до шаблонен базов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70108" y="2420589"/>
            <a:ext cx="10607394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MyMethod&lt;T,U&gt;()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where T : U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03818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453" y="1510929"/>
            <a:ext cx="10515600" cy="4351338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Указване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няколко базови класа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и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конструктор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 ограничение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Невалидни комбинации от ограничители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class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struct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6198" y="417470"/>
            <a:ext cx="10990214" cy="102843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Комбиниране на ограничителите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66054" y="2409325"/>
            <a:ext cx="10177998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MyMethod&lt;T&gt;()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where T : IComparable, MyBaseClass, new 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076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705600" y="609600"/>
            <a:ext cx="10780800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707196" y="1707912"/>
            <a:ext cx="10780800" cy="43477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Ограничителите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помагат да се ограничи типовия параметър до:</a:t>
            </a: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референтен тип</a:t>
            </a: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примитивен тип</a:t>
            </a: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конструктор</a:t>
            </a: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статичен базов тип</a:t>
            </a: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шаблонен базов тип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Те могат да се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комбинират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2258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692</Words>
  <Application>Microsoft Office PowerPoint</Application>
  <PresentationFormat>Widescreen</PresentationFormat>
  <Paragraphs>154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Office Theme</vt:lpstr>
      <vt:lpstr>Ограничители при шаблонните класове</vt:lpstr>
      <vt:lpstr>Съдържание</vt:lpstr>
      <vt:lpstr>Проблем</vt:lpstr>
      <vt:lpstr>Ограничаване до референтен тип</vt:lpstr>
      <vt:lpstr>Ограничаване до примитивен тип</vt:lpstr>
      <vt:lpstr>Ограничаване до конструктор</vt:lpstr>
      <vt:lpstr>Ограничаване до статичен базов клас</vt:lpstr>
      <vt:lpstr>Ограничаване до шаблонен базов клас</vt:lpstr>
      <vt:lpstr>Комбиниране на ограничителите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2022-09-14T15:44:30Z</dcterms:modified>
</cp:coreProperties>
</file>